
<file path=[Content_Types].xml><?xml version="1.0" encoding="utf-8"?>
<Types xmlns="http://schemas.openxmlformats.org/package/2006/content-types">
  <Default Extension="xml" ContentType="application/vnd.openxmlformats-package.core-properties+xml"/>
  <Default Extension="png" ContentType="image/png"/>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slides/charts/chart1.xml" ContentType="application/vnd.openxmlformats-officedocument.drawingml.chart+xml"/>
  <Override PartName="/ppt/notesSlides/notesSlide7.xml" ContentType="application/vnd.openxmlformats-officedocument.presentationml.notesSlide+xml"/>
  <Override PartName="/ppt/slides/slide8.xml" ContentType="application/vnd.openxmlformats-officedocument.presentationml.slide+xml"/>
  <Override PartName="/ppt/slides/charts/chart2.xml" ContentType="application/vnd.openxmlformats-officedocument.drawingml.chart+xml"/>
  <Override PartName="/ppt/notesSlides/notesSlide8.xml" ContentType="application/vnd.openxmlformats-officedocument.presentationml.notesSlide+xml"/>
  <Override PartName="/ppt/slides/slide9.xml" ContentType="application/vnd.openxmlformats-officedocument.presentationml.slide+xml"/>
  <Override PartName="/ppt/slides/charts/chart3.xml" ContentType="application/vnd.openxmlformats-officedocument.drawingml.chart+xml"/>
  <Override PartName="/ppt/slides/charts/chart4.xml" ContentType="application/vnd.openxmlformats-officedocument.drawingml.chart+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Default Extension="mp4" ContentType="video/mp4"/>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6b9a11ac61904156" /><Relationship Type="http://schemas.openxmlformats.org/officeDocument/2006/relationships/extended-properties" Target="/docProps/app.xml" Id="R27ea35182c53412a" /><Relationship Type="http://schemas.openxmlformats.org/officeDocument/2006/relationships/officeDocument" Target="/ppt/presentation.xml" Id="R6485a5db95534f50" /></Relationships>
</file>

<file path=ppt/presentation.xml><?xml version="1.0" encoding="utf-8"?>
<p:presentation xmlns:p="http://schemas.openxmlformats.org/presentationml/2006/main">
  <p:sldMasterIdLst>
    <p:sldMasterId xmlns:r="http://schemas.openxmlformats.org/officeDocument/2006/relationships" id="2147483648" r:id="Rcc48b02d6d2b4d72"/>
  </p:sldMasterIdLst>
  <p:notesMasterIdLst>
    <p:notesMasterId xmlns:r="http://schemas.openxmlformats.org/officeDocument/2006/relationships" r:id="Reab30ccf8b674aa4"/>
  </p:notesMasterIdLst>
  <p:sldIdLst>
    <p:sldId xmlns:r="http://schemas.openxmlformats.org/officeDocument/2006/relationships" id="256" r:id="R719d6205d896488a"/>
    <p:sldId xmlns:r="http://schemas.openxmlformats.org/officeDocument/2006/relationships" id="257" r:id="R5ccd2f4ad751476c"/>
    <p:sldId xmlns:r="http://schemas.openxmlformats.org/officeDocument/2006/relationships" id="258" r:id="R6ebc173be54c43c0"/>
    <p:sldId xmlns:r="http://schemas.openxmlformats.org/officeDocument/2006/relationships" id="259" r:id="R97832b3231234105"/>
    <p:sldId xmlns:r="http://schemas.openxmlformats.org/officeDocument/2006/relationships" id="260" r:id="R02cc527e630e405d"/>
    <p:sldId xmlns:r="http://schemas.openxmlformats.org/officeDocument/2006/relationships" id="261" r:id="R876bd4338b454165"/>
    <p:sldId xmlns:r="http://schemas.openxmlformats.org/officeDocument/2006/relationships" id="262" r:id="R85b8e25c853e498b"/>
    <p:sldId xmlns:r="http://schemas.openxmlformats.org/officeDocument/2006/relationships" id="263" r:id="R5c0bd50229b04a8d"/>
    <p:sldId xmlns:r="http://schemas.openxmlformats.org/officeDocument/2006/relationships" id="264" r:id="Rae77917c5ad64a36"/>
    <p:sldId xmlns:r="http://schemas.openxmlformats.org/officeDocument/2006/relationships" id="265" r:id="Raf15c4975f9a465c"/>
    <p:sldId xmlns:r="http://schemas.openxmlformats.org/officeDocument/2006/relationships" id="266" r:id="R24fe12f053ba4cd3"/>
    <p:sldId xmlns:r="http://schemas.openxmlformats.org/officeDocument/2006/relationships" id="267" r:id="Rad8a14c4d72c43c0"/>
    <p:sldId xmlns:r="http://schemas.openxmlformats.org/officeDocument/2006/relationships" id="268" r:id="R6fdde18aaa194ab5"/>
    <p:sldId xmlns:r="http://schemas.openxmlformats.org/officeDocument/2006/relationships" id="269" r:id="Rbaf1331caf704a74"/>
    <p:sldId xmlns:r="http://schemas.openxmlformats.org/officeDocument/2006/relationships" id="270" r:id="R9876923c5a0a462c"/>
    <p:sldId xmlns:r="http://schemas.openxmlformats.org/officeDocument/2006/relationships" id="271" r:id="Ra86f4c85fe1248ef"/>
    <p:sldId xmlns:r="http://schemas.openxmlformats.org/officeDocument/2006/relationships" id="272" r:id="R15b5bd787823423d"/>
    <p:sldId xmlns:r="http://schemas.openxmlformats.org/officeDocument/2006/relationships" id="273" r:id="R7522ccd2ad4b4300"/>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22d5b02930f244c7" /><Relationship Type="http://schemas.openxmlformats.org/officeDocument/2006/relationships/slideMaster" Target="/ppt/slideMasters/slideMaster1.xml" Id="Rcc48b02d6d2b4d72" /><Relationship Type="http://schemas.openxmlformats.org/officeDocument/2006/relationships/notesMaster" Target="/ppt/notesMasters/notesMaster1.xml" Id="Reab30ccf8b674aa4" /><Relationship Type="http://schemas.openxmlformats.org/officeDocument/2006/relationships/presProps" Target="/ppt/presProps.xml" Id="Re5b6172d3f234521" /><Relationship Type="http://schemas.openxmlformats.org/officeDocument/2006/relationships/tableStyles" Target="/ppt/tableStyles.xml" Id="Rf4df66caa0e74f09" /><Relationship Type="http://schemas.openxmlformats.org/officeDocument/2006/relationships/slide" Target="/ppt/slides/slide1.xml" Id="R719d6205d896488a" /><Relationship Type="http://schemas.openxmlformats.org/officeDocument/2006/relationships/slide" Target="/ppt/slides/slide2.xml" Id="R5ccd2f4ad751476c" /><Relationship Type="http://schemas.openxmlformats.org/officeDocument/2006/relationships/slide" Target="/ppt/slides/slide3.xml" Id="R6ebc173be54c43c0" /><Relationship Type="http://schemas.openxmlformats.org/officeDocument/2006/relationships/slide" Target="/ppt/slides/slide4.xml" Id="R97832b3231234105" /><Relationship Type="http://schemas.openxmlformats.org/officeDocument/2006/relationships/slide" Target="/ppt/slides/slide5.xml" Id="R02cc527e630e405d" /><Relationship Type="http://schemas.openxmlformats.org/officeDocument/2006/relationships/slide" Target="/ppt/slides/slide6.xml" Id="R876bd4338b454165" /><Relationship Type="http://schemas.openxmlformats.org/officeDocument/2006/relationships/slide" Target="/ppt/slides/slide7.xml" Id="R85b8e25c853e498b" /><Relationship Type="http://schemas.openxmlformats.org/officeDocument/2006/relationships/slide" Target="/ppt/slides/slide8.xml" Id="R5c0bd50229b04a8d" /><Relationship Type="http://schemas.openxmlformats.org/officeDocument/2006/relationships/slide" Target="/ppt/slides/slide9.xml" Id="Rae77917c5ad64a36" /><Relationship Type="http://schemas.openxmlformats.org/officeDocument/2006/relationships/slide" Target="/ppt/slides/slide10.xml" Id="Raf15c4975f9a465c" /><Relationship Type="http://schemas.openxmlformats.org/officeDocument/2006/relationships/slide" Target="/ppt/slides/slide11.xml" Id="R24fe12f053ba4cd3" /><Relationship Type="http://schemas.openxmlformats.org/officeDocument/2006/relationships/slide" Target="/ppt/slides/slide12.xml" Id="Rad8a14c4d72c43c0" /><Relationship Type="http://schemas.openxmlformats.org/officeDocument/2006/relationships/slide" Target="/ppt/slides/slide13.xml" Id="R6fdde18aaa194ab5" /><Relationship Type="http://schemas.openxmlformats.org/officeDocument/2006/relationships/slide" Target="/ppt/slides/slide14.xml" Id="Rbaf1331caf704a74" /><Relationship Type="http://schemas.openxmlformats.org/officeDocument/2006/relationships/slide" Target="/ppt/slides/slide15.xml" Id="R9876923c5a0a462c" /><Relationship Type="http://schemas.openxmlformats.org/officeDocument/2006/relationships/slide" Target="/ppt/slides/slide16.xml" Id="Ra86f4c85fe1248ef" /><Relationship Type="http://schemas.openxmlformats.org/officeDocument/2006/relationships/slide" Target="/ppt/slides/slide17.xml" Id="R15b5bd787823423d" /><Relationship Type="http://schemas.openxmlformats.org/officeDocument/2006/relationships/slide" Target="/ppt/slides/slide18.xml" Id="R7522ccd2ad4b4300"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99211519b708479c"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
        <a:cs typeface=""/>
      </a:majorFont>
      <a:minorFont>
        <a:latin typeface="Arial"/>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b5fc81a16a0a42ef" /><Relationship Type="http://schemas.openxmlformats.org/officeDocument/2006/relationships/notesMaster" Target="/ppt/notesMasters/notesMaster1.xml" Id="R702ba57b86c34dfa" /></Relationships>
</file>

<file path=ppt/notesSlides/_rels/notesSlide2.xml.rels>&#65279;<?xml version="1.0" encoding="utf-8"?><Relationships xmlns="http://schemas.openxmlformats.org/package/2006/relationships"><Relationship Type="http://schemas.openxmlformats.org/officeDocument/2006/relationships/slide" Target="/ppt/slides/slide2.xml" Id="R1f3b6509ed314a74" /><Relationship Type="http://schemas.openxmlformats.org/officeDocument/2006/relationships/notesMaster" Target="/ppt/notesMasters/notesMaster1.xml" Id="Reb2b5ccef72842da" /></Relationships>
</file>

<file path=ppt/notesSlides/_rels/notesSlide3.xml.rels>&#65279;<?xml version="1.0" encoding="utf-8"?><Relationships xmlns="http://schemas.openxmlformats.org/package/2006/relationships"><Relationship Type="http://schemas.openxmlformats.org/officeDocument/2006/relationships/slide" Target="/ppt/slides/slide3.xml" Id="R1cd5462840f94b6f" /><Relationship Type="http://schemas.openxmlformats.org/officeDocument/2006/relationships/notesMaster" Target="/ppt/notesMasters/notesMaster1.xml" Id="R34301fbd6b6e40dc" /></Relationships>
</file>

<file path=ppt/notesSlides/_rels/notesSlide4.xml.rels>&#65279;<?xml version="1.0" encoding="utf-8"?><Relationships xmlns="http://schemas.openxmlformats.org/package/2006/relationships"><Relationship Type="http://schemas.openxmlformats.org/officeDocument/2006/relationships/slide" Target="/ppt/slides/slide4.xml" Id="Rb64f12f543624aa5" /><Relationship Type="http://schemas.openxmlformats.org/officeDocument/2006/relationships/notesMaster" Target="/ppt/notesMasters/notesMaster1.xml" Id="R4caea73caf7d4739" /></Relationships>
</file>

<file path=ppt/notesSlides/_rels/notesSlide5.xml.rels>&#65279;<?xml version="1.0" encoding="utf-8"?><Relationships xmlns="http://schemas.openxmlformats.org/package/2006/relationships"><Relationship Type="http://schemas.openxmlformats.org/officeDocument/2006/relationships/slide" Target="/ppt/slides/slide5.xml" Id="R41bf9b369249474b" /><Relationship Type="http://schemas.openxmlformats.org/officeDocument/2006/relationships/notesMaster" Target="/ppt/notesMasters/notesMaster1.xml" Id="Rec273c755e174493" /></Relationships>
</file>

<file path=ppt/notesSlides/_rels/notesSlide6.xml.rels>&#65279;<?xml version="1.0" encoding="utf-8"?><Relationships xmlns="http://schemas.openxmlformats.org/package/2006/relationships"><Relationship Type="http://schemas.openxmlformats.org/officeDocument/2006/relationships/slide" Target="/ppt/slides/slide6.xml" Id="R8d0df86886e740e2" /><Relationship Type="http://schemas.openxmlformats.org/officeDocument/2006/relationships/notesMaster" Target="/ppt/notesMasters/notesMaster1.xml" Id="R1ae928d013a245bf" /></Relationships>
</file>

<file path=ppt/notesSlides/_rels/notesSlide7.xml.rels>&#65279;<?xml version="1.0" encoding="utf-8"?><Relationships xmlns="http://schemas.openxmlformats.org/package/2006/relationships"><Relationship Type="http://schemas.openxmlformats.org/officeDocument/2006/relationships/slide" Target="/ppt/slides/slide7.xml" Id="R0357ff6862164ddf" /><Relationship Type="http://schemas.openxmlformats.org/officeDocument/2006/relationships/notesMaster" Target="/ppt/notesMasters/notesMaster1.xml" Id="R24e7b4ac0c274da9" /></Relationships>
</file>

<file path=ppt/notesSlides/_rels/notesSlide8.xml.rels>&#65279;<?xml version="1.0" encoding="utf-8"?><Relationships xmlns="http://schemas.openxmlformats.org/package/2006/relationships"><Relationship Type="http://schemas.openxmlformats.org/officeDocument/2006/relationships/slide" Target="/ppt/slides/slide8.xml" Id="R87a777cf9ff64c8d" /><Relationship Type="http://schemas.openxmlformats.org/officeDocument/2006/relationships/notesMaster" Target="/ppt/notesMasters/notesMaster1.xml" Id="R976734ed1715470b" /></Relationships>
</file>

<file path=ppt/notesSlides/_rels/notesSlide9.xml.rels>&#65279;<?xml version="1.0" encoding="utf-8"?><Relationships xmlns="http://schemas.openxmlformats.org/package/2006/relationships"><Relationship Type="http://schemas.openxmlformats.org/officeDocument/2006/relationships/slide" Target="/ppt/slides/slide9.xml" Id="R8bf838fcbb224ad3" /><Relationship Type="http://schemas.openxmlformats.org/officeDocument/2006/relationships/notesMaster" Target="/ppt/notesMasters/notesMaster1.xml" Id="Rd8290024e42b4523"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17ffe3e5767b4ed0" /><Relationship Type="http://schemas.openxmlformats.org/officeDocument/2006/relationships/notesMaster" Target="/ppt/notesMasters/notesMaster1.xml" Id="R72cfdc04527b45e9"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12753698b34c4ade" /><Relationship Type="http://schemas.openxmlformats.org/officeDocument/2006/relationships/notesMaster" Target="/ppt/notesMasters/notesMaster1.xml" Id="R48117db30f014ae0"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679fa16825d6445e" /><Relationship Type="http://schemas.openxmlformats.org/officeDocument/2006/relationships/notesMaster" Target="/ppt/notesMasters/notesMaster1.xml" Id="R39dcb5384189498b"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476e7a0055f74445" /><Relationship Type="http://schemas.openxmlformats.org/officeDocument/2006/relationships/notesMaster" Target="/ppt/notesMasters/notesMaster1.xml" Id="R62955138103141bb"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ffd62dadf9c64018" /><Relationship Type="http://schemas.openxmlformats.org/officeDocument/2006/relationships/notesMaster" Target="/ppt/notesMasters/notesMaster1.xml" Id="R15f4ce48eb2043c3"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f05b20710d504ed8" /><Relationship Type="http://schemas.openxmlformats.org/officeDocument/2006/relationships/notesMaster" Target="/ppt/notesMasters/notesMaster1.xml" Id="Re0f78087c7104a62"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f3794878202d4e54" /><Relationship Type="http://schemas.openxmlformats.org/officeDocument/2006/relationships/notesMaster" Target="/ppt/notesMasters/notesMaster1.xml" Id="Rca454f7510f34ae6"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5c463da703c6456d" /><Relationship Type="http://schemas.openxmlformats.org/officeDocument/2006/relationships/notesMaster" Target="/ppt/notesMasters/notesMaster1.xml" Id="R22c56f9da36d4302"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8f0f2ab32217463e" /><Relationship Type="http://schemas.openxmlformats.org/officeDocument/2006/relationships/notesMaster" Target="/ppt/notesMasters/notesMaster1.xml" Id="R5204b85fe43143ab"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 use a public-reference Haven-1 reconstruction to demonstrate how I would build and challenge a thermal design. The first round includes CAD, native OpenModelica, local solid thermal and thermoelastic FEM, and a separate pressurized-bay CFD exercise. The engineering questions and assumptions are explicit. I would use approved manufacturer requirements and physical test data before hardware decisions.</a:t>
            </a:r>
          </a:p>
          <a:p xmlns:a="http://schemas.openxmlformats.org/drawingml/2006/main">
            <a:r>
              <a:t/>
            </a:r>
          </a:p>
          <a:p xmlns:a="http://schemas.openxmlformats.org/drawingml/2006/main">
            <a:r>
              <a:t>Sources and method</a:t>
            </a:r>
          </a:p>
          <a:p xmlns:a="http://schemas.openxmlformats.org/drawingml/2006/main">
            <a:r>
              <a:t>https://www.vastspace.com/haven-1</a:t>
            </a:r>
          </a:p>
          <a:p xmlns:a="http://schemas.openxmlformats.org/drawingml/2006/main">
            <a:r>
              <a:t>https://khanisolutions.com/AISolutions/vast-haven-thermal.html</a:t>
            </a:r>
          </a:p>
          <a:p xmlns:a="http://schemas.openxmlformats.org/drawingml/2006/main">
            <a:r>
              <a:t/>
            </a:r>
          </a:p>
          <a:p xmlns:a="http://schemas.openxmlformats.org/drawingml/2006/main">
            <a:r>
              <a:t>Study scope: independent public-reference interview demonstration. Internal packaging, thermal hardware, materials, properties, power maps and numerical limits include analyst assumptions. This work is not Vast manufacturing CAD, validated vehicle performance, actual employment at Vast or flight qualification. The system, local FEM and local CFD models are separate first-round models. Zero physical tests have been performed in this study.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Vast develops commercial space stations. Its current Haven-1 page describes two-week missions for four crew, private astronauts and government missions, with a research laboratory and habitation. The public page gives 10.1m height/length,4.4m diameter,80m³ pressurized volume and45m³ habitable volume. Those are exterior and volume anchors. They do not establish hidden packaging or thermal design details. The mission exposes exterior hardware to orbital radiation and eclipse, while interior electronics also depend on controlled cabin air and coolant. Image credit: Vast, official July2026 interior illustration. Company schedules can change and are not used as a simulation input.</a:t>
            </a:r>
          </a:p>
          <a:p xmlns:a="http://schemas.openxmlformats.org/drawingml/2006/main">
            <a:r>
              <a:t/>
            </a:r>
          </a:p>
          <a:p xmlns:a="http://schemas.openxmlformats.org/drawingml/2006/main">
            <a:r>
              <a:t>Sources and method</a:t>
            </a:r>
          </a:p>
          <a:p xmlns:a="http://schemas.openxmlformats.org/drawingml/2006/main">
            <a:r>
              <a:t>https://www.vastspace.com/haven-1</a:t>
            </a:r>
          </a:p>
          <a:p xmlns:a="http://schemas.openxmlformats.org/drawingml/2006/main">
            <a:r>
              <a:t>https://vast-public.s3.us-east-1.amazonaws.com/July+2026/0713_Haven-1_Interior+Cutaway_1920x1080.jpg</a:t>
            </a:r>
          </a:p>
          <a:p xmlns:a="http://schemas.openxmlformats.org/drawingml/2006/main">
            <a:r>
              <a:t/>
            </a:r>
          </a:p>
          <a:p xmlns:a="http://schemas.openxmlformats.org/drawingml/2006/main">
            <a:r>
              <a:t>Study scope: independent public-reference interview demonstration. Internal packaging, thermal hardware, materials, properties, power maps and numerical limits include analyst assumptions. This work is not Vast manufacturing CAD, validated vehicle performance, actual employment at Vast or flight qualification. The system, local FEM and local CFD models are separate first-round models. Zero physical tests have been performed in this study.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embedded H.264 movie assembles all221 original CAD solids in56batches. The first55batches contain4parts, and the last contains1. Names remain above the CAD with leader lines and disappear at the end of each batch. Enclosure and insulation zones remain transparent. The sequence explains the model hierarchy rather than an actual manufacturing order. The clip lasts80.291667s at24fps. Playback is embedded and starts on this slide in PowerPoint. Click the image to pause or resume. The website is the fallback if the current viewer does not support embedded video.</a:t>
            </a:r>
          </a:p>
          <a:p xmlns:a="http://schemas.openxmlformats.org/drawingml/2006/main">
            <a:r>
              <a:t/>
            </a:r>
          </a:p>
          <a:p xmlns:a="http://schemas.openxmlformats.org/drawingml/2006/main">
            <a:r>
              <a:t>Sources and method</a:t>
            </a:r>
          </a:p>
          <a:p xmlns:a="http://schemas.openxmlformats.org/drawingml/2006/main">
            <a:r>
              <a:t>https://khanisolutions.com/AISolutions/vast-haven-thermal.html#assembly</a:t>
            </a:r>
          </a:p>
          <a:p xmlns:a="http://schemas.openxmlformats.org/drawingml/2006/main">
            <a:r>
              <a:t>Stage-02-Initial-Analysis-R1/media/assembly-timeline.json</a:t>
            </a:r>
          </a:p>
          <a:p xmlns:a="http://schemas.openxmlformats.org/drawingml/2006/main">
            <a:r>
              <a:t/>
            </a:r>
          </a:p>
          <a:p xmlns:a="http://schemas.openxmlformats.org/drawingml/2006/main">
            <a:r>
              <a:t>Study scope: independent public-reference interview demonstration. Internal packaging, thermal hardware, materials, properties, power maps and numerical limits include analyst assumptions. This work is not Vast manufacturing CAD, validated vehicle performance, actual employment at Vast or flight qualification. The system, local FEM and local CFD models are separate first-round models. Zero physical tests have been performed in this study.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 separated the assembly into12groups so direct and indirect heat paths remain visible. The coverage register has25subsystem entries and12interfaces, including energy conversion, batteries, pumps, fans, heaters, sensing, insulation, coolant, gas/water inventories, crew and payload effects. Public hardware photographs support several component functions and counts. The model proposes locations, routing, specific pump quantities, thermal controls and some resource hardware. Colors identify families rather than temperature. Interfaces such as TIM, mount conductance, pump power and cabin heat-exchanger behavior must be characterized for a predictive design.</a:t>
            </a:r>
          </a:p>
          <a:p xmlns:a="http://schemas.openxmlformats.org/drawingml/2006/main">
            <a:r>
              <a:t/>
            </a:r>
          </a:p>
          <a:p xmlns:a="http://schemas.openxmlformats.org/drawingml/2006/main">
            <a:r>
              <a:t>Sources and method</a:t>
            </a:r>
          </a:p>
          <a:p xmlns:a="http://schemas.openxmlformats.org/drawingml/2006/main">
            <a:r>
              <a:t>/Users/reza/Library/Mobile Documents/com~apple~CloudDocs/Khani Workspace/Projects/Vast Haven-1 Thermal Study/Stage-01-CAD-R1/sources/thermal-coverage-matrix.md</a:t>
            </a:r>
          </a:p>
          <a:p xmlns:a="http://schemas.openxmlformats.org/drawingml/2006/main">
            <a:r>
              <a:t>/Users/reza/Library/Mobile Documents/com~apple~CloudDocs/Khani Workspace/Projects/Vast Haven-1 Thermal Study/Stage-01-CAD-R1/sources/evidence-register.json</a:t>
            </a:r>
          </a:p>
          <a:p xmlns:a="http://schemas.openxmlformats.org/drawingml/2006/main">
            <a:r>
              <a:t>https://khanisolutions.com/AISolutions/vast-haven-thermal.html#cad</a:t>
            </a:r>
          </a:p>
          <a:p xmlns:a="http://schemas.openxmlformats.org/drawingml/2006/main">
            <a:r>
              <a:t/>
            </a:r>
          </a:p>
          <a:p xmlns:a="http://schemas.openxmlformats.org/drawingml/2006/main">
            <a:r>
              <a:t>Study scope: independent public-reference interview demonstration. Internal packaging, thermal hardware, materials, properties, power maps and numerical limits include analyst assumptions. This work is not Vast manufacturing CAD, validated vehicle performance, actual employment at Vast or flight qualification. The system, local FEM and local CFD models are separate first-round models. Zero physical tests have been performed in this study.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native source and input register assign every numerical input before simulation. The orbit is a rectangular90mincycle with60minsunlight and30mineclipse, repeated for24h. This is not a propagated ephemeris for Haven-1. All13thermalnodes start20°C at sunrise. Thermal capacities and conductances are lumped assumptions. Solar flux is1361W/m² and EarthIR241W/m², while projected areas, optical properties and view factors are assumptions. Albedo is omitted in this round and must be added. Electrical assumptions include 9 kW nominal available sun power, 15 kWh capacity, 80% initial SOC and 95% charge/discharge efficiency. The cold-case environment scale also reduces available solar power to 7.2 kW. The local80WFEM and2WCFD are separate examples with different geometry and boundaries. Their fields are not automatically transferred to the1Dmodel.</a:t>
            </a:r>
          </a:p>
          <a:p xmlns:a="http://schemas.openxmlformats.org/drawingml/2006/main">
            <a:r>
              <a:t/>
            </a:r>
          </a:p>
          <a:p xmlns:a="http://schemas.openxmlformats.org/drawingml/2006/main">
            <a:r>
              <a:t>Sources and method</a:t>
            </a:r>
          </a:p>
          <a:p xmlns:a="http://schemas.openxmlformats.org/drawingml/2006/main">
            <a:r>
              <a:t>/Users/reza/Library/Mobile Documents/com~apple~CloudDocs/Khani Workspace/Projects/Vast Haven-1 Thermal Study/Stage-02-Initial-Analysis-R1/analysis/system-thermal/inputs.json</a:t>
            </a:r>
          </a:p>
          <a:p xmlns:a="http://schemas.openxmlformats.org/drawingml/2006/main">
            <a:r>
              <a:t>/Users/reza/Library/Mobile Documents/com~apple~CloudDocs/Khani Workspace/Projects/Vast Haven-1 Thermal Study/Stage-02-Initial-Analysis-R1/analysis/system-thermal/cases.json</a:t>
            </a:r>
          </a:p>
          <a:p xmlns:a="http://schemas.openxmlformats.org/drawingml/2006/main">
            <a:r>
              <a:t>/Users/reza/Library/Mobile Documents/com~apple~CloudDocs/Khani Workspace/Projects/Vast Haven-1 Thermal Study/Stage-02-Initial-Analysis-R1/analysis/local-multiphysics/report.md</a:t>
            </a:r>
          </a:p>
          <a:p xmlns:a="http://schemas.openxmlformats.org/drawingml/2006/main">
            <a:r>
              <a:t/>
            </a:r>
          </a:p>
          <a:p xmlns:a="http://schemas.openxmlformats.org/drawingml/2006/main">
            <a:r>
              <a:t>Study scope: independent public-reference interview demonstration. Internal packaging, thermal hardware, materials, properties, power maps and numerical limits include analyst assumptions. This work is not Vast manufacturing CAD, validated vehicle performance, actual employment at Vast or flight qualification. The system, local FEM and local CFD models are separate first-round models. Zero physical tests have been performed in this study.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native OpenModelica model carries13thermalnodes: avionics,battery,payload,power conversion,ECLSS,cabin,wall,cold plate,coolant,radiator,CMG,solar array andtankresources. Internal conductance links route heat conservatively between these nodes. Exterior radiation includes absorbed solar/IR and emitted energy. The battery ledger carries available solar power, bus loads, charge/discharge losses and curtailment. Proportional heaters protect battery,coolant andresources. Bypass is an algebraic variable conductance of10–600W/K based on coolant temperature14–22°C. It represents controlled heat transfer rather than a solved valve/pipe hydraulic network. This editable diagram shows selected main couplings from the native equations and all13thermalnodes. It is not an OMEdit screenshot and omits minor links for legibility. The native source contains every link. The model does not contain sensor lag, valve dynamics, detailed view-factor geometry or propagated attitude in this round.</a:t>
            </a:r>
          </a:p>
          <a:p xmlns:a="http://schemas.openxmlformats.org/drawingml/2006/main">
            <a:r>
              <a:t/>
            </a:r>
          </a:p>
          <a:p xmlns:a="http://schemas.openxmlformats.org/drawingml/2006/main">
            <a:r>
              <a:t>Sources and method</a:t>
            </a:r>
          </a:p>
          <a:p xmlns:a="http://schemas.openxmlformats.org/drawingml/2006/main">
            <a:r>
              <a:t>/Users/reza/Library/Mobile Documents/com~apple~CloudDocs/Khani Workspace/Projects/Vast Haven-1 Thermal Study/Stage-02-Initial-Analysis-R1/analysis/system-thermal/source/Haven1Thermal.mo</a:t>
            </a:r>
          </a:p>
          <a:p xmlns:a="http://schemas.openxmlformats.org/drawingml/2006/main">
            <a:r>
              <a:t>/Users/reza/Library/Mobile Documents/com~apple~CloudDocs/Khani Workspace/Projects/Vast Haven-1 Thermal Study/Stage-02-Initial-Analysis-R1/analysis/system-thermal/report.md</a:t>
            </a:r>
          </a:p>
          <a:p xmlns:a="http://schemas.openxmlformats.org/drawingml/2006/main">
            <a:r>
              <a:t>https://khanisolutions.com/AISolutions/vast-haven-thermal.html#system</a:t>
            </a:r>
          </a:p>
          <a:p xmlns:a="http://schemas.openxmlformats.org/drawingml/2006/main">
            <a:r>
              <a:t/>
            </a:r>
          </a:p>
          <a:p xmlns:a="http://schemas.openxmlformats.org/drawingml/2006/main">
            <a:r>
              <a:t>Study scope: independent public-reference interview demonstration. Internal packaging, thermal hardware, materials, properties, power maps and numerical limits include analyst assumptions. This work is not Vast manufacturing CAD, validated vehicle performance, actual employment at Vast or flight qualification. The system, local FEM and local CFD models are separate first-round models. Zero physical tests have been performed in this study.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matched hot comparison changes only radiator area from6to10m². Larger area increases emission and shifts the heat rejection balance, lowering cold-plate and component temperatures. Exact peaks come from the full-resolution output. Baseline avionics69.788°C,battery59.455°C,payload72.626°C,cabin52.740°C. The10m²case gives45.729,35.555,48.556,30.059°C. It still exceeds the assigned35°Cbattery,40°Cpayload and27°Ccabin limits. These limits are study targets, not disclosed Vast limits. A larger panel is useful but does not close the architecture. Heat loads, interfaces, coating and radiator orientation need further trade studies. Curves use every12th10ssaved sample, retaining start/end. Reported extrema use allsaved samples.</a:t>
            </a:r>
          </a:p>
          <a:p xmlns:a="http://schemas.openxmlformats.org/drawingml/2006/main">
            <a:r>
              <a:t/>
            </a:r>
          </a:p>
          <a:p xmlns:a="http://schemas.openxmlformats.org/drawingml/2006/main">
            <a:r>
              <a:t>Sources and method</a:t>
            </a:r>
          </a:p>
          <a:p xmlns:a="http://schemas.openxmlformats.org/drawingml/2006/main">
            <a:r>
              <a:t>/Users/reza/Library/Mobile Documents/com~apple~CloudDocs/Khani Workspace/Projects/Vast Haven-1 Thermal Study/Stage-02-Initial-Analysis-R1/analysis/system-thermal/data/baseline.csv</a:t>
            </a:r>
          </a:p>
          <a:p xmlns:a="http://schemas.openxmlformats.org/drawingml/2006/main">
            <a:r>
              <a:t>/Users/reza/Library/Mobile Documents/com~apple~CloudDocs/Khani Workspace/Projects/Vast Haven-1 Thermal Study/Stage-02-Initial-Analysis-R1/analysis/system-thermal/data/larger_radiator.csv</a:t>
            </a:r>
          </a:p>
          <a:p xmlns:a="http://schemas.openxmlformats.org/drawingml/2006/main">
            <a:r>
              <a:t>/Users/reza/Library/Mobile Documents/com~apple~CloudDocs/Khani Workspace/Projects/Vast Haven-1 Thermal Study/Stage-02-Initial-Analysis-R1/analysis/system-thermal/summary.json</a:t>
            </a:r>
          </a:p>
          <a:p xmlns:a="http://schemas.openxmlformats.org/drawingml/2006/main">
            <a:r>
              <a:t/>
            </a:r>
          </a:p>
          <a:p xmlns:a="http://schemas.openxmlformats.org/drawingml/2006/main">
            <a:r>
              <a:t>Study scope: independent public-reference interview demonstration. Internal packaging, thermal hardware, materials, properties, power maps and numerical limits include analyst assumptions. This work is not Vast manufacturing CAD, validated vehicle performance, actual employment at Vast or flight qualification. The system, local FEM and local CFD models are separate first-round models. Zero physical tests have been performed in this study.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a matched low-duty/cold-environment comparison. Both cases use10m²radiator,0.5equipment load scale and0.8absorbed environment scale. Those scalings are illustrative and not a worst-case mission definition. The fixed case retains600W/K coolant–radiator conductance. The bypass case modulates10–600W/K with coolant14–22°C. Reducing the connection retains useful internal heat rather than continuously replacing rejected heat with heaters. The control is algebraic with no delay or detailed valve/hydraulic model. The cold-bypass case meets the assigned thermal targets in the final orbit, but this does not qualify it across actual vehicle operating cases.</a:t>
            </a:r>
          </a:p>
          <a:p xmlns:a="http://schemas.openxmlformats.org/drawingml/2006/main">
            <a:r>
              <a:t/>
            </a:r>
          </a:p>
          <a:p xmlns:a="http://schemas.openxmlformats.org/drawingml/2006/main">
            <a:r>
              <a:t>Sources and method</a:t>
            </a:r>
          </a:p>
          <a:p xmlns:a="http://schemas.openxmlformats.org/drawingml/2006/main">
            <a:r>
              <a:t>/Users/reza/Library/Mobile Documents/com~apple~CloudDocs/Khani Workspace/Projects/Vast Haven-1 Thermal Study/Stage-02-Initial-Analysis-R1/analysis/system-thermal/data/cold_fixed.csv</a:t>
            </a:r>
          </a:p>
          <a:p xmlns:a="http://schemas.openxmlformats.org/drawingml/2006/main">
            <a:r>
              <a:t>/Users/reza/Library/Mobile Documents/com~apple~CloudDocs/Khani Workspace/Projects/Vast Haven-1 Thermal Study/Stage-02-Initial-Analysis-R1/analysis/system-thermal/data/cold_bypass.csv</a:t>
            </a:r>
          </a:p>
          <a:p xmlns:a="http://schemas.openxmlformats.org/drawingml/2006/main">
            <a:r>
              <a:t>/Users/reza/Library/Mobile Documents/com~apple~CloudDocs/Khani Workspace/Projects/Vast Haven-1 Thermal Study/Stage-02-Initial-Analysis-R1/analysis/system-thermal/inputs.json</a:t>
            </a:r>
          </a:p>
          <a:p xmlns:a="http://schemas.openxmlformats.org/drawingml/2006/main">
            <a:r>
              <a:t>/Users/reza/Library/Mobile Documents/com~apple~CloudDocs/Khani Workspace/Projects/Vast Haven-1 Thermal Study/Stage-02-Initial-Analysis-R1/analysis/system-thermal/summary.json</a:t>
            </a:r>
          </a:p>
          <a:p xmlns:a="http://schemas.openxmlformats.org/drawingml/2006/main">
            <a:r>
              <a:t/>
            </a:r>
          </a:p>
          <a:p xmlns:a="http://schemas.openxmlformats.org/drawingml/2006/main">
            <a:r>
              <a:t>Study scope: independent public-reference interview demonstration. Internal packaging, thermal hardware, materials, properties, power maps and numerical limits include analyst assumptions. This work is not Vast manufacturing CAD, validated vehicle performance, actual employment at Vast or flight qualification. The system, local FEM and local CFD models are separate first-round models. Zero physical tests have been performed in this study.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energy comparison uses the same cold-case hardware and loads except coolant–radiator control. The fixed link consumes8.96684kWh of heater energy over24h, with466.08Wpeak heater demand. Bypass consumes0kWh in this particular nominal example. Zero is conditional on the assigned initial temperature, loads and environment. It does not justify deleting flight heaters. Battery SOC in both cold cases reflects 7.2 kW available solar power in sun, 15 kWh capacity, 80% initial SOC, 95% charge/discharge efficiencies and charge curtailment. Nominal available sun power is 9 kW before the 0.8 environment scale. Thermal and electrical energy ledgers are explicit, including dissipated battery losses. Electrical and thermal accounting must be tested separately against physical power maps.</a:t>
            </a:r>
          </a:p>
          <a:p xmlns:a="http://schemas.openxmlformats.org/drawingml/2006/main">
            <a:r>
              <a:t/>
            </a:r>
          </a:p>
          <a:p xmlns:a="http://schemas.openxmlformats.org/drawingml/2006/main">
            <a:r>
              <a:t>Sources and method</a:t>
            </a:r>
          </a:p>
          <a:p xmlns:a="http://schemas.openxmlformats.org/drawingml/2006/main">
            <a:r>
              <a:t>/Users/reza/Library/Mobile Documents/com~apple~CloudDocs/Khani Workspace/Projects/Vast Haven-1 Thermal Study/Stage-02-Initial-Analysis-R1/analysis/system-thermal/data/cold_fixed.csv</a:t>
            </a:r>
          </a:p>
          <a:p xmlns:a="http://schemas.openxmlformats.org/drawingml/2006/main">
            <a:r>
              <a:t>/Users/reza/Library/Mobile Documents/com~apple~CloudDocs/Khani Workspace/Projects/Vast Haven-1 Thermal Study/Stage-02-Initial-Analysis-R1/analysis/system-thermal/data/cold_bypass.csv</a:t>
            </a:r>
          </a:p>
          <a:p xmlns:a="http://schemas.openxmlformats.org/drawingml/2006/main">
            <a:r>
              <a:t>/Users/reza/Library/Mobile Documents/com~apple~CloudDocs/Khani Workspace/Projects/Vast Haven-1 Thermal Study/Stage-02-Initial-Analysis-R1/analysis/system-thermal/summary.json</a:t>
            </a:r>
          </a:p>
          <a:p xmlns:a="http://schemas.openxmlformats.org/drawingml/2006/main">
            <a:r>
              <a:t/>
            </a:r>
          </a:p>
          <a:p xmlns:a="http://schemas.openxmlformats.org/drawingml/2006/main">
            <a:r>
              <a:t>Study scope: independent public-reference interview demonstration. Internal packaging, thermal hardware, materials, properties, power maps and numerical limits include analyst assumptions. This work is not Vast manufacturing CAD, validated vehicle performance, actual employment at Vast or flight qualification. The system, local FEM and local CFD models are separate first-round models. Zero physical tests have been performed in this study.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custom SciPy solver assembles three-dimensional linear tetrahedral thermal finite elements for an assumed Al-like300×200×6mmpanel. The80Wload and20°Ccoolant boundary are imposed study inputs. The comparison changes contact conductance500to2000W/m²K while preserving geometry, load and material properties. Peak temperature falls46.5885to40.0597°C. Better contact reduces the temperature drop into the sink and improves spreading. This is not a detailed electronics or semiconductor-junction model, not actual Vast hardware and not a FreeCAD/CalculiX solved analysis. The source and mesh are provided. Detailed TIM compression, bolt pattern, anisotropy and measured properties remain needed.</a:t>
            </a:r>
          </a:p>
          <a:p xmlns:a="http://schemas.openxmlformats.org/drawingml/2006/main">
            <a:r>
              <a:t/>
            </a:r>
          </a:p>
          <a:p xmlns:a="http://schemas.openxmlformats.org/drawingml/2006/main">
            <a:r>
              <a:t>Sources and method</a:t>
            </a:r>
          </a:p>
          <a:p xmlns:a="http://schemas.openxmlformats.org/drawingml/2006/main">
            <a:r>
              <a:t>/Users/reza/Library/Mobile Documents/com~apple~CloudDocs/Khani Workspace/Projects/Vast Haven-1 Thermal Study/Stage-02-Initial-Analysis-R1/analysis/local-multiphysics/fea/summary.json</a:t>
            </a:r>
          </a:p>
          <a:p xmlns:a="http://schemas.openxmlformats.org/drawingml/2006/main">
            <a:r>
              <a:t>/Users/reza/Library/Mobile Documents/com~apple~CloudDocs/Khani Workspace/Projects/Vast Haven-1 Thermal Study/Stage-02-Initial-Analysis-R1/analysis/local-multiphysics/scripts/solve_fem.py</a:t>
            </a:r>
          </a:p>
          <a:p xmlns:a="http://schemas.openxmlformats.org/drawingml/2006/main">
            <a:r>
              <a:t>/Users/reza/Library/Mobile Documents/com~apple~CloudDocs/Khani Workspace/Projects/Vast Haven-1 Thermal Study/Stage-02-Initial-Analysis-R1/analysis/local-multiphysics/report.md</a:t>
            </a:r>
          </a:p>
          <a:p xmlns:a="http://schemas.openxmlformats.org/drawingml/2006/main">
            <a:r>
              <a:t/>
            </a:r>
          </a:p>
          <a:p xmlns:a="http://schemas.openxmlformats.org/drawingml/2006/main">
            <a:r>
              <a:t>Study scope: independent public-reference interview demonstration. Internal packaging, thermal hardware, materials, properties, power maps and numerical limits include analyst assumptions. This work is not Vast manufacturing CAD, validated vehicle performance, actual employment at Vast or flight qualification. The system, local FEM and local CFD models are separate first-round models. Zero physical tests have been performed in this study.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Both restraint cases use exactly the baseline80Wpanel temperature field. Linear-elastic tetrahedral FEM uses an assumed isotropic Al-like material and a stated stress-free reference temperature. Both-end clamping restricts thermal expansion and gives57.2501MPapeak/33.11498MPa95th-percentile stress with0.06392mmmaxmovement. The sliding restraint permits expansion and gives13.0054MPapeak/8.50906MPa95th-percentile stress with0.119579mmmovement. A lower stress trades against more displacement. Constraint peaks and mesh sensitivity need scrutiny, so the95th percentile is shown alongside the maximum. This is an interface screening example, not a launch-load, pressure-vessel, fastener, fatigue or certification analysis. Fastener/preload/contact and real allowable stresses remain unallocated.</a:t>
            </a:r>
          </a:p>
          <a:p xmlns:a="http://schemas.openxmlformats.org/drawingml/2006/main">
            <a:r>
              <a:t/>
            </a:r>
          </a:p>
          <a:p xmlns:a="http://schemas.openxmlformats.org/drawingml/2006/main">
            <a:r>
              <a:t>Sources and method</a:t>
            </a:r>
          </a:p>
          <a:p xmlns:a="http://schemas.openxmlformats.org/drawingml/2006/main">
            <a:r>
              <a:t>/Users/reza/Library/Mobile Documents/com~apple~CloudDocs/Khani Workspace/Projects/Vast Haven-1 Thermal Study/Stage-02-Initial-Analysis-R1/analysis/local-multiphysics/fea/summary.json</a:t>
            </a:r>
          </a:p>
          <a:p xmlns:a="http://schemas.openxmlformats.org/drawingml/2006/main">
            <a:r>
              <a:t>/Users/reza/Library/Mobile Documents/com~apple~CloudDocs/Khani Workspace/Projects/Vast Haven-1 Thermal Study/Stage-02-Initial-Analysis-R1/analysis/local-multiphysics/report.md</a:t>
            </a:r>
          </a:p>
          <a:p xmlns:a="http://schemas.openxmlformats.org/drawingml/2006/main">
            <a:r>
              <a:t/>
            </a:r>
          </a:p>
          <a:p xmlns:a="http://schemas.openxmlformats.org/drawingml/2006/main">
            <a:r>
              <a:t>Study scope: independent public-reference interview demonstration. Internal packaging, thermal hardware, materials, properties, power maps and numerical limits include analyst assumptions. This work is not Vast manufacturing CAD, validated vehicle performance, actual employment at Vast or flight qualification. The system, local FEM and local CFD models are separate first-round models. Zero physical tests have been performed in this study.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OpenFOAM buoyantBoussinesqSimpleFoam solves a pressurized1.6×0.8×0.8mbay with a0.4×0.4×0.04melectronics obstruction. Gravity iszero, so buoyancy is absent despite the solver family name. The inlet isuniform0.02or0.04m/s and outlet gauge pressure iszero. No-slip walls and constant-property air withlaminar transport form a screening assumption. The obstruction receives2W over0.224m². This is an intentionally independent low-power demonstration, not the600Wsystem-avionics load or80Wpanel model. The Reynolds numbers and transition/mixing sensitivity must be reviewed before realistic fan design. Velocity maps and streamlines interpolate the saved cell results onto a central plane and are not additional solver cells.</a:t>
            </a:r>
          </a:p>
          <a:p xmlns:a="http://schemas.openxmlformats.org/drawingml/2006/main">
            <a:r>
              <a:t/>
            </a:r>
          </a:p>
          <a:p xmlns:a="http://schemas.openxmlformats.org/drawingml/2006/main">
            <a:r>
              <a:t>Sources and method</a:t>
            </a:r>
          </a:p>
          <a:p xmlns:a="http://schemas.openxmlformats.org/drawingml/2006/main">
            <a:r>
              <a:t>/Users/reza/Library/Mobile Documents/com~apple~CloudDocs/Khani Workspace/Projects/Vast Haven-1 Thermal Study/Stage-02-Initial-Analysis-R1/analysis/local-multiphysics/scripts/build_cfd.py</a:t>
            </a:r>
          </a:p>
          <a:p xmlns:a="http://schemas.openxmlformats.org/drawingml/2006/main">
            <a:r>
              <a:t>/Users/reza/Library/Mobile Documents/com~apple~CloudDocs/Khani Workspace/Projects/Vast Haven-1 Thermal Study/Stage-02-Initial-Analysis-R1/analysis/local-multiphysics/cfd-flatpanel/summary.json</a:t>
            </a:r>
          </a:p>
          <a:p xmlns:a="http://schemas.openxmlformats.org/drawingml/2006/main">
            <a:r>
              <a:t>/Users/reza/Library/Mobile Documents/com~apple~CloudDocs/Khani Workspace/Projects/Vast Haven-1 Thermal Study/Stage-02-Initial-Analysis-R1/analysis/local-multiphysics/report.md</a:t>
            </a:r>
          </a:p>
          <a:p xmlns:a="http://schemas.openxmlformats.org/drawingml/2006/main">
            <a:r>
              <a:t/>
            </a:r>
          </a:p>
          <a:p xmlns:a="http://schemas.openxmlformats.org/drawingml/2006/main">
            <a:r>
              <a:t>Study scope: independent public-reference interview demonstration. Internal packaging, thermal hardware, materials, properties, power maps and numerical limits include analyst assumptions. This work is not Vast manufacturing CAD, validated vehicle performance, actual employment at Vast or flight qualification. The system, local FEM and local CFD models are separate first-round models. Zero physical tests have been performed in this study.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matched comparison doubles inlet speed and holds the2Wsurface heat and20°Cinlet temperature fixed. The table uses saved OpenFOAM results rather than estimating a fan characteristic. The pressure drop and volume flow define fluid power only. Electrical fan power also requires a fan curve and efficiency. The air-cell maximum is not the solid-device temperature. The heater-area-average boundary temperature is a separate wall quantity. The outlet mass-weighted temperature and imposed heat provide an energy-balance check. The low-power laminar example does not establish full-cabin comfort, contaminant removal, flight ventilation performance or actual fan hardware.</a:t>
            </a:r>
          </a:p>
          <a:p xmlns:a="http://schemas.openxmlformats.org/drawingml/2006/main">
            <a:r>
              <a:t/>
            </a:r>
          </a:p>
          <a:p xmlns:a="http://schemas.openxmlformats.org/drawingml/2006/main">
            <a:r>
              <a:t>Sources and method</a:t>
            </a:r>
          </a:p>
          <a:p xmlns:a="http://schemas.openxmlformats.org/drawingml/2006/main">
            <a:r>
              <a:t>/Users/reza/Library/Mobile Documents/com~apple~CloudDocs/Khani Workspace/Projects/Vast Haven-1 Thermal Study/Stage-02-Initial-Analysis-R1/analysis/local-multiphysics/cfd-flatpanel/summary.json</a:t>
            </a:r>
          </a:p>
          <a:p xmlns:a="http://schemas.openxmlformats.org/drawingml/2006/main">
            <a:r>
              <a:t>/Users/reza/Library/Mobile Documents/com~apple~CloudDocs/Khani Workspace/Projects/Vast Haven-1 Thermal Study/Stage-02-Initial-Analysis-R1/analysis/local-multiphysics/report.md</a:t>
            </a:r>
          </a:p>
          <a:p xmlns:a="http://schemas.openxmlformats.org/drawingml/2006/main">
            <a:r>
              <a:t/>
            </a:r>
          </a:p>
          <a:p xmlns:a="http://schemas.openxmlformats.org/drawingml/2006/main">
            <a:r>
              <a:t>Study scope: independent public-reference interview demonstration. Internal packaging, thermal hardware, materials, properties, power maps and numerical limits include analyst assumptions. This work is not Vast manufacturing CAD, validated vehicle performance, actual employment at Vast or flight qualification. The system, local FEM and local CFD models are separate first-round models. Zero physical tests have been performed in this study.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Verification checks distinguish equation/numerical consistency from physical validation. The OpenModelica run has a matched5sversus10smaximum-step comparison and an integrated ODE energy ledger. The integrated ledger is an algebraic consistency identity, not independent physical validation. Event-aware exported-power quadrature gives0.018453kWhimbalance at10sversus0.004624kWhat5s. Pre/posteventrowsmustberetainedwhenintegratingpowerdiscontinuities. Local FEM includes mesh refinement, reaction heat and temperature-to-strain transfer, while CFD reports mesh checks, residuals, inlet/outlet mass balance and sensible-heat closure. Mesh-sensitive wall temperatures must remain flagged rather than presented as converged. Small global conservation errors do not prove correct local temperatures. Model inadequacy, unknown power maps, coating/contact data, view factors, airflow transition, sensor/control dynamics and physical testing remain open. Exact values and qualifications are in the native reports.</a:t>
            </a:r>
          </a:p>
          <a:p xmlns:a="http://schemas.openxmlformats.org/drawingml/2006/main">
            <a:r>
              <a:t/>
            </a:r>
          </a:p>
          <a:p xmlns:a="http://schemas.openxmlformats.org/drawingml/2006/main">
            <a:r>
              <a:t>Sources and method</a:t>
            </a:r>
          </a:p>
          <a:p xmlns:a="http://schemas.openxmlformats.org/drawingml/2006/main">
            <a:r>
              <a:t>/Users/reza/Library/Mobile Documents/com~apple~CloudDocs/Khani Workspace/Projects/Vast Haven-1 Thermal Study/Stage-02-Initial-Analysis-R1/analysis/system-thermal/summary.json</a:t>
            </a:r>
          </a:p>
          <a:p xmlns:a="http://schemas.openxmlformats.org/drawingml/2006/main">
            <a:r>
              <a:t>/Users/reza/Library/Mobile Documents/com~apple~CloudDocs/Khani Workspace/Projects/Vast Haven-1 Thermal Study/Stage-02-Initial-Analysis-R1/analysis/local-multiphysics/fea/summary.json</a:t>
            </a:r>
          </a:p>
          <a:p xmlns:a="http://schemas.openxmlformats.org/drawingml/2006/main">
            <a:r>
              <a:t>/Users/reza/Library/Mobile Documents/com~apple~CloudDocs/Khani Workspace/Projects/Vast Haven-1 Thermal Study/Stage-02-Initial-Analysis-R1/analysis/local-multiphysics/cfd-flatpanel/summary.json</a:t>
            </a:r>
          </a:p>
          <a:p xmlns:a="http://schemas.openxmlformats.org/drawingml/2006/main">
            <a:r>
              <a:t/>
            </a:r>
          </a:p>
          <a:p xmlns:a="http://schemas.openxmlformats.org/drawingml/2006/main">
            <a:r>
              <a:t>Study scope: independent public-reference interview demonstration. Internal packaging, thermal hardware, materials, properties, power maps and numerical limits include analyst assumptions. This work is not Vast manufacturing CAD, validated vehicle performance, actual employment at Vast or flight qualification. The system, local FEM and local CFD models are separate first-round models. Zero physical tests have been performed in this study.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capability matrix uses Vast’s public Staff Thermal Engineer posting as a reference for discussion. The exact principal-engineer interview requisition has not been supplied or verified, so this is not an exact job-requirement compliance matrix. I distinguish simulation examples, planned tests and unresolved evidence. The simulation package demonstrates my approach to architecture, analytical methods, coupled disciplines, trade studies, numerical checks and technical communication. Relevant real hardware experience should be discussed separately using substantiated employment evidence. This independent study does not imply prior work for Vast.</a:t>
            </a:r>
          </a:p>
          <a:p xmlns:a="http://schemas.openxmlformats.org/drawingml/2006/main">
            <a:r>
              <a:t/>
            </a:r>
          </a:p>
          <a:p xmlns:a="http://schemas.openxmlformats.org/drawingml/2006/main">
            <a:r>
              <a:t>Sources and method</a:t>
            </a:r>
          </a:p>
          <a:p xmlns:a="http://schemas.openxmlformats.org/drawingml/2006/main">
            <a:r>
              <a:t>https://job-boards.greenhouse.io/vast/jobs/4690307006</a:t>
            </a:r>
          </a:p>
          <a:p xmlns:a="http://schemas.openxmlformats.org/drawingml/2006/main">
            <a:r>
              <a:t>https://khanisolutions.com/AISolutions/vast-haven-thermal.html#evidence</a:t>
            </a:r>
          </a:p>
          <a:p xmlns:a="http://schemas.openxmlformats.org/drawingml/2006/main">
            <a:r>
              <a:t/>
            </a:r>
          </a:p>
          <a:p xmlns:a="http://schemas.openxmlformats.org/drawingml/2006/main">
            <a:r>
              <a:t>Study scope: independent public-reference interview demonstration. Internal packaging, thermal hardware, materials, properties, power maps and numerical limits include analyst assumptions. This work is not Vast manufacturing CAD, validated vehicle performance, actual employment at Vast or flight qualification. The system, local FEM and local CFD models are separate first-round models. Zero physical tests have been performed in this study.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 would first build a representative instrumented article with approved materials and repeatable interfaces. Calibrated sensors, individual power channels, coolant/air flow, inlet/sink boundaries and chamber wall conditions define the thermal balance. Interface coupons vary preload and reassembly to quantify contact uncertainty. Vacuum-exposed hardware receives applicable TVAC/thermal-balance tests, while the pressurized cabin bay requires controlled gas/coolant boundaries. Correlation calibrates a bounded parameter set against one dataset, freezes it and predicts held-out cases. Thermal cycling, cold-start, heater/control delays and guarded faults then test recovery and independent protection. Test levels, qualification margins and standards require the actual program authority. No physical measurements or chamber tests have been performed here.</a:t>
            </a:r>
          </a:p>
          <a:p xmlns:a="http://schemas.openxmlformats.org/drawingml/2006/main">
            <a:r>
              <a:t/>
            </a:r>
          </a:p>
          <a:p xmlns:a="http://schemas.openxmlformats.org/drawingml/2006/main">
            <a:r>
              <a:t>Sources and method</a:t>
            </a:r>
          </a:p>
          <a:p xmlns:a="http://schemas.openxmlformats.org/drawingml/2006/main">
            <a:r>
              <a:t>https://khanisolutions.com/AISolutions/vast-haven-thermal.html#validation</a:t>
            </a:r>
          </a:p>
          <a:p xmlns:a="http://schemas.openxmlformats.org/drawingml/2006/main">
            <a:r>
              <a:t>/Users/reza/Library/Mobile Documents/com~apple~CloudDocs/Khani Workspace/Projects/Vast Haven-1 Thermal Study/Stage-01-CAD-R1/sources/thermal-coverage-matrix.md</a:t>
            </a:r>
          </a:p>
          <a:p xmlns:a="http://schemas.openxmlformats.org/drawingml/2006/main">
            <a:r>
              <a:t/>
            </a:r>
          </a:p>
          <a:p xmlns:a="http://schemas.openxmlformats.org/drawingml/2006/main">
            <a:r>
              <a:t>Study scope: independent public-reference interview demonstration. Internal packaging, thermal hardware, materials, properties, power maps and numerical limits include analyst assumptions. This work is not Vast manufacturing CAD, validated vehicle performance, actual employment at Vast or flight qualification. The system, local FEM and local CFD models are separate first-round models. Zero physical tests have been performed in this study.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round provides a focused roadmap rather than a declaration of an optimized spacecraft. Next thermal work should include actual hot/cold attitude cases, albedo and solar array shadowing, geometric radiation view factors, coating degradation, true power maps and radiator/interface uncertainty. Active-control work needs pump curves, branch pressure losses, valve dynamics, sensor lag, fail positions, independent protection and energy reserve. Local analysis needs ECAD/detail, measured anisotropic materials, fasteners/preload/contact and actual structural load cases. CFD needs realistic fan curves, inlet/outlet design, transition/turbulence and ventilation/contaminant constraints. Only then should calibrated local models feed reductions back into the mission model.</a:t>
            </a:r>
          </a:p>
          <a:p xmlns:a="http://schemas.openxmlformats.org/drawingml/2006/main">
            <a:r>
              <a:t/>
            </a:r>
          </a:p>
          <a:p xmlns:a="http://schemas.openxmlformats.org/drawingml/2006/main">
            <a:r>
              <a:t>Sources and method</a:t>
            </a:r>
          </a:p>
          <a:p xmlns:a="http://schemas.openxmlformats.org/drawingml/2006/main">
            <a:r>
              <a:t>https://khanisolutions.com/AISolutions/vast-haven-thermal.html#system</a:t>
            </a:r>
          </a:p>
          <a:p xmlns:a="http://schemas.openxmlformats.org/drawingml/2006/main">
            <a:r>
              <a:t>https://khanisolutions.com/AISolutions/vast-haven-thermal.html#local</a:t>
            </a:r>
          </a:p>
          <a:p xmlns:a="http://schemas.openxmlformats.org/drawingml/2006/main">
            <a:r>
              <a:t>https://khanisolutions.com/AISolutions/vast-haven-thermal.html#cfd</a:t>
            </a:r>
          </a:p>
          <a:p xmlns:a="http://schemas.openxmlformats.org/drawingml/2006/main">
            <a:r>
              <a:t>https://khanisolutions.com/AISolutions/vast-haven-thermal.html#validation</a:t>
            </a:r>
          </a:p>
          <a:p xmlns:a="http://schemas.openxmlformats.org/drawingml/2006/main">
            <a:r>
              <a:t/>
            </a:r>
          </a:p>
          <a:p xmlns:a="http://schemas.openxmlformats.org/drawingml/2006/main">
            <a:r>
              <a:t>Study scope: independent public-reference interview demonstration. Internal packaging, thermal hardware, materials, properties, power maps and numerical limits include analyst assumptions. This work is not Vast manufacturing CAD, validated vehicle performance, actual employment at Vast or flight qualification. The system, local FEM and local CFD models are separate first-round models. Zero physical tests have been performed in this study.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these links to navigate the engineering discussion without scrolling through the full website. Each main slide also links to its detailed evidence. The downloadable package preserves the public-reference CAD, assembly animation, native Modelica source, full-resolution solver data, finite-element/CFD scripts and reports. The website shows selected saved data rather than launching a new solver run. I would extend the package around the exact requisition, approved hardware inputs and program review priorities.</a:t>
            </a:r>
          </a:p>
          <a:p xmlns:a="http://schemas.openxmlformats.org/drawingml/2006/main">
            <a:r>
              <a:t/>
            </a:r>
          </a:p>
          <a:p xmlns:a="http://schemas.openxmlformats.org/drawingml/2006/main">
            <a:r>
              <a:t>Sources and method</a:t>
            </a:r>
          </a:p>
          <a:p xmlns:a="http://schemas.openxmlformats.org/drawingml/2006/main">
            <a:r>
              <a:t>https://khanisolutions.com/AISolutions/vast-haven-thermal.html</a:t>
            </a:r>
          </a:p>
          <a:p xmlns:a="http://schemas.openxmlformats.org/drawingml/2006/main">
            <a:r>
              <a:t>https://job-boards.greenhouse.io/vast/jobs/4690307006</a:t>
            </a:r>
          </a:p>
          <a:p xmlns:a="http://schemas.openxmlformats.org/drawingml/2006/main">
            <a:r>
              <a:t/>
            </a:r>
          </a:p>
          <a:p xmlns:a="http://schemas.openxmlformats.org/drawingml/2006/main">
            <a:r>
              <a:t>Study scope: independent public-reference interview demonstration. Internal packaging, thermal hardware, materials, properties, power maps and numerical limits include analyst assumptions. This work is not Vast manufacturing CAD, validated vehicle performance, actual employment at Vast or flight qualification. The system, local FEM and local CFD models are separate first-round models. Zero physical tests have been performed in this study.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202c34e4cead47a8"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f54c0104adc345eb"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1047e585406f4546"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c20340c85f7d4a01"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bec4c32a96ea46e3"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223bba273139479f"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F4AFB85-945E-4013-88B4-F53DFE218D7B}"/>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3C3EE48C-430E-48AD-B158-BDC761794703}"/>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9002C105-DDFE-4F81-98BF-E52F589A197A}"/>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5DD6819-0B16-401B-B645-80D577A6D7F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61CE8942-EC53-47B6-BD9E-2E7EE7C73233}"/>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91D40989-D0AF-4C6D-9AEE-431304F16C33}"/>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E5FA80BD-EF0F-447F-A143-8B1F38E51EC3}"/>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31E602D6-8177-4F52-B56B-1861E7C5A1FC}"/>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FAE2B5B-BFC4-4897-84F4-C8E013280922}"/>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571BF3BB-57AF-493F-8B1B-CCC33BB5D9D4}"/>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53a7d200ee2d4143" /><Relationship Type="http://schemas.openxmlformats.org/officeDocument/2006/relationships/slideLayout" Target="/ppt/slideLayouts/slideLayout1.xml" Id="R7511d0f8cb304e01" /><Relationship Type="http://schemas.openxmlformats.org/officeDocument/2006/relationships/slideLayout" Target="/ppt/slideLayouts/slideLayout2.xml" Id="Re450c4565e1e47d1" /><Relationship Type="http://schemas.openxmlformats.org/officeDocument/2006/relationships/slideLayout" Target="/ppt/slideLayouts/slideLayout3.xml" Id="Reb37ce8861b54d6a" /><Relationship Type="http://schemas.openxmlformats.org/officeDocument/2006/relationships/slideLayout" Target="/ppt/slideLayouts/slideLayout4.xml" Id="R4eca5ab09cad4080" /><Relationship Type="http://schemas.openxmlformats.org/officeDocument/2006/relationships/slideLayout" Target="/ppt/slideLayouts/slideLayout5.xml" Id="Rd5b970a05c544bb8" /><Relationship Type="http://schemas.openxmlformats.org/officeDocument/2006/relationships/slideLayout" Target="/ppt/slideLayouts/slideLayout6.xml" Id="Rb1412bf9fac34607"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7511d0f8cb304e01"/>
    <p:sldLayoutId xmlns:r="http://schemas.openxmlformats.org/officeDocument/2006/relationships" id="2147483650" r:id="Re450c4565e1e47d1"/>
    <p:sldLayoutId xmlns:r="http://schemas.openxmlformats.org/officeDocument/2006/relationships" id="2147483651" r:id="Reb37ce8861b54d6a"/>
    <p:sldLayoutId xmlns:r="http://schemas.openxmlformats.org/officeDocument/2006/relationships" id="2147483652" r:id="R4eca5ab09cad4080"/>
    <p:sldLayoutId xmlns:r="http://schemas.openxmlformats.org/officeDocument/2006/relationships" id="2147483653" r:id="Rd5b970a05c544bb8"/>
    <p:sldLayoutId xmlns:r="http://schemas.openxmlformats.org/officeDocument/2006/relationships" id="2147483654" r:id="Rb1412bf9fac34607"/>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
        <a:cs typeface=""/>
      </a:majorFont>
      <a:minorFont>
        <a:latin typeface="Arial"/>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47cea5fe7f134c62" /><Relationship Type="http://schemas.openxmlformats.org/officeDocument/2006/relationships/image" Target="/ppt/media/image.png" Id="R97e5611a3777438a" /><Relationship Type="http://schemas.openxmlformats.org/officeDocument/2006/relationships/hyperlink" Target="https://khanisolutions.com/AISolutions/vast-haven-thermal.html" TargetMode="External" Id="Rbb6f6c5a27f2416d" /><Relationship Type="http://schemas.openxmlformats.org/officeDocument/2006/relationships/notesSlide" Target="/ppt/notesSlides/notesSlide1.xml" Id="R78d2fd90ba424229"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3bba134308ba40af" /><Relationship Type="http://schemas.openxmlformats.org/officeDocument/2006/relationships/hyperlink" Target="https://khanisolutions.com/AISolutions/vast-haven-thermal.html#basis" TargetMode="External" Id="Raf61d75deb364286" /><Relationship Type="http://schemas.openxmlformats.org/officeDocument/2006/relationships/image" Target="/ppt/media/image.jpeg" Id="Rad49ce5f6f86444a" /><Relationship Type="http://schemas.openxmlformats.org/officeDocument/2006/relationships/notesSlide" Target="/ppt/notesSlides/notesSlide2.xml" Id="Rc648eb5d76584fa2" /></Relationships>
</file>

<file path=ppt/slides/_rels/slide3.xml.rels><?xml version='1.0' encoding='utf-8' standalone='yes'?>
<Relationships xmlns="http://schemas.openxmlformats.org/package/2006/relationships"><Relationship Type="http://schemas.openxmlformats.org/officeDocument/2006/relationships/slideLayout" Target="/ppt/slideLayouts/slideLayout6.xml" Id="R21da9ff3952248e4"/><Relationship Type="http://schemas.openxmlformats.org/officeDocument/2006/relationships/hyperlink" Target="https://khanisolutions.com/AISolutions/vast-haven-thermal.html#assembly" TargetMode="External" Id="R5e33783923914234"/><Relationship Type="http://schemas.openxmlformats.org/officeDocument/2006/relationships/image" Target="/ppt/media/image2.jpeg" Id="Rb407450c93084571"/><Relationship Type="http://schemas.openxmlformats.org/officeDocument/2006/relationships/notesSlide" Target="/ppt/notesSlides/notesSlide3.xml" Id="R04487e6a0b604d99"/><Relationship Id="rIdHavenVideo" Type="http://schemas.openxmlformats.org/officeDocument/2006/relationships/video" Target="../media/Haven1_Assembly.mp4"/><Relationship Id="rIdHavenMedia" Type="http://schemas.microsoft.com/office/2007/relationships/media" Target="../media/Haven1_Assembly.mp4"/></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a4002691f50d41e1" /><Relationship Type="http://schemas.openxmlformats.org/officeDocument/2006/relationships/hyperlink" Target="https://khanisolutions.com/AISolutions/vast-haven-thermal.html#cad" TargetMode="External" Id="R162cfd5b806a4530" /><Relationship Type="http://schemas.openxmlformats.org/officeDocument/2006/relationships/image" Target="/ppt/media/image2.png" Id="R646cde5b47324a68" /><Relationship Type="http://schemas.openxmlformats.org/officeDocument/2006/relationships/notesSlide" Target="/ppt/notesSlides/notesSlide4.xml" Id="R2a21888487e149c3"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3f2545a7e10a4f1d" /><Relationship Type="http://schemas.openxmlformats.org/officeDocument/2006/relationships/hyperlink" Target="https://khanisolutions.com/AISolutions/vast-haven-thermal.html#basis" TargetMode="External" Id="Rda2b6f7c5b914a47" /><Relationship Type="http://schemas.openxmlformats.org/officeDocument/2006/relationships/notesSlide" Target="/ppt/notesSlides/notesSlide5.xml" Id="R402bfbc623924dee"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b858f9b82a164dae" /><Relationship Type="http://schemas.openxmlformats.org/officeDocument/2006/relationships/hyperlink" Target="https://khanisolutions.com/AISolutions/vast-haven-thermal.html#system" TargetMode="External" Id="Rc2551c0d71294b86" /><Relationship Type="http://schemas.openxmlformats.org/officeDocument/2006/relationships/notesSlide" Target="/ppt/notesSlides/notesSlide6.xml" Id="Rc84c7c7664194be0"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26c4c1f6cb0f4d3b" /><Relationship Type="http://schemas.openxmlformats.org/officeDocument/2006/relationships/hyperlink" Target="https://khanisolutions.com/AISolutions/vast-haven-thermal.html#system" TargetMode="External" Id="Rf94433cb7f2149e7" /><Relationship Type="http://schemas.openxmlformats.org/officeDocument/2006/relationships/chart" Target="/ppt/slides/charts/chart1.xml" Id="R7b6aa49a15ee4887" /><Relationship Type="http://schemas.openxmlformats.org/officeDocument/2006/relationships/notesSlide" Target="/ppt/notesSlides/notesSlide7.xml" Id="R20d311043a814075"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3bf0810432634682" /><Relationship Type="http://schemas.openxmlformats.org/officeDocument/2006/relationships/hyperlink" Target="https://khanisolutions.com/AISolutions/vast-haven-thermal.html#system" TargetMode="External" Id="R40000714ee2f4123" /><Relationship Type="http://schemas.openxmlformats.org/officeDocument/2006/relationships/chart" Target="/ppt/slides/charts/chart2.xml" Id="Rcbd53c1f78ec4557" /><Relationship Type="http://schemas.openxmlformats.org/officeDocument/2006/relationships/notesSlide" Target="/ppt/notesSlides/notesSlide8.xml" Id="Raa77880e8c8f4727"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b0012623e3694da1" /><Relationship Type="http://schemas.openxmlformats.org/officeDocument/2006/relationships/hyperlink" Target="https://khanisolutions.com/AISolutions/vast-haven-thermal.html#system" TargetMode="External" Id="R3b5e54e720574f4d" /><Relationship Type="http://schemas.openxmlformats.org/officeDocument/2006/relationships/chart" Target="/ppt/slides/charts/chart3.xml" Id="Rc78c9fbf650f4f91" /><Relationship Type="http://schemas.openxmlformats.org/officeDocument/2006/relationships/chart" Target="/ppt/slides/charts/chart4.xml" Id="R8fdc8901c23b467c" /><Relationship Type="http://schemas.openxmlformats.org/officeDocument/2006/relationships/notesSlide" Target="/ppt/notesSlides/notesSlide9.xml" Id="Rad89f7e8943a4954"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2f25916c284c4003" /><Relationship Type="http://schemas.openxmlformats.org/officeDocument/2006/relationships/hyperlink" Target="https://khanisolutions.com/AISolutions/vast-haven-thermal.html#local" TargetMode="External" Id="R83823292fd3d4042" /><Relationship Type="http://schemas.openxmlformats.org/officeDocument/2006/relationships/image" Target="/ppt/media/image3.png" Id="Reba4f69c94a947f5" /><Relationship Type="http://schemas.openxmlformats.org/officeDocument/2006/relationships/notesSlide" Target="/ppt/notesSlides/notesSlide10.xml" Id="Rf81204e289a442fa"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af46c31b9dc64e23" /><Relationship Type="http://schemas.openxmlformats.org/officeDocument/2006/relationships/hyperlink" Target="https://khanisolutions.com/AISolutions/vast-haven-thermal.html#local" TargetMode="External" Id="R1f09bffd20c84886" /><Relationship Type="http://schemas.openxmlformats.org/officeDocument/2006/relationships/image" Target="/ppt/media/image4.png" Id="Rd189993832854365" /><Relationship Type="http://schemas.openxmlformats.org/officeDocument/2006/relationships/notesSlide" Target="/ppt/notesSlides/notesSlide11.xml" Id="R33f95b4a2173490c"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8df92247dde84bbd" /><Relationship Type="http://schemas.openxmlformats.org/officeDocument/2006/relationships/hyperlink" Target="https://khanisolutions.com/AISolutions/vast-haven-thermal.html#cfd" TargetMode="External" Id="R5755f87bb52146c8" /><Relationship Type="http://schemas.openxmlformats.org/officeDocument/2006/relationships/image" Target="/ppt/media/image5.png" Id="R0e8262fc52a04a85" /><Relationship Type="http://schemas.openxmlformats.org/officeDocument/2006/relationships/notesSlide" Target="/ppt/notesSlides/notesSlide12.xml" Id="R8579f132b8c442f9"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323fb359149d450d" /><Relationship Type="http://schemas.openxmlformats.org/officeDocument/2006/relationships/hyperlink" Target="https://khanisolutions.com/AISolutions/vast-haven-thermal.html#cfd" TargetMode="External" Id="Rbc3039039d37464d" /><Relationship Type="http://schemas.openxmlformats.org/officeDocument/2006/relationships/image" Target="/ppt/media/image6.png" Id="R49b60d3a949b4a7b" /><Relationship Type="http://schemas.openxmlformats.org/officeDocument/2006/relationships/notesSlide" Target="/ppt/notesSlides/notesSlide13.xml" Id="Rca0f05ad7fce45ac"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1ccaad5c57664ed3" /><Relationship Type="http://schemas.openxmlformats.org/officeDocument/2006/relationships/hyperlink" Target="https://khanisolutions.com/AISolutions/vast-haven-thermal.html#downloads" TargetMode="External" Id="R995dc2e038ac4ced" /><Relationship Type="http://schemas.openxmlformats.org/officeDocument/2006/relationships/notesSlide" Target="/ppt/notesSlides/notesSlide14.xml" Id="R18d6f5e2d2a04340"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402e733d6ca04e93" /><Relationship Type="http://schemas.openxmlformats.org/officeDocument/2006/relationships/hyperlink" Target="https://khanisolutions.com/AISolutions/vast-haven-thermal.html#evidence" TargetMode="External" Id="Ra690921c032c4379" /><Relationship Type="http://schemas.openxmlformats.org/officeDocument/2006/relationships/notesSlide" Target="/ppt/notesSlides/notesSlide15.xml" Id="R786108fd1cbd4774"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6f80a5a2f72242f6" /><Relationship Type="http://schemas.openxmlformats.org/officeDocument/2006/relationships/hyperlink" Target="https://khanisolutions.com/AISolutions/vast-haven-thermal.html#validation" TargetMode="External" Id="Rb1d3122f227d4abc" /><Relationship Type="http://schemas.openxmlformats.org/officeDocument/2006/relationships/image" Target="/ppt/media/image7.png" Id="R011044019d4241c2" /><Relationship Type="http://schemas.openxmlformats.org/officeDocument/2006/relationships/notesSlide" Target="/ppt/notesSlides/notesSlide16.xml" Id="R813e812ac0ac4f28"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ab76ec7bf478499b" /><Relationship Type="http://schemas.openxmlformats.org/officeDocument/2006/relationships/hyperlink" Target="https://khanisolutions.com/AISolutions/vast-haven-thermal.html#validation" TargetMode="External" Id="R5229d21f0e324e4d" /><Relationship Type="http://schemas.openxmlformats.org/officeDocument/2006/relationships/notesSlide" Target="/ppt/notesSlides/notesSlide17.xml" Id="R4db171a5c4ae47f8"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c24b7d486202408e" /><Relationship Type="http://schemas.openxmlformats.org/officeDocument/2006/relationships/hyperlink" Target="https://khanisolutions.com/AISolutions/vast-haven-thermal.html#evidence" TargetMode="External" Id="R55f5eff380b146bd" /><Relationship Type="http://schemas.openxmlformats.org/officeDocument/2006/relationships/hyperlink" Target="https://khanisolutions.com/AISolutions/vast-haven-thermal.html#assembly" TargetMode="External" Id="R5cc37a5791fe4969" /><Relationship Type="http://schemas.openxmlformats.org/officeDocument/2006/relationships/hyperlink" Target="https://khanisolutions.com/AISolutions/vast-haven-thermal.html#basis" TargetMode="External" Id="R98d60f85b2dc4aba" /><Relationship Type="http://schemas.openxmlformats.org/officeDocument/2006/relationships/hyperlink" Target="https://khanisolutions.com/AISolutions/vast-haven-thermal.html#system" TargetMode="External" Id="Rc7c16c26fd744361" /><Relationship Type="http://schemas.openxmlformats.org/officeDocument/2006/relationships/hyperlink" Target="https://khanisolutions.com/AISolutions/vast-haven-thermal.html#local" TargetMode="External" Id="Ra3860f716fdf451d" /><Relationship Type="http://schemas.openxmlformats.org/officeDocument/2006/relationships/hyperlink" Target="https://khanisolutions.com/AISolutions/vast-haven-thermal.html#cfd" TargetMode="External" Id="R3e40aec7ff404e7a" /><Relationship Type="http://schemas.openxmlformats.org/officeDocument/2006/relationships/hyperlink" Target="https://khanisolutions.com/AISolutions/vast-haven-thermal.html#evidence" TargetMode="External" Id="Rff951fa6b1fe4fa5" /><Relationship Type="http://schemas.openxmlformats.org/officeDocument/2006/relationships/hyperlink" Target="https://khanisolutions.com/AISolutions/vast-haven-thermal.html#downloads" TargetMode="External" Id="R3a038be98e5f4964" /><Relationship Type="http://schemas.openxmlformats.org/officeDocument/2006/relationships/notesSlide" Target="/ppt/notesSlides/notesSlide18.xml" Id="Rd9381b269d0e4a23"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_rels/chart3.xml.rels><Relationships xmlns="http://schemas.openxmlformats.org/package/2006/relationships"><Relationship Id="rIdChartSnapshot1" Type="http://schemas.openxmlformats.org/officeDocument/2006/relationships/package" Target="../../embeddings/chart-data-snapshot-003.xlsx"/></Relationships>
</file>

<file path=ppt/slides/charts/_rels/chart4.xml.rels><Relationships xmlns="http://schemas.openxmlformats.org/package/2006/relationships"><Relationship Id="rIdChartSnapshot1" Type="http://schemas.openxmlformats.org/officeDocument/2006/relationships/package" Target="../../embeddings/chart-data-snapshot-004.xlsx"/></Relationships>
</file>

<file path=ppt/slides/charts/chart1.xml><?xml version="1.0" encoding="utf-8"?>
<c:chartSpace xmlns:c="http://schemas.openxmlformats.org/drawingml/2006/chart" xmlns:r="http://schemas.openxmlformats.org/officeDocument/2006/relationships">
  <c:lang val="en-US"/>
  <c:chart>
    <c:plotArea>
      <c:scatterChart>
        <c:scatterStyle val="line"/>
        <c:varyColors val="0"/>
        <c:ser>
          <c:idx val="0"/>
          <c:order val="0"/>
          <c:tx>
            <c:v>Avionics, 6 m²</c:v>
          </c:tx>
          <c:spPr>
            <a:ln xmlns:a="http://schemas.openxmlformats.org/drawingml/2006/main" w="23813">
              <a:solidFill>
                <a:srgbClr val="AD7A22"/>
              </a:solidFill>
            </a:ln>
          </c:spPr>
          <c:marker>
            <c:symbol val="none"/>
          </c:marker>
          <c:xVal>
            <c:numRef>
              <c:f>'Chart Data'!$A$2:$A$724</c:f>
              <c:numCache>
                <c:formatCode>General</c:formatCode>
                <c:ptCount val="723"/>
                <c:pt idx="0">
                  <c:v>0</c:v>
                </c:pt>
                <c:pt idx="1">
                  <c:v>0.0333333333333</c:v>
                </c:pt>
                <c:pt idx="2">
                  <c:v>0.0666666666667</c:v>
                </c:pt>
                <c:pt idx="3">
                  <c:v>0.1</c:v>
                </c:pt>
                <c:pt idx="4">
                  <c:v>0.133333333333</c:v>
                </c:pt>
                <c:pt idx="5">
                  <c:v>0.166666666667</c:v>
                </c:pt>
                <c:pt idx="6">
                  <c:v>0.2</c:v>
                </c:pt>
                <c:pt idx="7">
                  <c:v>0.233333333333</c:v>
                </c:pt>
                <c:pt idx="8">
                  <c:v>0.266666666667</c:v>
                </c:pt>
                <c:pt idx="9">
                  <c:v>0.3</c:v>
                </c:pt>
                <c:pt idx="10">
                  <c:v>0.333333333333</c:v>
                </c:pt>
                <c:pt idx="11">
                  <c:v>0.366666666667</c:v>
                </c:pt>
                <c:pt idx="12">
                  <c:v>0.4</c:v>
                </c:pt>
                <c:pt idx="13">
                  <c:v>0.433333333333</c:v>
                </c:pt>
                <c:pt idx="14">
                  <c:v>0.466666666667</c:v>
                </c:pt>
                <c:pt idx="15">
                  <c:v>0.5</c:v>
                </c:pt>
                <c:pt idx="16">
                  <c:v>0.533333333333</c:v>
                </c:pt>
                <c:pt idx="17">
                  <c:v>0.566666666667</c:v>
                </c:pt>
                <c:pt idx="18">
                  <c:v>0.6</c:v>
                </c:pt>
                <c:pt idx="19">
                  <c:v>0.633333333333</c:v>
                </c:pt>
                <c:pt idx="20">
                  <c:v>0.666666666667</c:v>
                </c:pt>
                <c:pt idx="21">
                  <c:v>0.7</c:v>
                </c:pt>
                <c:pt idx="22">
                  <c:v>0.733333333333</c:v>
                </c:pt>
                <c:pt idx="23">
                  <c:v>0.766666666667</c:v>
                </c:pt>
                <c:pt idx="24">
                  <c:v>0.8</c:v>
                </c:pt>
                <c:pt idx="25">
                  <c:v>0.833333333333</c:v>
                </c:pt>
                <c:pt idx="26">
                  <c:v>0.866666666667</c:v>
                </c:pt>
                <c:pt idx="27">
                  <c:v>0.9</c:v>
                </c:pt>
                <c:pt idx="28">
                  <c:v>0.933333333333</c:v>
                </c:pt>
                <c:pt idx="29">
                  <c:v>0.966666666667</c:v>
                </c:pt>
                <c:pt idx="30">
                  <c:v>1</c:v>
                </c:pt>
                <c:pt idx="31">
                  <c:v>1.03055555556</c:v>
                </c:pt>
                <c:pt idx="32">
                  <c:v>1.06388888889</c:v>
                </c:pt>
                <c:pt idx="33">
                  <c:v>1.09722222222</c:v>
                </c:pt>
                <c:pt idx="34">
                  <c:v>1.13055555556</c:v>
                </c:pt>
                <c:pt idx="35">
                  <c:v>1.16388888889</c:v>
                </c:pt>
                <c:pt idx="36">
                  <c:v>1.19722222222</c:v>
                </c:pt>
                <c:pt idx="37">
                  <c:v>1.23055555556</c:v>
                </c:pt>
                <c:pt idx="38">
                  <c:v>1.26388888889</c:v>
                </c:pt>
                <c:pt idx="39">
                  <c:v>1.29722222222</c:v>
                </c:pt>
                <c:pt idx="40">
                  <c:v>1.33055555556</c:v>
                </c:pt>
                <c:pt idx="41">
                  <c:v>1.36388888889</c:v>
                </c:pt>
                <c:pt idx="42">
                  <c:v>1.39722222222</c:v>
                </c:pt>
                <c:pt idx="43">
                  <c:v>1.43055555556</c:v>
                </c:pt>
                <c:pt idx="44">
                  <c:v>1.46388888889</c:v>
                </c:pt>
                <c:pt idx="45">
                  <c:v>1.49722222222</c:v>
                </c:pt>
                <c:pt idx="46">
                  <c:v>1.53055555556</c:v>
                </c:pt>
                <c:pt idx="47">
                  <c:v>1.56388888889</c:v>
                </c:pt>
                <c:pt idx="48">
                  <c:v>1.59722222222</c:v>
                </c:pt>
                <c:pt idx="49">
                  <c:v>1.63055555556</c:v>
                </c:pt>
                <c:pt idx="50">
                  <c:v>1.66388888889</c:v>
                </c:pt>
                <c:pt idx="51">
                  <c:v>1.69722222222</c:v>
                </c:pt>
                <c:pt idx="52">
                  <c:v>1.73055555556</c:v>
                </c:pt>
                <c:pt idx="53">
                  <c:v>1.76388888889</c:v>
                </c:pt>
                <c:pt idx="54">
                  <c:v>1.79722222222</c:v>
                </c:pt>
                <c:pt idx="55">
                  <c:v>1.83055555556</c:v>
                </c:pt>
                <c:pt idx="56">
                  <c:v>1.86388888889</c:v>
                </c:pt>
                <c:pt idx="57">
                  <c:v>1.89722222222</c:v>
                </c:pt>
                <c:pt idx="58">
                  <c:v>1.93055555556</c:v>
                </c:pt>
                <c:pt idx="59">
                  <c:v>1.96388888889</c:v>
                </c:pt>
                <c:pt idx="60">
                  <c:v>1.99722222222</c:v>
                </c:pt>
                <c:pt idx="61">
                  <c:v>2.03055555556</c:v>
                </c:pt>
                <c:pt idx="62">
                  <c:v>2.06388888889</c:v>
                </c:pt>
                <c:pt idx="63">
                  <c:v>2.09722222222</c:v>
                </c:pt>
                <c:pt idx="64">
                  <c:v>2.13055555556</c:v>
                </c:pt>
                <c:pt idx="65">
                  <c:v>2.16388888889</c:v>
                </c:pt>
                <c:pt idx="66">
                  <c:v>2.19722222222</c:v>
                </c:pt>
                <c:pt idx="67">
                  <c:v>2.23055555556</c:v>
                </c:pt>
                <c:pt idx="68">
                  <c:v>2.26388888889</c:v>
                </c:pt>
                <c:pt idx="69">
                  <c:v>2.29722222222</c:v>
                </c:pt>
                <c:pt idx="70">
                  <c:v>2.33055555556</c:v>
                </c:pt>
                <c:pt idx="71">
                  <c:v>2.36388888889</c:v>
                </c:pt>
                <c:pt idx="72">
                  <c:v>2.39722222222</c:v>
                </c:pt>
                <c:pt idx="73">
                  <c:v>2.43055555556</c:v>
                </c:pt>
                <c:pt idx="74">
                  <c:v>2.46388888889</c:v>
                </c:pt>
                <c:pt idx="75">
                  <c:v>2.49722222222</c:v>
                </c:pt>
                <c:pt idx="76">
                  <c:v>2.52777777778</c:v>
                </c:pt>
                <c:pt idx="77">
                  <c:v>2.56111111111</c:v>
                </c:pt>
                <c:pt idx="78">
                  <c:v>2.59444444444</c:v>
                </c:pt>
                <c:pt idx="79">
                  <c:v>2.62777777778</c:v>
                </c:pt>
                <c:pt idx="80">
                  <c:v>2.66111111111</c:v>
                </c:pt>
                <c:pt idx="81">
                  <c:v>2.69444444444</c:v>
                </c:pt>
                <c:pt idx="82">
                  <c:v>2.72777777778</c:v>
                </c:pt>
                <c:pt idx="83">
                  <c:v>2.76111111111</c:v>
                </c:pt>
                <c:pt idx="84">
                  <c:v>2.79444444444</c:v>
                </c:pt>
                <c:pt idx="85">
                  <c:v>2.82777777778</c:v>
                </c:pt>
                <c:pt idx="86">
                  <c:v>2.86111111111</c:v>
                </c:pt>
                <c:pt idx="87">
                  <c:v>2.89444444444</c:v>
                </c:pt>
                <c:pt idx="88">
                  <c:v>2.92777777778</c:v>
                </c:pt>
                <c:pt idx="89">
                  <c:v>2.96111111111</c:v>
                </c:pt>
                <c:pt idx="90">
                  <c:v>2.99444444444</c:v>
                </c:pt>
                <c:pt idx="91">
                  <c:v>3.02777777778</c:v>
                </c:pt>
                <c:pt idx="92">
                  <c:v>3.06111111111</c:v>
                </c:pt>
                <c:pt idx="93">
                  <c:v>3.09444444444</c:v>
                </c:pt>
                <c:pt idx="94">
                  <c:v>3.12777777778</c:v>
                </c:pt>
                <c:pt idx="95">
                  <c:v>3.16111111111</c:v>
                </c:pt>
                <c:pt idx="96">
                  <c:v>3.19444444444</c:v>
                </c:pt>
                <c:pt idx="97">
                  <c:v>3.22777777778</c:v>
                </c:pt>
                <c:pt idx="98">
                  <c:v>3.26111111111</c:v>
                </c:pt>
                <c:pt idx="99">
                  <c:v>3.29444444444</c:v>
                </c:pt>
                <c:pt idx="100">
                  <c:v>3.32777777778</c:v>
                </c:pt>
                <c:pt idx="101">
                  <c:v>3.36111111111</c:v>
                </c:pt>
                <c:pt idx="102">
                  <c:v>3.39444444444</c:v>
                </c:pt>
                <c:pt idx="103">
                  <c:v>3.42777777778</c:v>
                </c:pt>
                <c:pt idx="104">
                  <c:v>3.46111111111</c:v>
                </c:pt>
                <c:pt idx="105">
                  <c:v>3.49444444444</c:v>
                </c:pt>
                <c:pt idx="106">
                  <c:v>3.52777777778</c:v>
                </c:pt>
                <c:pt idx="107">
                  <c:v>3.56111111111</c:v>
                </c:pt>
                <c:pt idx="108">
                  <c:v>3.59444444444</c:v>
                </c:pt>
                <c:pt idx="109">
                  <c:v>3.62777777778</c:v>
                </c:pt>
                <c:pt idx="110">
                  <c:v>3.66111111111</c:v>
                </c:pt>
                <c:pt idx="111">
                  <c:v>3.69444444444</c:v>
                </c:pt>
                <c:pt idx="112">
                  <c:v>3.72777777778</c:v>
                </c:pt>
                <c:pt idx="113">
                  <c:v>3.76111111111</c:v>
                </c:pt>
                <c:pt idx="114">
                  <c:v>3.79444444444</c:v>
                </c:pt>
                <c:pt idx="115">
                  <c:v>3.82777777778</c:v>
                </c:pt>
                <c:pt idx="116">
                  <c:v>3.86111111111</c:v>
                </c:pt>
                <c:pt idx="117">
                  <c:v>3.89444444444</c:v>
                </c:pt>
                <c:pt idx="118">
                  <c:v>3.92777777778</c:v>
                </c:pt>
                <c:pt idx="119">
                  <c:v>3.96111111111</c:v>
                </c:pt>
                <c:pt idx="120">
                  <c:v>3.99444444444</c:v>
                </c:pt>
                <c:pt idx="121">
                  <c:v>4.025</c:v>
                </c:pt>
                <c:pt idx="122">
                  <c:v>4.05833333333</c:v>
                </c:pt>
                <c:pt idx="123">
                  <c:v>4.09166666667</c:v>
                </c:pt>
                <c:pt idx="124">
                  <c:v>4.125</c:v>
                </c:pt>
                <c:pt idx="125">
                  <c:v>4.15833333333</c:v>
                </c:pt>
                <c:pt idx="126">
                  <c:v>4.19166666667</c:v>
                </c:pt>
                <c:pt idx="127">
                  <c:v>4.225</c:v>
                </c:pt>
                <c:pt idx="128">
                  <c:v>4.25833333333</c:v>
                </c:pt>
                <c:pt idx="129">
                  <c:v>4.29166666667</c:v>
                </c:pt>
                <c:pt idx="130">
                  <c:v>4.325</c:v>
                </c:pt>
                <c:pt idx="131">
                  <c:v>4.35833333333</c:v>
                </c:pt>
                <c:pt idx="132">
                  <c:v>4.39166666667</c:v>
                </c:pt>
                <c:pt idx="133">
                  <c:v>4.425</c:v>
                </c:pt>
                <c:pt idx="134">
                  <c:v>4.45833333333</c:v>
                </c:pt>
                <c:pt idx="135">
                  <c:v>4.49166666667</c:v>
                </c:pt>
                <c:pt idx="136">
                  <c:v>4.525</c:v>
                </c:pt>
                <c:pt idx="137">
                  <c:v>4.55833333333</c:v>
                </c:pt>
                <c:pt idx="138">
                  <c:v>4.59166666667</c:v>
                </c:pt>
                <c:pt idx="139">
                  <c:v>4.625</c:v>
                </c:pt>
                <c:pt idx="140">
                  <c:v>4.65833333333</c:v>
                </c:pt>
                <c:pt idx="141">
                  <c:v>4.69166666667</c:v>
                </c:pt>
                <c:pt idx="142">
                  <c:v>4.725</c:v>
                </c:pt>
                <c:pt idx="143">
                  <c:v>4.75833333333</c:v>
                </c:pt>
                <c:pt idx="144">
                  <c:v>4.79166666667</c:v>
                </c:pt>
                <c:pt idx="145">
                  <c:v>4.825</c:v>
                </c:pt>
                <c:pt idx="146">
                  <c:v>4.85833333333</c:v>
                </c:pt>
                <c:pt idx="147">
                  <c:v>4.89166666667</c:v>
                </c:pt>
                <c:pt idx="148">
                  <c:v>4.925</c:v>
                </c:pt>
                <c:pt idx="149">
                  <c:v>4.95833333333</c:v>
                </c:pt>
                <c:pt idx="150">
                  <c:v>4.99166666667</c:v>
                </c:pt>
                <c:pt idx="151">
                  <c:v>5.025</c:v>
                </c:pt>
                <c:pt idx="152">
                  <c:v>5.05833333333</c:v>
                </c:pt>
                <c:pt idx="153">
                  <c:v>5.09166666667</c:v>
                </c:pt>
                <c:pt idx="154">
                  <c:v>5.125</c:v>
                </c:pt>
                <c:pt idx="155">
                  <c:v>5.15833333333</c:v>
                </c:pt>
                <c:pt idx="156">
                  <c:v>5.19166666667</c:v>
                </c:pt>
                <c:pt idx="157">
                  <c:v>5.225</c:v>
                </c:pt>
                <c:pt idx="158">
                  <c:v>5.25833333333</c:v>
                </c:pt>
                <c:pt idx="159">
                  <c:v>5.29166666667</c:v>
                </c:pt>
                <c:pt idx="160">
                  <c:v>5.325</c:v>
                </c:pt>
                <c:pt idx="161">
                  <c:v>5.35833333333</c:v>
                </c:pt>
                <c:pt idx="162">
                  <c:v>5.39166666667</c:v>
                </c:pt>
                <c:pt idx="163">
                  <c:v>5.425</c:v>
                </c:pt>
                <c:pt idx="164">
                  <c:v>5.45833333333</c:v>
                </c:pt>
                <c:pt idx="165">
                  <c:v>5.49166666667</c:v>
                </c:pt>
                <c:pt idx="166">
                  <c:v>5.52222222222</c:v>
                </c:pt>
                <c:pt idx="167">
                  <c:v>5.55555555556</c:v>
                </c:pt>
                <c:pt idx="168">
                  <c:v>5.58888888889</c:v>
                </c:pt>
                <c:pt idx="169">
                  <c:v>5.62222222222</c:v>
                </c:pt>
                <c:pt idx="170">
                  <c:v>5.65555555556</c:v>
                </c:pt>
                <c:pt idx="171">
                  <c:v>5.68888888889</c:v>
                </c:pt>
                <c:pt idx="172">
                  <c:v>5.72222222222</c:v>
                </c:pt>
                <c:pt idx="173">
                  <c:v>5.75555555556</c:v>
                </c:pt>
                <c:pt idx="174">
                  <c:v>5.78888888889</c:v>
                </c:pt>
                <c:pt idx="175">
                  <c:v>5.82222222222</c:v>
                </c:pt>
                <c:pt idx="176">
                  <c:v>5.85555555556</c:v>
                </c:pt>
                <c:pt idx="177">
                  <c:v>5.88888888889</c:v>
                </c:pt>
                <c:pt idx="178">
                  <c:v>5.92222222222</c:v>
                </c:pt>
                <c:pt idx="179">
                  <c:v>5.95555555556</c:v>
                </c:pt>
                <c:pt idx="180">
                  <c:v>5.98888888889</c:v>
                </c:pt>
                <c:pt idx="181">
                  <c:v>6.02222222222</c:v>
                </c:pt>
                <c:pt idx="182">
                  <c:v>6.05555555556</c:v>
                </c:pt>
                <c:pt idx="183">
                  <c:v>6.08888888889</c:v>
                </c:pt>
                <c:pt idx="184">
                  <c:v>6.12222222222</c:v>
                </c:pt>
                <c:pt idx="185">
                  <c:v>6.15555555556</c:v>
                </c:pt>
                <c:pt idx="186">
                  <c:v>6.18888888889</c:v>
                </c:pt>
                <c:pt idx="187">
                  <c:v>6.22222222222</c:v>
                </c:pt>
                <c:pt idx="188">
                  <c:v>6.25555555556</c:v>
                </c:pt>
                <c:pt idx="189">
                  <c:v>6.28888888889</c:v>
                </c:pt>
                <c:pt idx="190">
                  <c:v>6.32222222222</c:v>
                </c:pt>
                <c:pt idx="191">
                  <c:v>6.35555555556</c:v>
                </c:pt>
                <c:pt idx="192">
                  <c:v>6.38888888889</c:v>
                </c:pt>
                <c:pt idx="193">
                  <c:v>6.42222222222</c:v>
                </c:pt>
                <c:pt idx="194">
                  <c:v>6.45555555556</c:v>
                </c:pt>
                <c:pt idx="195">
                  <c:v>6.48888888889</c:v>
                </c:pt>
                <c:pt idx="196">
                  <c:v>6.52222222222</c:v>
                </c:pt>
                <c:pt idx="197">
                  <c:v>6.55555555556</c:v>
                </c:pt>
                <c:pt idx="198">
                  <c:v>6.58888888889</c:v>
                </c:pt>
                <c:pt idx="199">
                  <c:v>6.62222222222</c:v>
                </c:pt>
                <c:pt idx="200">
                  <c:v>6.65555555556</c:v>
                </c:pt>
                <c:pt idx="201">
                  <c:v>6.68888888889</c:v>
                </c:pt>
                <c:pt idx="202">
                  <c:v>6.72222222222</c:v>
                </c:pt>
                <c:pt idx="203">
                  <c:v>6.75555555556</c:v>
                </c:pt>
                <c:pt idx="204">
                  <c:v>6.78888888889</c:v>
                </c:pt>
                <c:pt idx="205">
                  <c:v>6.82222222222</c:v>
                </c:pt>
                <c:pt idx="206">
                  <c:v>6.85555555556</c:v>
                </c:pt>
                <c:pt idx="207">
                  <c:v>6.88888888889</c:v>
                </c:pt>
                <c:pt idx="208">
                  <c:v>6.92222222222</c:v>
                </c:pt>
                <c:pt idx="209">
                  <c:v>6.95555555556</c:v>
                </c:pt>
                <c:pt idx="210">
                  <c:v>6.98888888889</c:v>
                </c:pt>
                <c:pt idx="211">
                  <c:v>7.01944444444</c:v>
                </c:pt>
                <c:pt idx="212">
                  <c:v>7.05277777778</c:v>
                </c:pt>
                <c:pt idx="213">
                  <c:v>7.08611111111</c:v>
                </c:pt>
                <c:pt idx="214">
                  <c:v>7.11944444444</c:v>
                </c:pt>
                <c:pt idx="215">
                  <c:v>7.15277777778</c:v>
                </c:pt>
                <c:pt idx="216">
                  <c:v>7.18611111111</c:v>
                </c:pt>
                <c:pt idx="217">
                  <c:v>7.21944444444</c:v>
                </c:pt>
                <c:pt idx="218">
                  <c:v>7.25277777778</c:v>
                </c:pt>
                <c:pt idx="219">
                  <c:v>7.28611111111</c:v>
                </c:pt>
                <c:pt idx="220">
                  <c:v>7.31944444444</c:v>
                </c:pt>
                <c:pt idx="221">
                  <c:v>7.35277777778</c:v>
                </c:pt>
                <c:pt idx="222">
                  <c:v>7.38611111111</c:v>
                </c:pt>
                <c:pt idx="223">
                  <c:v>7.41944444444</c:v>
                </c:pt>
                <c:pt idx="224">
                  <c:v>7.45277777778</c:v>
                </c:pt>
                <c:pt idx="225">
                  <c:v>7.48611111111</c:v>
                </c:pt>
                <c:pt idx="226">
                  <c:v>7.51944444444</c:v>
                </c:pt>
                <c:pt idx="227">
                  <c:v>7.55277777778</c:v>
                </c:pt>
                <c:pt idx="228">
                  <c:v>7.58611111111</c:v>
                </c:pt>
                <c:pt idx="229">
                  <c:v>7.61944444444</c:v>
                </c:pt>
                <c:pt idx="230">
                  <c:v>7.65277777778</c:v>
                </c:pt>
                <c:pt idx="231">
                  <c:v>7.68611111111</c:v>
                </c:pt>
                <c:pt idx="232">
                  <c:v>7.71944444444</c:v>
                </c:pt>
                <c:pt idx="233">
                  <c:v>7.75277777778</c:v>
                </c:pt>
                <c:pt idx="234">
                  <c:v>7.78611111111</c:v>
                </c:pt>
                <c:pt idx="235">
                  <c:v>7.81944444444</c:v>
                </c:pt>
                <c:pt idx="236">
                  <c:v>7.85277777778</c:v>
                </c:pt>
                <c:pt idx="237">
                  <c:v>7.88611111111</c:v>
                </c:pt>
                <c:pt idx="238">
                  <c:v>7.91944444444</c:v>
                </c:pt>
                <c:pt idx="239">
                  <c:v>7.95277777778</c:v>
                </c:pt>
                <c:pt idx="240">
                  <c:v>7.98611111111</c:v>
                </c:pt>
                <c:pt idx="241">
                  <c:v>8.01944444444</c:v>
                </c:pt>
                <c:pt idx="242">
                  <c:v>8.05277777778</c:v>
                </c:pt>
                <c:pt idx="243">
                  <c:v>8.08611111111</c:v>
                </c:pt>
                <c:pt idx="244">
                  <c:v>8.11944444444</c:v>
                </c:pt>
                <c:pt idx="245">
                  <c:v>8.15277777778</c:v>
                </c:pt>
                <c:pt idx="246">
                  <c:v>8.18611111111</c:v>
                </c:pt>
                <c:pt idx="247">
                  <c:v>8.21944444444</c:v>
                </c:pt>
                <c:pt idx="248">
                  <c:v>8.25277777778</c:v>
                </c:pt>
                <c:pt idx="249">
                  <c:v>8.28611111111</c:v>
                </c:pt>
                <c:pt idx="250">
                  <c:v>8.31944444444</c:v>
                </c:pt>
                <c:pt idx="251">
                  <c:v>8.35277777778</c:v>
                </c:pt>
                <c:pt idx="252">
                  <c:v>8.38611111111</c:v>
                </c:pt>
                <c:pt idx="253">
                  <c:v>8.41944444444</c:v>
                </c:pt>
                <c:pt idx="254">
                  <c:v>8.45277777778</c:v>
                </c:pt>
                <c:pt idx="255">
                  <c:v>8.48611111111</c:v>
                </c:pt>
                <c:pt idx="256">
                  <c:v>8.51666666667</c:v>
                </c:pt>
                <c:pt idx="257">
                  <c:v>8.55</c:v>
                </c:pt>
                <c:pt idx="258">
                  <c:v>8.58333333333</c:v>
                </c:pt>
                <c:pt idx="259">
                  <c:v>8.61666666667</c:v>
                </c:pt>
                <c:pt idx="260">
                  <c:v>8.65</c:v>
                </c:pt>
                <c:pt idx="261">
                  <c:v>8.68333333333</c:v>
                </c:pt>
                <c:pt idx="262">
                  <c:v>8.71666666667</c:v>
                </c:pt>
                <c:pt idx="263">
                  <c:v>8.75</c:v>
                </c:pt>
                <c:pt idx="264">
                  <c:v>8.78333333333</c:v>
                </c:pt>
                <c:pt idx="265">
                  <c:v>8.81666666667</c:v>
                </c:pt>
                <c:pt idx="266">
                  <c:v>8.85</c:v>
                </c:pt>
                <c:pt idx="267">
                  <c:v>8.88333333333</c:v>
                </c:pt>
                <c:pt idx="268">
                  <c:v>8.91666666667</c:v>
                </c:pt>
                <c:pt idx="269">
                  <c:v>8.95</c:v>
                </c:pt>
                <c:pt idx="270">
                  <c:v>8.98333333333</c:v>
                </c:pt>
                <c:pt idx="271">
                  <c:v>9.01666666667</c:v>
                </c:pt>
                <c:pt idx="272">
                  <c:v>9.05</c:v>
                </c:pt>
                <c:pt idx="273">
                  <c:v>9.08333333333</c:v>
                </c:pt>
                <c:pt idx="274">
                  <c:v>9.11666666667</c:v>
                </c:pt>
                <c:pt idx="275">
                  <c:v>9.15</c:v>
                </c:pt>
                <c:pt idx="276">
                  <c:v>9.18333333333</c:v>
                </c:pt>
                <c:pt idx="277">
                  <c:v>9.21666666667</c:v>
                </c:pt>
                <c:pt idx="278">
                  <c:v>9.25</c:v>
                </c:pt>
                <c:pt idx="279">
                  <c:v>9.28333333333</c:v>
                </c:pt>
                <c:pt idx="280">
                  <c:v>9.31666666667</c:v>
                </c:pt>
                <c:pt idx="281">
                  <c:v>9.35</c:v>
                </c:pt>
                <c:pt idx="282">
                  <c:v>9.38333333333</c:v>
                </c:pt>
                <c:pt idx="283">
                  <c:v>9.41666666667</c:v>
                </c:pt>
                <c:pt idx="284">
                  <c:v>9.45</c:v>
                </c:pt>
                <c:pt idx="285">
                  <c:v>9.48333333333</c:v>
                </c:pt>
                <c:pt idx="286">
                  <c:v>9.51666666667</c:v>
                </c:pt>
                <c:pt idx="287">
                  <c:v>9.55</c:v>
                </c:pt>
                <c:pt idx="288">
                  <c:v>9.58333333333</c:v>
                </c:pt>
                <c:pt idx="289">
                  <c:v>9.61666666667</c:v>
                </c:pt>
                <c:pt idx="290">
                  <c:v>9.65</c:v>
                </c:pt>
                <c:pt idx="291">
                  <c:v>9.68333333333</c:v>
                </c:pt>
                <c:pt idx="292">
                  <c:v>9.71666666667</c:v>
                </c:pt>
                <c:pt idx="293">
                  <c:v>9.75</c:v>
                </c:pt>
                <c:pt idx="294">
                  <c:v>9.78333333333</c:v>
                </c:pt>
                <c:pt idx="295">
                  <c:v>9.81666666667</c:v>
                </c:pt>
                <c:pt idx="296">
                  <c:v>9.85</c:v>
                </c:pt>
                <c:pt idx="297">
                  <c:v>9.88333333333</c:v>
                </c:pt>
                <c:pt idx="298">
                  <c:v>9.91666666667</c:v>
                </c:pt>
                <c:pt idx="299">
                  <c:v>9.95</c:v>
                </c:pt>
                <c:pt idx="300">
                  <c:v>9.98333333333</c:v>
                </c:pt>
                <c:pt idx="301">
                  <c:v>10.0138888889</c:v>
                </c:pt>
                <c:pt idx="302">
                  <c:v>10.0472222222</c:v>
                </c:pt>
                <c:pt idx="303">
                  <c:v>10.0805555556</c:v>
                </c:pt>
                <c:pt idx="304">
                  <c:v>10.1138888889</c:v>
                </c:pt>
                <c:pt idx="305">
                  <c:v>10.1472222222</c:v>
                </c:pt>
                <c:pt idx="306">
                  <c:v>10.1805555556</c:v>
                </c:pt>
                <c:pt idx="307">
                  <c:v>10.2138888889</c:v>
                </c:pt>
                <c:pt idx="308">
                  <c:v>10.2472222222</c:v>
                </c:pt>
                <c:pt idx="309">
                  <c:v>10.2805555556</c:v>
                </c:pt>
                <c:pt idx="310">
                  <c:v>10.3138888889</c:v>
                </c:pt>
                <c:pt idx="311">
                  <c:v>10.3472222222</c:v>
                </c:pt>
                <c:pt idx="312">
                  <c:v>10.3805555556</c:v>
                </c:pt>
                <c:pt idx="313">
                  <c:v>10.4138888889</c:v>
                </c:pt>
                <c:pt idx="314">
                  <c:v>10.4472222222</c:v>
                </c:pt>
                <c:pt idx="315">
                  <c:v>10.4805555556</c:v>
                </c:pt>
                <c:pt idx="316">
                  <c:v>10.5138888889</c:v>
                </c:pt>
                <c:pt idx="317">
                  <c:v>10.5472222222</c:v>
                </c:pt>
                <c:pt idx="318">
                  <c:v>10.5805555556</c:v>
                </c:pt>
                <c:pt idx="319">
                  <c:v>10.6138888889</c:v>
                </c:pt>
                <c:pt idx="320">
                  <c:v>10.6472222222</c:v>
                </c:pt>
                <c:pt idx="321">
                  <c:v>10.6805555556</c:v>
                </c:pt>
                <c:pt idx="322">
                  <c:v>10.7138888889</c:v>
                </c:pt>
                <c:pt idx="323">
                  <c:v>10.7472222222</c:v>
                </c:pt>
                <c:pt idx="324">
                  <c:v>10.7805555556</c:v>
                </c:pt>
                <c:pt idx="325">
                  <c:v>10.8138888889</c:v>
                </c:pt>
                <c:pt idx="326">
                  <c:v>10.8472222222</c:v>
                </c:pt>
                <c:pt idx="327">
                  <c:v>10.8805555556</c:v>
                </c:pt>
                <c:pt idx="328">
                  <c:v>10.9138888889</c:v>
                </c:pt>
                <c:pt idx="329">
                  <c:v>10.9472222222</c:v>
                </c:pt>
                <c:pt idx="330">
                  <c:v>10.9805555556</c:v>
                </c:pt>
                <c:pt idx="331">
                  <c:v>11.0138888889</c:v>
                </c:pt>
                <c:pt idx="332">
                  <c:v>11.0472222222</c:v>
                </c:pt>
                <c:pt idx="333">
                  <c:v>11.0805555556</c:v>
                </c:pt>
                <c:pt idx="334">
                  <c:v>11.1138888889</c:v>
                </c:pt>
                <c:pt idx="335">
                  <c:v>11.1472222222</c:v>
                </c:pt>
                <c:pt idx="336">
                  <c:v>11.1805555556</c:v>
                </c:pt>
                <c:pt idx="337">
                  <c:v>11.2138888889</c:v>
                </c:pt>
                <c:pt idx="338">
                  <c:v>11.2472222222</c:v>
                </c:pt>
                <c:pt idx="339">
                  <c:v>11.2805555556</c:v>
                </c:pt>
                <c:pt idx="340">
                  <c:v>11.3138888889</c:v>
                </c:pt>
                <c:pt idx="341">
                  <c:v>11.3472222222</c:v>
                </c:pt>
                <c:pt idx="342">
                  <c:v>11.3805555556</c:v>
                </c:pt>
                <c:pt idx="343">
                  <c:v>11.4138888889</c:v>
                </c:pt>
                <c:pt idx="344">
                  <c:v>11.4472222222</c:v>
                </c:pt>
                <c:pt idx="345">
                  <c:v>11.4805555556</c:v>
                </c:pt>
                <c:pt idx="346">
                  <c:v>11.5111111111</c:v>
                </c:pt>
                <c:pt idx="347">
                  <c:v>11.5444444444</c:v>
                </c:pt>
                <c:pt idx="348">
                  <c:v>11.5777777778</c:v>
                </c:pt>
                <c:pt idx="349">
                  <c:v>11.6111111111</c:v>
                </c:pt>
                <c:pt idx="350">
                  <c:v>11.6444444444</c:v>
                </c:pt>
                <c:pt idx="351">
                  <c:v>11.6777777778</c:v>
                </c:pt>
                <c:pt idx="352">
                  <c:v>11.7111111111</c:v>
                </c:pt>
                <c:pt idx="353">
                  <c:v>11.7444444444</c:v>
                </c:pt>
                <c:pt idx="354">
                  <c:v>11.7777777778</c:v>
                </c:pt>
                <c:pt idx="355">
                  <c:v>11.8111111111</c:v>
                </c:pt>
                <c:pt idx="356">
                  <c:v>11.8444444444</c:v>
                </c:pt>
                <c:pt idx="357">
                  <c:v>11.8777777778</c:v>
                </c:pt>
                <c:pt idx="358">
                  <c:v>11.9111111111</c:v>
                </c:pt>
                <c:pt idx="359">
                  <c:v>11.9444444444</c:v>
                </c:pt>
                <c:pt idx="360">
                  <c:v>11.9777777778</c:v>
                </c:pt>
                <c:pt idx="361">
                  <c:v>12.0111111111</c:v>
                </c:pt>
                <c:pt idx="362">
                  <c:v>12.0444444444</c:v>
                </c:pt>
                <c:pt idx="363">
                  <c:v>12.0777777778</c:v>
                </c:pt>
                <c:pt idx="364">
                  <c:v>12.1111111111</c:v>
                </c:pt>
                <c:pt idx="365">
                  <c:v>12.1444444444</c:v>
                </c:pt>
                <c:pt idx="366">
                  <c:v>12.1777777778</c:v>
                </c:pt>
                <c:pt idx="367">
                  <c:v>12.2111111111</c:v>
                </c:pt>
                <c:pt idx="368">
                  <c:v>12.2444444444</c:v>
                </c:pt>
                <c:pt idx="369">
                  <c:v>12.2777777778</c:v>
                </c:pt>
                <c:pt idx="370">
                  <c:v>12.3111111111</c:v>
                </c:pt>
                <c:pt idx="371">
                  <c:v>12.3444444444</c:v>
                </c:pt>
                <c:pt idx="372">
                  <c:v>12.3777777778</c:v>
                </c:pt>
                <c:pt idx="373">
                  <c:v>12.4111111111</c:v>
                </c:pt>
                <c:pt idx="374">
                  <c:v>12.4444444444</c:v>
                </c:pt>
                <c:pt idx="375">
                  <c:v>12.4777777778</c:v>
                </c:pt>
                <c:pt idx="376">
                  <c:v>12.5111111111</c:v>
                </c:pt>
                <c:pt idx="377">
                  <c:v>12.5444444444</c:v>
                </c:pt>
                <c:pt idx="378">
                  <c:v>12.5777777778</c:v>
                </c:pt>
                <c:pt idx="379">
                  <c:v>12.6111111111</c:v>
                </c:pt>
                <c:pt idx="380">
                  <c:v>12.6444444444</c:v>
                </c:pt>
                <c:pt idx="381">
                  <c:v>12.6777777778</c:v>
                </c:pt>
                <c:pt idx="382">
                  <c:v>12.7111111111</c:v>
                </c:pt>
                <c:pt idx="383">
                  <c:v>12.7444444444</c:v>
                </c:pt>
                <c:pt idx="384">
                  <c:v>12.7777777778</c:v>
                </c:pt>
                <c:pt idx="385">
                  <c:v>12.8111111111</c:v>
                </c:pt>
                <c:pt idx="386">
                  <c:v>12.8444444444</c:v>
                </c:pt>
                <c:pt idx="387">
                  <c:v>12.8777777778</c:v>
                </c:pt>
                <c:pt idx="388">
                  <c:v>12.9111111111</c:v>
                </c:pt>
                <c:pt idx="389">
                  <c:v>12.9444444444</c:v>
                </c:pt>
                <c:pt idx="390">
                  <c:v>12.9777777778</c:v>
                </c:pt>
                <c:pt idx="391">
                  <c:v>13.0083333333</c:v>
                </c:pt>
                <c:pt idx="392">
                  <c:v>13.0416666667</c:v>
                </c:pt>
                <c:pt idx="393">
                  <c:v>13.075</c:v>
                </c:pt>
                <c:pt idx="394">
                  <c:v>13.1083333333</c:v>
                </c:pt>
                <c:pt idx="395">
                  <c:v>13.1416666667</c:v>
                </c:pt>
                <c:pt idx="396">
                  <c:v>13.175</c:v>
                </c:pt>
                <c:pt idx="397">
                  <c:v>13.2083333333</c:v>
                </c:pt>
                <c:pt idx="398">
                  <c:v>13.2416666667</c:v>
                </c:pt>
                <c:pt idx="399">
                  <c:v>13.275</c:v>
                </c:pt>
                <c:pt idx="400">
                  <c:v>13.3083333333</c:v>
                </c:pt>
                <c:pt idx="401">
                  <c:v>13.3416666667</c:v>
                </c:pt>
                <c:pt idx="402">
                  <c:v>13.375</c:v>
                </c:pt>
                <c:pt idx="403">
                  <c:v>13.4083333333</c:v>
                </c:pt>
                <c:pt idx="404">
                  <c:v>13.4416666667</c:v>
                </c:pt>
                <c:pt idx="405">
                  <c:v>13.475</c:v>
                </c:pt>
                <c:pt idx="406">
                  <c:v>13.5083333333</c:v>
                </c:pt>
                <c:pt idx="407">
                  <c:v>13.5416666667</c:v>
                </c:pt>
                <c:pt idx="408">
                  <c:v>13.575</c:v>
                </c:pt>
                <c:pt idx="409">
                  <c:v>13.6083333333</c:v>
                </c:pt>
                <c:pt idx="410">
                  <c:v>13.6416666667</c:v>
                </c:pt>
                <c:pt idx="411">
                  <c:v>13.675</c:v>
                </c:pt>
                <c:pt idx="412">
                  <c:v>13.7083333333</c:v>
                </c:pt>
                <c:pt idx="413">
                  <c:v>13.7416666667</c:v>
                </c:pt>
                <c:pt idx="414">
                  <c:v>13.775</c:v>
                </c:pt>
                <c:pt idx="415">
                  <c:v>13.8083333333</c:v>
                </c:pt>
                <c:pt idx="416">
                  <c:v>13.8416666667</c:v>
                </c:pt>
                <c:pt idx="417">
                  <c:v>13.875</c:v>
                </c:pt>
                <c:pt idx="418">
                  <c:v>13.9083333333</c:v>
                </c:pt>
                <c:pt idx="419">
                  <c:v>13.9416666667</c:v>
                </c:pt>
                <c:pt idx="420">
                  <c:v>13.975</c:v>
                </c:pt>
                <c:pt idx="421">
                  <c:v>14.0083333333</c:v>
                </c:pt>
                <c:pt idx="422">
                  <c:v>14.0416666667</c:v>
                </c:pt>
                <c:pt idx="423">
                  <c:v>14.075</c:v>
                </c:pt>
                <c:pt idx="424">
                  <c:v>14.1083333333</c:v>
                </c:pt>
                <c:pt idx="425">
                  <c:v>14.1416666667</c:v>
                </c:pt>
                <c:pt idx="426">
                  <c:v>14.175</c:v>
                </c:pt>
                <c:pt idx="427">
                  <c:v>14.2083333333</c:v>
                </c:pt>
                <c:pt idx="428">
                  <c:v>14.2416666667</c:v>
                </c:pt>
                <c:pt idx="429">
                  <c:v>14.275</c:v>
                </c:pt>
                <c:pt idx="430">
                  <c:v>14.3083333333</c:v>
                </c:pt>
                <c:pt idx="431">
                  <c:v>14.3416666667</c:v>
                </c:pt>
                <c:pt idx="432">
                  <c:v>14.375</c:v>
                </c:pt>
                <c:pt idx="433">
                  <c:v>14.4083333333</c:v>
                </c:pt>
                <c:pt idx="434">
                  <c:v>14.4416666667</c:v>
                </c:pt>
                <c:pt idx="435">
                  <c:v>14.475</c:v>
                </c:pt>
                <c:pt idx="436">
                  <c:v>14.5055555556</c:v>
                </c:pt>
                <c:pt idx="437">
                  <c:v>14.5388888889</c:v>
                </c:pt>
                <c:pt idx="438">
                  <c:v>14.5722222222</c:v>
                </c:pt>
                <c:pt idx="439">
                  <c:v>14.6055555556</c:v>
                </c:pt>
                <c:pt idx="440">
                  <c:v>14.6388888889</c:v>
                </c:pt>
                <c:pt idx="441">
                  <c:v>14.6722222222</c:v>
                </c:pt>
                <c:pt idx="442">
                  <c:v>14.7055555556</c:v>
                </c:pt>
                <c:pt idx="443">
                  <c:v>14.7388888889</c:v>
                </c:pt>
                <c:pt idx="444">
                  <c:v>14.7722222222</c:v>
                </c:pt>
                <c:pt idx="445">
                  <c:v>14.8055555556</c:v>
                </c:pt>
                <c:pt idx="446">
                  <c:v>14.8388888889</c:v>
                </c:pt>
                <c:pt idx="447">
                  <c:v>14.8722222222</c:v>
                </c:pt>
                <c:pt idx="448">
                  <c:v>14.9055555556</c:v>
                </c:pt>
                <c:pt idx="449">
                  <c:v>14.9388888889</c:v>
                </c:pt>
                <c:pt idx="450">
                  <c:v>14.9722222222</c:v>
                </c:pt>
                <c:pt idx="451">
                  <c:v>15.0055555556</c:v>
                </c:pt>
                <c:pt idx="452">
                  <c:v>15.0388888889</c:v>
                </c:pt>
                <c:pt idx="453">
                  <c:v>15.0722222222</c:v>
                </c:pt>
                <c:pt idx="454">
                  <c:v>15.1055555556</c:v>
                </c:pt>
                <c:pt idx="455">
                  <c:v>15.1388888889</c:v>
                </c:pt>
                <c:pt idx="456">
                  <c:v>15.1722222222</c:v>
                </c:pt>
                <c:pt idx="457">
                  <c:v>15.2055555556</c:v>
                </c:pt>
                <c:pt idx="458">
                  <c:v>15.2388888889</c:v>
                </c:pt>
                <c:pt idx="459">
                  <c:v>15.2722222222</c:v>
                </c:pt>
                <c:pt idx="460">
                  <c:v>15.3055555556</c:v>
                </c:pt>
                <c:pt idx="461">
                  <c:v>15.3388888889</c:v>
                </c:pt>
                <c:pt idx="462">
                  <c:v>15.3722222222</c:v>
                </c:pt>
                <c:pt idx="463">
                  <c:v>15.4055555556</c:v>
                </c:pt>
                <c:pt idx="464">
                  <c:v>15.4388888889</c:v>
                </c:pt>
                <c:pt idx="465">
                  <c:v>15.4722222222</c:v>
                </c:pt>
                <c:pt idx="466">
                  <c:v>15.5055555556</c:v>
                </c:pt>
                <c:pt idx="467">
                  <c:v>15.5388888889</c:v>
                </c:pt>
                <c:pt idx="468">
                  <c:v>15.5722222222</c:v>
                </c:pt>
                <c:pt idx="469">
                  <c:v>15.6055555556</c:v>
                </c:pt>
                <c:pt idx="470">
                  <c:v>15.6388888889</c:v>
                </c:pt>
                <c:pt idx="471">
                  <c:v>15.6722222222</c:v>
                </c:pt>
                <c:pt idx="472">
                  <c:v>15.7055555556</c:v>
                </c:pt>
                <c:pt idx="473">
                  <c:v>15.7388888889</c:v>
                </c:pt>
                <c:pt idx="474">
                  <c:v>15.7722222222</c:v>
                </c:pt>
                <c:pt idx="475">
                  <c:v>15.8055555556</c:v>
                </c:pt>
                <c:pt idx="476">
                  <c:v>15.8388888889</c:v>
                </c:pt>
                <c:pt idx="477">
                  <c:v>15.8722222222</c:v>
                </c:pt>
                <c:pt idx="478">
                  <c:v>15.9055555556</c:v>
                </c:pt>
                <c:pt idx="479">
                  <c:v>15.9388888889</c:v>
                </c:pt>
                <c:pt idx="480">
                  <c:v>15.9722222222</c:v>
                </c:pt>
                <c:pt idx="481">
                  <c:v>16.0027777778</c:v>
                </c:pt>
                <c:pt idx="482">
                  <c:v>16.0361111111</c:v>
                </c:pt>
                <c:pt idx="483">
                  <c:v>16.0694444444</c:v>
                </c:pt>
                <c:pt idx="484">
                  <c:v>16.1027777778</c:v>
                </c:pt>
                <c:pt idx="485">
                  <c:v>16.1361111111</c:v>
                </c:pt>
                <c:pt idx="486">
                  <c:v>16.1694444444</c:v>
                </c:pt>
                <c:pt idx="487">
                  <c:v>16.2027777778</c:v>
                </c:pt>
                <c:pt idx="488">
                  <c:v>16.2361111111</c:v>
                </c:pt>
                <c:pt idx="489">
                  <c:v>16.2694444444</c:v>
                </c:pt>
                <c:pt idx="490">
                  <c:v>16.3027777778</c:v>
                </c:pt>
                <c:pt idx="491">
                  <c:v>16.3361111111</c:v>
                </c:pt>
                <c:pt idx="492">
                  <c:v>16.3694444444</c:v>
                </c:pt>
                <c:pt idx="493">
                  <c:v>16.4027777778</c:v>
                </c:pt>
                <c:pt idx="494">
                  <c:v>16.4361111111</c:v>
                </c:pt>
                <c:pt idx="495">
                  <c:v>16.4694444444</c:v>
                </c:pt>
                <c:pt idx="496">
                  <c:v>16.5027777778</c:v>
                </c:pt>
                <c:pt idx="497">
                  <c:v>16.5361111111</c:v>
                </c:pt>
                <c:pt idx="498">
                  <c:v>16.5694444444</c:v>
                </c:pt>
                <c:pt idx="499">
                  <c:v>16.6027777778</c:v>
                </c:pt>
                <c:pt idx="500">
                  <c:v>16.6361111111</c:v>
                </c:pt>
                <c:pt idx="501">
                  <c:v>16.6694444444</c:v>
                </c:pt>
                <c:pt idx="502">
                  <c:v>16.7027777778</c:v>
                </c:pt>
                <c:pt idx="503">
                  <c:v>16.7361111111</c:v>
                </c:pt>
                <c:pt idx="504">
                  <c:v>16.7694444444</c:v>
                </c:pt>
                <c:pt idx="505">
                  <c:v>16.8027777778</c:v>
                </c:pt>
                <c:pt idx="506">
                  <c:v>16.8361111111</c:v>
                </c:pt>
                <c:pt idx="507">
                  <c:v>16.8694444444</c:v>
                </c:pt>
                <c:pt idx="508">
                  <c:v>16.9027777778</c:v>
                </c:pt>
                <c:pt idx="509">
                  <c:v>16.9361111111</c:v>
                </c:pt>
                <c:pt idx="510">
                  <c:v>16.9694444444</c:v>
                </c:pt>
                <c:pt idx="511">
                  <c:v>17.0027777778</c:v>
                </c:pt>
                <c:pt idx="512">
                  <c:v>17.0361111111</c:v>
                </c:pt>
                <c:pt idx="513">
                  <c:v>17.0694444444</c:v>
                </c:pt>
                <c:pt idx="514">
                  <c:v>17.1027777778</c:v>
                </c:pt>
                <c:pt idx="515">
                  <c:v>17.1361111111</c:v>
                </c:pt>
                <c:pt idx="516">
                  <c:v>17.1694444444</c:v>
                </c:pt>
                <c:pt idx="517">
                  <c:v>17.2027777778</c:v>
                </c:pt>
                <c:pt idx="518">
                  <c:v>17.2361111111</c:v>
                </c:pt>
                <c:pt idx="519">
                  <c:v>17.2694444444</c:v>
                </c:pt>
                <c:pt idx="520">
                  <c:v>17.3027777778</c:v>
                </c:pt>
                <c:pt idx="521">
                  <c:v>17.3361111111</c:v>
                </c:pt>
                <c:pt idx="522">
                  <c:v>17.3694444444</c:v>
                </c:pt>
                <c:pt idx="523">
                  <c:v>17.4027777778</c:v>
                </c:pt>
                <c:pt idx="524">
                  <c:v>17.4361111111</c:v>
                </c:pt>
                <c:pt idx="525">
                  <c:v>17.4694444444</c:v>
                </c:pt>
                <c:pt idx="526">
                  <c:v>17.5</c:v>
                </c:pt>
                <c:pt idx="527">
                  <c:v>17.5333333333</c:v>
                </c:pt>
                <c:pt idx="528">
                  <c:v>17.5666666667</c:v>
                </c:pt>
                <c:pt idx="529">
                  <c:v>17.6</c:v>
                </c:pt>
                <c:pt idx="530">
                  <c:v>17.6333333333</c:v>
                </c:pt>
                <c:pt idx="531">
                  <c:v>17.6666666667</c:v>
                </c:pt>
                <c:pt idx="532">
                  <c:v>17.7</c:v>
                </c:pt>
                <c:pt idx="533">
                  <c:v>17.7333333333</c:v>
                </c:pt>
                <c:pt idx="534">
                  <c:v>17.7666666667</c:v>
                </c:pt>
                <c:pt idx="535">
                  <c:v>17.8</c:v>
                </c:pt>
                <c:pt idx="536">
                  <c:v>17.8333333333</c:v>
                </c:pt>
                <c:pt idx="537">
                  <c:v>17.8666666667</c:v>
                </c:pt>
                <c:pt idx="538">
                  <c:v>17.9</c:v>
                </c:pt>
                <c:pt idx="539">
                  <c:v>17.9333333333</c:v>
                </c:pt>
                <c:pt idx="540">
                  <c:v>17.9666666667</c:v>
                </c:pt>
                <c:pt idx="541">
                  <c:v>18</c:v>
                </c:pt>
                <c:pt idx="542">
                  <c:v>18.0333333333</c:v>
                </c:pt>
                <c:pt idx="543">
                  <c:v>18.0666666667</c:v>
                </c:pt>
                <c:pt idx="544">
                  <c:v>18.1</c:v>
                </c:pt>
                <c:pt idx="545">
                  <c:v>18.1333333333</c:v>
                </c:pt>
                <c:pt idx="546">
                  <c:v>18.1666666667</c:v>
                </c:pt>
                <c:pt idx="547">
                  <c:v>18.2</c:v>
                </c:pt>
                <c:pt idx="548">
                  <c:v>18.2333333333</c:v>
                </c:pt>
                <c:pt idx="549">
                  <c:v>18.2666666667</c:v>
                </c:pt>
                <c:pt idx="550">
                  <c:v>18.3</c:v>
                </c:pt>
                <c:pt idx="551">
                  <c:v>18.3333333333</c:v>
                </c:pt>
                <c:pt idx="552">
                  <c:v>18.3666666667</c:v>
                </c:pt>
                <c:pt idx="553">
                  <c:v>18.4</c:v>
                </c:pt>
                <c:pt idx="554">
                  <c:v>18.4333333333</c:v>
                </c:pt>
                <c:pt idx="555">
                  <c:v>18.4666666667</c:v>
                </c:pt>
                <c:pt idx="556">
                  <c:v>18.5</c:v>
                </c:pt>
                <c:pt idx="557">
                  <c:v>18.5333333333</c:v>
                </c:pt>
                <c:pt idx="558">
                  <c:v>18.5666666667</c:v>
                </c:pt>
                <c:pt idx="559">
                  <c:v>18.6</c:v>
                </c:pt>
                <c:pt idx="560">
                  <c:v>18.6333333333</c:v>
                </c:pt>
                <c:pt idx="561">
                  <c:v>18.6666666667</c:v>
                </c:pt>
                <c:pt idx="562">
                  <c:v>18.7</c:v>
                </c:pt>
                <c:pt idx="563">
                  <c:v>18.7333333333</c:v>
                </c:pt>
                <c:pt idx="564">
                  <c:v>18.7666666667</c:v>
                </c:pt>
                <c:pt idx="565">
                  <c:v>18.8</c:v>
                </c:pt>
                <c:pt idx="566">
                  <c:v>18.8333333333</c:v>
                </c:pt>
                <c:pt idx="567">
                  <c:v>18.8666666667</c:v>
                </c:pt>
                <c:pt idx="568">
                  <c:v>18.9</c:v>
                </c:pt>
                <c:pt idx="569">
                  <c:v>18.9333333333</c:v>
                </c:pt>
                <c:pt idx="570">
                  <c:v>18.9666666667</c:v>
                </c:pt>
                <c:pt idx="571">
                  <c:v>19</c:v>
                </c:pt>
                <c:pt idx="572">
                  <c:v>19.0305555556</c:v>
                </c:pt>
                <c:pt idx="573">
                  <c:v>19.0638888889</c:v>
                </c:pt>
                <c:pt idx="574">
                  <c:v>19.0972222222</c:v>
                </c:pt>
                <c:pt idx="575">
                  <c:v>19.1305555556</c:v>
                </c:pt>
                <c:pt idx="576">
                  <c:v>19.1638888889</c:v>
                </c:pt>
                <c:pt idx="577">
                  <c:v>19.1972222222</c:v>
                </c:pt>
                <c:pt idx="578">
                  <c:v>19.2305555556</c:v>
                </c:pt>
                <c:pt idx="579">
                  <c:v>19.2638888889</c:v>
                </c:pt>
                <c:pt idx="580">
                  <c:v>19.2972222222</c:v>
                </c:pt>
                <c:pt idx="581">
                  <c:v>19.3305555556</c:v>
                </c:pt>
                <c:pt idx="582">
                  <c:v>19.3638888889</c:v>
                </c:pt>
                <c:pt idx="583">
                  <c:v>19.3972222222</c:v>
                </c:pt>
                <c:pt idx="584">
                  <c:v>19.4305555556</c:v>
                </c:pt>
                <c:pt idx="585">
                  <c:v>19.4638888889</c:v>
                </c:pt>
                <c:pt idx="586">
                  <c:v>19.4972222222</c:v>
                </c:pt>
                <c:pt idx="587">
                  <c:v>19.5305555556</c:v>
                </c:pt>
                <c:pt idx="588">
                  <c:v>19.5638888889</c:v>
                </c:pt>
                <c:pt idx="589">
                  <c:v>19.5972222222</c:v>
                </c:pt>
                <c:pt idx="590">
                  <c:v>19.6305555556</c:v>
                </c:pt>
                <c:pt idx="591">
                  <c:v>19.6638888889</c:v>
                </c:pt>
                <c:pt idx="592">
                  <c:v>19.6972222222</c:v>
                </c:pt>
                <c:pt idx="593">
                  <c:v>19.7305555556</c:v>
                </c:pt>
                <c:pt idx="594">
                  <c:v>19.7638888889</c:v>
                </c:pt>
                <c:pt idx="595">
                  <c:v>19.7972222222</c:v>
                </c:pt>
                <c:pt idx="596">
                  <c:v>19.8305555556</c:v>
                </c:pt>
                <c:pt idx="597">
                  <c:v>19.8638888889</c:v>
                </c:pt>
                <c:pt idx="598">
                  <c:v>19.8972222222</c:v>
                </c:pt>
                <c:pt idx="599">
                  <c:v>19.9305555556</c:v>
                </c:pt>
                <c:pt idx="600">
                  <c:v>19.9638888889</c:v>
                </c:pt>
                <c:pt idx="601">
                  <c:v>19.9972222222</c:v>
                </c:pt>
                <c:pt idx="602">
                  <c:v>20.0305555556</c:v>
                </c:pt>
                <c:pt idx="603">
                  <c:v>20.0638888889</c:v>
                </c:pt>
                <c:pt idx="604">
                  <c:v>20.0972222222</c:v>
                </c:pt>
                <c:pt idx="605">
                  <c:v>20.1305555556</c:v>
                </c:pt>
                <c:pt idx="606">
                  <c:v>20.1638888889</c:v>
                </c:pt>
                <c:pt idx="607">
                  <c:v>20.1972222222</c:v>
                </c:pt>
                <c:pt idx="608">
                  <c:v>20.2305555556</c:v>
                </c:pt>
                <c:pt idx="609">
                  <c:v>20.2638888889</c:v>
                </c:pt>
                <c:pt idx="610">
                  <c:v>20.2972222222</c:v>
                </c:pt>
                <c:pt idx="611">
                  <c:v>20.3305555556</c:v>
                </c:pt>
                <c:pt idx="612">
                  <c:v>20.3638888889</c:v>
                </c:pt>
                <c:pt idx="613">
                  <c:v>20.3972222222</c:v>
                </c:pt>
                <c:pt idx="614">
                  <c:v>20.4305555556</c:v>
                </c:pt>
                <c:pt idx="615">
                  <c:v>20.4638888889</c:v>
                </c:pt>
                <c:pt idx="616">
                  <c:v>20.4972222222</c:v>
                </c:pt>
                <c:pt idx="617">
                  <c:v>20.5277777778</c:v>
                </c:pt>
                <c:pt idx="618">
                  <c:v>20.5611111111</c:v>
                </c:pt>
                <c:pt idx="619">
                  <c:v>20.5944444444</c:v>
                </c:pt>
                <c:pt idx="620">
                  <c:v>20.6277777778</c:v>
                </c:pt>
                <c:pt idx="621">
                  <c:v>20.6611111111</c:v>
                </c:pt>
                <c:pt idx="622">
                  <c:v>20.6944444444</c:v>
                </c:pt>
                <c:pt idx="623">
                  <c:v>20.7277777778</c:v>
                </c:pt>
                <c:pt idx="624">
                  <c:v>20.7611111111</c:v>
                </c:pt>
                <c:pt idx="625">
                  <c:v>20.7944444444</c:v>
                </c:pt>
                <c:pt idx="626">
                  <c:v>20.8277777778</c:v>
                </c:pt>
                <c:pt idx="627">
                  <c:v>20.8611111111</c:v>
                </c:pt>
                <c:pt idx="628">
                  <c:v>20.8944444444</c:v>
                </c:pt>
                <c:pt idx="629">
                  <c:v>20.9277777778</c:v>
                </c:pt>
                <c:pt idx="630">
                  <c:v>20.9611111111</c:v>
                </c:pt>
                <c:pt idx="631">
                  <c:v>20.9944444444</c:v>
                </c:pt>
                <c:pt idx="632">
                  <c:v>21.0277777778</c:v>
                </c:pt>
                <c:pt idx="633">
                  <c:v>21.0611111111</c:v>
                </c:pt>
                <c:pt idx="634">
                  <c:v>21.0944444444</c:v>
                </c:pt>
                <c:pt idx="635">
                  <c:v>21.1277777778</c:v>
                </c:pt>
                <c:pt idx="636">
                  <c:v>21.1611111111</c:v>
                </c:pt>
                <c:pt idx="637">
                  <c:v>21.1944444444</c:v>
                </c:pt>
                <c:pt idx="638">
                  <c:v>21.2277777778</c:v>
                </c:pt>
                <c:pt idx="639">
                  <c:v>21.2611111111</c:v>
                </c:pt>
                <c:pt idx="640">
                  <c:v>21.2944444444</c:v>
                </c:pt>
                <c:pt idx="641">
                  <c:v>21.3277777778</c:v>
                </c:pt>
                <c:pt idx="642">
                  <c:v>21.3611111111</c:v>
                </c:pt>
                <c:pt idx="643">
                  <c:v>21.3944444444</c:v>
                </c:pt>
                <c:pt idx="644">
                  <c:v>21.4277777778</c:v>
                </c:pt>
                <c:pt idx="645">
                  <c:v>21.4611111111</c:v>
                </c:pt>
                <c:pt idx="646">
                  <c:v>21.4944444444</c:v>
                </c:pt>
                <c:pt idx="647">
                  <c:v>21.5277777778</c:v>
                </c:pt>
                <c:pt idx="648">
                  <c:v>21.5611111111</c:v>
                </c:pt>
                <c:pt idx="649">
                  <c:v>21.5944444444</c:v>
                </c:pt>
                <c:pt idx="650">
                  <c:v>21.6277777778</c:v>
                </c:pt>
                <c:pt idx="651">
                  <c:v>21.6611111111</c:v>
                </c:pt>
                <c:pt idx="652">
                  <c:v>21.6944444444</c:v>
                </c:pt>
                <c:pt idx="653">
                  <c:v>21.7277777778</c:v>
                </c:pt>
                <c:pt idx="654">
                  <c:v>21.7611111111</c:v>
                </c:pt>
                <c:pt idx="655">
                  <c:v>21.7944444444</c:v>
                </c:pt>
                <c:pt idx="656">
                  <c:v>21.8277777778</c:v>
                </c:pt>
                <c:pt idx="657">
                  <c:v>21.8611111111</c:v>
                </c:pt>
                <c:pt idx="658">
                  <c:v>21.8944444444</c:v>
                </c:pt>
                <c:pt idx="659">
                  <c:v>21.9277777778</c:v>
                </c:pt>
                <c:pt idx="660">
                  <c:v>21.9611111111</c:v>
                </c:pt>
                <c:pt idx="661">
                  <c:v>21.9944444444</c:v>
                </c:pt>
                <c:pt idx="662">
                  <c:v>22.025</c:v>
                </c:pt>
                <c:pt idx="663">
                  <c:v>22.0583333333</c:v>
                </c:pt>
                <c:pt idx="664">
                  <c:v>22.0916666667</c:v>
                </c:pt>
                <c:pt idx="665">
                  <c:v>22.125</c:v>
                </c:pt>
                <c:pt idx="666">
                  <c:v>22.1583333333</c:v>
                </c:pt>
                <c:pt idx="667">
                  <c:v>22.1916666667</c:v>
                </c:pt>
                <c:pt idx="668">
                  <c:v>22.225</c:v>
                </c:pt>
                <c:pt idx="669">
                  <c:v>22.2583333333</c:v>
                </c:pt>
                <c:pt idx="670">
                  <c:v>22.2916666667</c:v>
                </c:pt>
                <c:pt idx="671">
                  <c:v>22.325</c:v>
                </c:pt>
                <c:pt idx="672">
                  <c:v>22.3583333333</c:v>
                </c:pt>
                <c:pt idx="673">
                  <c:v>22.3916666667</c:v>
                </c:pt>
                <c:pt idx="674">
                  <c:v>22.425</c:v>
                </c:pt>
                <c:pt idx="675">
                  <c:v>22.4583333333</c:v>
                </c:pt>
                <c:pt idx="676">
                  <c:v>22.4916666667</c:v>
                </c:pt>
                <c:pt idx="677">
                  <c:v>22.525</c:v>
                </c:pt>
                <c:pt idx="678">
                  <c:v>22.5583333333</c:v>
                </c:pt>
                <c:pt idx="679">
                  <c:v>22.5916666667</c:v>
                </c:pt>
                <c:pt idx="680">
                  <c:v>22.625</c:v>
                </c:pt>
                <c:pt idx="681">
                  <c:v>22.6583333333</c:v>
                </c:pt>
                <c:pt idx="682">
                  <c:v>22.6916666667</c:v>
                </c:pt>
                <c:pt idx="683">
                  <c:v>22.725</c:v>
                </c:pt>
                <c:pt idx="684">
                  <c:v>22.7583333333</c:v>
                </c:pt>
                <c:pt idx="685">
                  <c:v>22.7916666667</c:v>
                </c:pt>
                <c:pt idx="686">
                  <c:v>22.825</c:v>
                </c:pt>
                <c:pt idx="687">
                  <c:v>22.8583333333</c:v>
                </c:pt>
                <c:pt idx="688">
                  <c:v>22.8916666667</c:v>
                </c:pt>
                <c:pt idx="689">
                  <c:v>22.925</c:v>
                </c:pt>
                <c:pt idx="690">
                  <c:v>22.9583333333</c:v>
                </c:pt>
                <c:pt idx="691">
                  <c:v>22.9916666667</c:v>
                </c:pt>
                <c:pt idx="692">
                  <c:v>23.025</c:v>
                </c:pt>
                <c:pt idx="693">
                  <c:v>23.0583333333</c:v>
                </c:pt>
                <c:pt idx="694">
                  <c:v>23.0916666667</c:v>
                </c:pt>
                <c:pt idx="695">
                  <c:v>23.125</c:v>
                </c:pt>
                <c:pt idx="696">
                  <c:v>23.1583333333</c:v>
                </c:pt>
                <c:pt idx="697">
                  <c:v>23.1916666667</c:v>
                </c:pt>
                <c:pt idx="698">
                  <c:v>23.225</c:v>
                </c:pt>
                <c:pt idx="699">
                  <c:v>23.2583333333</c:v>
                </c:pt>
                <c:pt idx="700">
                  <c:v>23.2916666667</c:v>
                </c:pt>
                <c:pt idx="701">
                  <c:v>23.325</c:v>
                </c:pt>
                <c:pt idx="702">
                  <c:v>23.3583333333</c:v>
                </c:pt>
                <c:pt idx="703">
                  <c:v>23.3916666667</c:v>
                </c:pt>
                <c:pt idx="704">
                  <c:v>23.425</c:v>
                </c:pt>
                <c:pt idx="705">
                  <c:v>23.4583333333</c:v>
                </c:pt>
                <c:pt idx="706">
                  <c:v>23.4916666667</c:v>
                </c:pt>
                <c:pt idx="707">
                  <c:v>23.5222222222</c:v>
                </c:pt>
                <c:pt idx="708">
                  <c:v>23.5555555556</c:v>
                </c:pt>
                <c:pt idx="709">
                  <c:v>23.5888888889</c:v>
                </c:pt>
                <c:pt idx="710">
                  <c:v>23.6222222222</c:v>
                </c:pt>
                <c:pt idx="711">
                  <c:v>23.6555555556</c:v>
                </c:pt>
                <c:pt idx="712">
                  <c:v>23.6888888889</c:v>
                </c:pt>
                <c:pt idx="713">
                  <c:v>23.7222222222</c:v>
                </c:pt>
                <c:pt idx="714">
                  <c:v>23.7555555556</c:v>
                </c:pt>
                <c:pt idx="715">
                  <c:v>23.7888888889</c:v>
                </c:pt>
                <c:pt idx="716">
                  <c:v>23.8222222222</c:v>
                </c:pt>
                <c:pt idx="717">
                  <c:v>23.8555555556</c:v>
                </c:pt>
                <c:pt idx="718">
                  <c:v>23.8888888889</c:v>
                </c:pt>
                <c:pt idx="719">
                  <c:v>23.9222222222</c:v>
                </c:pt>
                <c:pt idx="720">
                  <c:v>23.9555555556</c:v>
                </c:pt>
                <c:pt idx="721">
                  <c:v>23.9888888889</c:v>
                </c:pt>
                <c:pt idx="722">
                  <c:v>24</c:v>
                </c:pt>
              </c:numCache>
            </c:numRef>
          </c:xVal>
          <c:yVal>
            <c:numRef>
              <c:f>'Chart Data'!$B$2:$B$724</c:f>
              <c:numCache>
                <c:formatCode>General</c:formatCode>
                <c:ptCount val="723"/>
                <c:pt idx="0">
                  <c:v>20</c:v>
                </c:pt>
                <c:pt idx="1">
                  <c:v>22.244307178</c:v>
                </c:pt>
                <c:pt idx="2">
                  <c:v>24.214330937</c:v>
                </c:pt>
                <c:pt idx="3">
                  <c:v>25.946006047</c:v>
                </c:pt>
                <c:pt idx="4">
                  <c:v>27.474795162</c:v>
                </c:pt>
                <c:pt idx="5">
                  <c:v>28.8329547</c:v>
                </c:pt>
                <c:pt idx="6">
                  <c:v>30.04760301</c:v>
                </c:pt>
                <c:pt idx="7">
                  <c:v>31.141056408</c:v>
                </c:pt>
                <c:pt idx="8">
                  <c:v>32.131655779</c:v>
                </c:pt>
                <c:pt idx="9">
                  <c:v>33.034537659</c:v>
                </c:pt>
                <c:pt idx="10">
                  <c:v>33.862268214</c:v>
                </c:pt>
                <c:pt idx="11">
                  <c:v>34.625338985</c:v>
                </c:pt>
                <c:pt idx="12">
                  <c:v>35.332557571</c:v>
                </c:pt>
                <c:pt idx="13">
                  <c:v>35.991354444</c:v>
                </c:pt>
                <c:pt idx="14">
                  <c:v>36.608022099</c:v>
                </c:pt>
                <c:pt idx="15">
                  <c:v>37.187360723</c:v>
                </c:pt>
                <c:pt idx="16">
                  <c:v>37.732477787</c:v>
                </c:pt>
                <c:pt idx="17">
                  <c:v>38.246559768</c:v>
                </c:pt>
                <c:pt idx="18">
                  <c:v>38.73281795</c:v>
                </c:pt>
                <c:pt idx="19">
                  <c:v>39.194191972</c:v>
                </c:pt>
                <c:pt idx="20">
                  <c:v>39.633284463</c:v>
                </c:pt>
                <c:pt idx="21">
                  <c:v>40.052379452</c:v>
                </c:pt>
                <c:pt idx="22">
                  <c:v>40.453478823</c:v>
                </c:pt>
                <c:pt idx="23">
                  <c:v>40.838338662</c:v>
                </c:pt>
                <c:pt idx="24">
                  <c:v>41.208501588</c:v>
                </c:pt>
                <c:pt idx="25">
                  <c:v>41.565324744</c:v>
                </c:pt>
                <c:pt idx="26">
                  <c:v>41.910003933</c:v>
                </c:pt>
                <c:pt idx="27">
                  <c:v>42.243594418</c:v>
                </c:pt>
                <c:pt idx="28">
                  <c:v>42.567028884</c:v>
                </c:pt>
                <c:pt idx="29">
                  <c:v>42.88113298</c:v>
                </c:pt>
                <c:pt idx="30">
                  <c:v>43.186638796</c:v>
                </c:pt>
                <c:pt idx="31">
                  <c:v>43.459538609</c:v>
                </c:pt>
                <c:pt idx="32">
                  <c:v>43.748647482</c:v>
                </c:pt>
                <c:pt idx="33">
                  <c:v>44.028386477</c:v>
                </c:pt>
                <c:pt idx="34">
                  <c:v>44.29932233</c:v>
                </c:pt>
                <c:pt idx="35">
                  <c:v>44.562237331</c:v>
                </c:pt>
                <c:pt idx="36">
                  <c:v>44.817848328</c:v>
                </c:pt>
                <c:pt idx="37">
                  <c:v>45.066759419</c:v>
                </c:pt>
                <c:pt idx="38">
                  <c:v>45.309472225</c:v>
                </c:pt>
                <c:pt idx="39">
                  <c:v>45.546405005</c:v>
                </c:pt>
                <c:pt idx="40">
                  <c:v>45.777909866</c:v>
                </c:pt>
                <c:pt idx="41">
                  <c:v>46.004286503</c:v>
                </c:pt>
                <c:pt idx="42">
                  <c:v>46.225792864</c:v>
                </c:pt>
                <c:pt idx="43">
                  <c:v>46.442653389</c:v>
                </c:pt>
                <c:pt idx="44">
                  <c:v>46.655065396</c:v>
                </c:pt>
                <c:pt idx="45">
                  <c:v>46.863204058</c:v>
                </c:pt>
                <c:pt idx="46">
                  <c:v>47.067839025</c:v>
                </c:pt>
                <c:pt idx="47">
                  <c:v>47.272237442</c:v>
                </c:pt>
                <c:pt idx="48">
                  <c:v>47.478140546</c:v>
                </c:pt>
                <c:pt idx="49">
                  <c:v>47.685635777</c:v>
                </c:pt>
                <c:pt idx="50">
                  <c:v>47.894396477</c:v>
                </c:pt>
                <c:pt idx="51">
                  <c:v>48.104014303</c:v>
                </c:pt>
                <c:pt idx="52">
                  <c:v>48.313191085</c:v>
                </c:pt>
                <c:pt idx="53">
                  <c:v>48.520363533</c:v>
                </c:pt>
                <c:pt idx="54">
                  <c:v>48.72486315</c:v>
                </c:pt>
                <c:pt idx="55">
                  <c:v>48.926470701</c:v>
                </c:pt>
                <c:pt idx="56">
                  <c:v>49.125125747</c:v>
                </c:pt>
                <c:pt idx="57">
                  <c:v>49.320829668</c:v>
                </c:pt>
                <c:pt idx="58">
                  <c:v>49.513614021</c:v>
                </c:pt>
                <c:pt idx="59">
                  <c:v>49.703528023</c:v>
                </c:pt>
                <c:pt idx="60">
                  <c:v>49.890632015</c:v>
                </c:pt>
                <c:pt idx="61">
                  <c:v>50.074993328</c:v>
                </c:pt>
                <c:pt idx="62">
                  <c:v>50.256683394</c:v>
                </c:pt>
                <c:pt idx="63">
                  <c:v>50.435775686</c:v>
                </c:pt>
                <c:pt idx="64">
                  <c:v>50.612344236</c:v>
                </c:pt>
                <c:pt idx="65">
                  <c:v>50.786462579</c:v>
                </c:pt>
                <c:pt idx="66">
                  <c:v>50.958203013</c:v>
                </c:pt>
                <c:pt idx="67">
                  <c:v>51.127636085</c:v>
                </c:pt>
                <c:pt idx="68">
                  <c:v>51.294830259</c:v>
                </c:pt>
                <c:pt idx="69">
                  <c:v>51.459851703</c:v>
                </c:pt>
                <c:pt idx="70">
                  <c:v>51.622764175</c:v>
                </c:pt>
                <c:pt idx="71">
                  <c:v>51.783628968</c:v>
                </c:pt>
                <c:pt idx="72">
                  <c:v>51.942504918</c:v>
                </c:pt>
                <c:pt idx="73">
                  <c:v>52.099448429</c:v>
                </c:pt>
                <c:pt idx="74">
                  <c:v>52.254513538</c:v>
                </c:pt>
                <c:pt idx="75">
                  <c:v>52.407751984</c:v>
                </c:pt>
                <c:pt idx="76">
                  <c:v>52.546553774</c:v>
                </c:pt>
                <c:pt idx="77">
                  <c:v>52.6949424</c:v>
                </c:pt>
                <c:pt idx="78">
                  <c:v>52.839201733</c:v>
                </c:pt>
                <c:pt idx="79">
                  <c:v>52.979430752</c:v>
                </c:pt>
                <c:pt idx="80">
                  <c:v>53.116034482</c:v>
                </c:pt>
                <c:pt idx="81">
                  <c:v>53.249403208</c:v>
                </c:pt>
                <c:pt idx="82">
                  <c:v>53.379850721</c:v>
                </c:pt>
                <c:pt idx="83">
                  <c:v>53.5076185</c:v>
                </c:pt>
                <c:pt idx="84">
                  <c:v>53.632891079</c:v>
                </c:pt>
                <c:pt idx="85">
                  <c:v>53.755810263</c:v>
                </c:pt>
                <c:pt idx="86">
                  <c:v>53.876486253</c:v>
                </c:pt>
                <c:pt idx="87">
                  <c:v>53.99500599</c:v>
                </c:pt>
                <c:pt idx="88">
                  <c:v>54.111439319</c:v>
                </c:pt>
                <c:pt idx="89">
                  <c:v>54.225843525</c:v>
                </c:pt>
                <c:pt idx="90">
                  <c:v>54.338266674</c:v>
                </c:pt>
                <c:pt idx="91">
                  <c:v>54.449211737</c:v>
                </c:pt>
                <c:pt idx="92">
                  <c:v>54.561730429</c:v>
                </c:pt>
                <c:pt idx="93">
                  <c:v>54.677675186</c:v>
                </c:pt>
                <c:pt idx="94">
                  <c:v>54.797114976</c:v>
                </c:pt>
                <c:pt idx="95">
                  <c:v>54.919651154</c:v>
                </c:pt>
                <c:pt idx="96">
                  <c:v>55.044816864</c:v>
                </c:pt>
                <c:pt idx="97">
                  <c:v>55.171347401</c:v>
                </c:pt>
                <c:pt idx="98">
                  <c:v>55.2975554</c:v>
                </c:pt>
                <c:pt idx="99">
                  <c:v>55.422651971</c:v>
                </c:pt>
                <c:pt idx="100">
                  <c:v>55.546340166</c:v>
                </c:pt>
                <c:pt idx="101">
                  <c:v>55.668500073</c:v>
                </c:pt>
                <c:pt idx="102">
                  <c:v>55.789081629</c:v>
                </c:pt>
                <c:pt idx="103">
                  <c:v>55.908069678</c:v>
                </c:pt>
                <c:pt idx="104">
                  <c:v>56.025470251</c:v>
                </c:pt>
                <c:pt idx="105">
                  <c:v>56.141303446</c:v>
                </c:pt>
                <c:pt idx="106">
                  <c:v>56.255598894</c:v>
                </c:pt>
                <c:pt idx="107">
                  <c:v>56.368392584</c:v>
                </c:pt>
                <c:pt idx="108">
                  <c:v>56.479724552</c:v>
                </c:pt>
                <c:pt idx="109">
                  <c:v>56.589637199</c:v>
                </c:pt>
                <c:pt idx="110">
                  <c:v>56.698174061</c:v>
                </c:pt>
                <c:pt idx="111">
                  <c:v>56.805378916</c:v>
                </c:pt>
                <c:pt idx="112">
                  <c:v>56.911295151</c:v>
                </c:pt>
                <c:pt idx="113">
                  <c:v>57.015965307</c:v>
                </c:pt>
                <c:pt idx="114">
                  <c:v>57.119430779</c:v>
                </c:pt>
                <c:pt idx="115">
                  <c:v>57.221731604</c:v>
                </c:pt>
                <c:pt idx="116">
                  <c:v>57.322906341</c:v>
                </c:pt>
                <c:pt idx="117">
                  <c:v>57.422992</c:v>
                </c:pt>
                <c:pt idx="118">
                  <c:v>57.522024017</c:v>
                </c:pt>
                <c:pt idx="119">
                  <c:v>57.62003625</c:v>
                </c:pt>
                <c:pt idx="120">
                  <c:v>57.717061013</c:v>
                </c:pt>
                <c:pt idx="121">
                  <c:v>57.805090344</c:v>
                </c:pt>
                <c:pt idx="122">
                  <c:v>57.899000473</c:v>
                </c:pt>
                <c:pt idx="123">
                  <c:v>57.989605802</c:v>
                </c:pt>
                <c:pt idx="124">
                  <c:v>58.076933995</c:v>
                </c:pt>
                <c:pt idx="125">
                  <c:v>58.161367969</c:v>
                </c:pt>
                <c:pt idx="126">
                  <c:v>58.243287994</c:v>
                </c:pt>
                <c:pt idx="127">
                  <c:v>58.322999062</c:v>
                </c:pt>
                <c:pt idx="128">
                  <c:v>58.400732933</c:v>
                </c:pt>
                <c:pt idx="129">
                  <c:v>58.47666344</c:v>
                </c:pt>
                <c:pt idx="130">
                  <c:v>58.550921004</c:v>
                </c:pt>
                <c:pt idx="131">
                  <c:v>58.623604056</c:v>
                </c:pt>
                <c:pt idx="132">
                  <c:v>58.694787599</c:v>
                </c:pt>
                <c:pt idx="133">
                  <c:v>58.764529522</c:v>
                </c:pt>
                <c:pt idx="134">
                  <c:v>58.832875253</c:v>
                </c:pt>
                <c:pt idx="135">
                  <c:v>58.899861162</c:v>
                </c:pt>
                <c:pt idx="136">
                  <c:v>58.965853863</c:v>
                </c:pt>
                <c:pt idx="137">
                  <c:v>59.033744601</c:v>
                </c:pt>
                <c:pt idx="138">
                  <c:v>59.105586763</c:v>
                </c:pt>
                <c:pt idx="139">
                  <c:v>59.181518961</c:v>
                </c:pt>
                <c:pt idx="140">
                  <c:v>59.261144547</c:v>
                </c:pt>
                <c:pt idx="141">
                  <c:v>59.343997318</c:v>
                </c:pt>
                <c:pt idx="142">
                  <c:v>59.42890734</c:v>
                </c:pt>
                <c:pt idx="143">
                  <c:v>59.514128526</c:v>
                </c:pt>
                <c:pt idx="144">
                  <c:v>59.598797188</c:v>
                </c:pt>
                <c:pt idx="145">
                  <c:v>59.682582459</c:v>
                </c:pt>
                <c:pt idx="146">
                  <c:v>59.7653466</c:v>
                </c:pt>
                <c:pt idx="147">
                  <c:v>59.84702704</c:v>
                </c:pt>
                <c:pt idx="148">
                  <c:v>59.927598153</c:v>
                </c:pt>
                <c:pt idx="149">
                  <c:v>60.00705653</c:v>
                </c:pt>
                <c:pt idx="150">
                  <c:v>60.085413512</c:v>
                </c:pt>
                <c:pt idx="151">
                  <c:v>60.162690476</c:v>
                </c:pt>
                <c:pt idx="152">
                  <c:v>60.238915558</c:v>
                </c:pt>
                <c:pt idx="153">
                  <c:v>60.314121271</c:v>
                </c:pt>
                <c:pt idx="154">
                  <c:v>60.388342768</c:v>
                </c:pt>
                <c:pt idx="155">
                  <c:v>60.461616571</c:v>
                </c:pt>
                <c:pt idx="156">
                  <c:v>60.533979653</c:v>
                </c:pt>
                <c:pt idx="157">
                  <c:v>60.605468779</c:v>
                </c:pt>
                <c:pt idx="158">
                  <c:v>60.676120034</c:v>
                </c:pt>
                <c:pt idx="159">
                  <c:v>60.745968509</c:v>
                </c:pt>
                <c:pt idx="160">
                  <c:v>60.815048081</c:v>
                </c:pt>
                <c:pt idx="161">
                  <c:v>60.883391281</c:v>
                </c:pt>
                <c:pt idx="162">
                  <c:v>60.951029217</c:v>
                </c:pt>
                <c:pt idx="163">
                  <c:v>61.017991543</c:v>
                </c:pt>
                <c:pt idx="164">
                  <c:v>61.084306454</c:v>
                </c:pt>
                <c:pt idx="165">
                  <c:v>61.150000708</c:v>
                </c:pt>
                <c:pt idx="166">
                  <c:v>61.209654378</c:v>
                </c:pt>
                <c:pt idx="167">
                  <c:v>61.273091177</c:v>
                </c:pt>
                <c:pt idx="168">
                  <c:v>61.333619243</c:v>
                </c:pt>
                <c:pt idx="169">
                  <c:v>61.39119903</c:v>
                </c:pt>
                <c:pt idx="170">
                  <c:v>61.44620006</c:v>
                </c:pt>
                <c:pt idx="171">
                  <c:v>61.499002947</c:v>
                </c:pt>
                <c:pt idx="172">
                  <c:v>61.549914412</c:v>
                </c:pt>
                <c:pt idx="173">
                  <c:v>61.59916678</c:v>
                </c:pt>
                <c:pt idx="174">
                  <c:v>61.64693312</c:v>
                </c:pt>
                <c:pt idx="175">
                  <c:v>61.693342043</c:v>
                </c:pt>
                <c:pt idx="176">
                  <c:v>61.738489421</c:v>
                </c:pt>
                <c:pt idx="177">
                  <c:v>61.782447183</c:v>
                </c:pt>
                <c:pt idx="178">
                  <c:v>61.825269801</c:v>
                </c:pt>
                <c:pt idx="179">
                  <c:v>61.866999063</c:v>
                </c:pt>
                <c:pt idx="180">
                  <c:v>61.907667569</c:v>
                </c:pt>
                <c:pt idx="181">
                  <c:v>61.94753763</c:v>
                </c:pt>
                <c:pt idx="182">
                  <c:v>61.98931251</c:v>
                </c:pt>
                <c:pt idx="183">
                  <c:v>62.035252708</c:v>
                </c:pt>
                <c:pt idx="184">
                  <c:v>62.085584291</c:v>
                </c:pt>
                <c:pt idx="185">
                  <c:v>62.13992254</c:v>
                </c:pt>
                <c:pt idx="186">
                  <c:v>62.197804051</c:v>
                </c:pt>
                <c:pt idx="187">
                  <c:v>62.258159055</c:v>
                </c:pt>
                <c:pt idx="188">
                  <c:v>62.31920201</c:v>
                </c:pt>
                <c:pt idx="189">
                  <c:v>62.379996065</c:v>
                </c:pt>
                <c:pt idx="190">
                  <c:v>62.440179737</c:v>
                </c:pt>
                <c:pt idx="191">
                  <c:v>62.499602109</c:v>
                </c:pt>
                <c:pt idx="192">
                  <c:v>62.558193055</c:v>
                </c:pt>
                <c:pt idx="193">
                  <c:v>62.615921391</c:v>
                </c:pt>
                <c:pt idx="194">
                  <c:v>62.672779078</c:v>
                </c:pt>
                <c:pt idx="195">
                  <c:v>62.728773371</c:v>
                </c:pt>
                <c:pt idx="196">
                  <c:v>62.783921945</c:v>
                </c:pt>
                <c:pt idx="197">
                  <c:v>62.83824951</c:v>
                </c:pt>
                <c:pt idx="198">
                  <c:v>62.891785362</c:v>
                </c:pt>
                <c:pt idx="199">
                  <c:v>62.944561602</c:v>
                </c:pt>
                <c:pt idx="200">
                  <c:v>62.996611823</c:v>
                </c:pt>
                <c:pt idx="201">
                  <c:v>63.047970171</c:v>
                </c:pt>
                <c:pt idx="202">
                  <c:v>63.098670662</c:v>
                </c:pt>
                <c:pt idx="203">
                  <c:v>63.148746703</c:v>
                </c:pt>
                <c:pt idx="204">
                  <c:v>63.198230759</c:v>
                </c:pt>
                <c:pt idx="205">
                  <c:v>63.247154132</c:v>
                </c:pt>
                <c:pt idx="206">
                  <c:v>63.29554682</c:v>
                </c:pt>
                <c:pt idx="207">
                  <c:v>63.343437436</c:v>
                </c:pt>
                <c:pt idx="208">
                  <c:v>63.390853174</c:v>
                </c:pt>
                <c:pt idx="209">
                  <c:v>63.437819802</c:v>
                </c:pt>
                <c:pt idx="210">
                  <c:v>63.484361685</c:v>
                </c:pt>
                <c:pt idx="211">
                  <c:v>63.526647672</c:v>
                </c:pt>
                <c:pt idx="212">
                  <c:v>63.571460379</c:v>
                </c:pt>
                <c:pt idx="213">
                  <c:v>63.613606583</c:v>
                </c:pt>
                <c:pt idx="214">
                  <c:v>63.652974742</c:v>
                </c:pt>
                <c:pt idx="215">
                  <c:v>63.689921074</c:v>
                </c:pt>
                <c:pt idx="216">
                  <c:v>63.724828736</c:v>
                </c:pt>
                <c:pt idx="217">
                  <c:v>63.758008903</c:v>
                </c:pt>
                <c:pt idx="218">
                  <c:v>63.789697262</c:v>
                </c:pt>
                <c:pt idx="219">
                  <c:v>63.820068866</c:v>
                </c:pt>
                <c:pt idx="220">
                  <c:v>63.849253191</c:v>
                </c:pt>
                <c:pt idx="221">
                  <c:v>63.877346143</c:v>
                </c:pt>
                <c:pt idx="222">
                  <c:v>63.90441909</c:v>
                </c:pt>
                <c:pt idx="223">
                  <c:v>63.930525527</c:v>
                </c:pt>
                <c:pt idx="224">
                  <c:v>63.955705973</c:v>
                </c:pt>
                <c:pt idx="225">
                  <c:v>63.979991558</c:v>
                </c:pt>
                <c:pt idx="226">
                  <c:v>64.003564268</c:v>
                </c:pt>
                <c:pt idx="227">
                  <c:v>64.028913605</c:v>
                </c:pt>
                <c:pt idx="228">
                  <c:v>64.058502315</c:v>
                </c:pt>
                <c:pt idx="229">
                  <c:v>64.092657087</c:v>
                </c:pt>
                <c:pt idx="230">
                  <c:v>64.131010805</c:v>
                </c:pt>
                <c:pt idx="231">
                  <c:v>64.173101757</c:v>
                </c:pt>
                <c:pt idx="232">
                  <c:v>64.217958666</c:v>
                </c:pt>
                <c:pt idx="233">
                  <c:v>64.263773412</c:v>
                </c:pt>
                <c:pt idx="234">
                  <c:v>64.309533806</c:v>
                </c:pt>
                <c:pt idx="235">
                  <c:v>64.354847096</c:v>
                </c:pt>
                <c:pt idx="236">
                  <c:v>64.39955009</c:v>
                </c:pt>
                <c:pt idx="237">
                  <c:v>64.443566507</c:v>
                </c:pt>
                <c:pt idx="238">
                  <c:v>64.48686112</c:v>
                </c:pt>
                <c:pt idx="239">
                  <c:v>64.529422784</c:v>
                </c:pt>
                <c:pt idx="240">
                  <c:v>64.571256184</c:v>
                </c:pt>
                <c:pt idx="241">
                  <c:v>64.612376782</c:v>
                </c:pt>
                <c:pt idx="242">
                  <c:v>64.652807333</c:v>
                </c:pt>
                <c:pt idx="243">
                  <c:v>64.692575368</c:v>
                </c:pt>
                <c:pt idx="244">
                  <c:v>64.731711357</c:v>
                </c:pt>
                <c:pt idx="245">
                  <c:v>64.770247375</c:v>
                </c:pt>
                <c:pt idx="246">
                  <c:v>64.808216122</c:v>
                </c:pt>
                <c:pt idx="247">
                  <c:v>64.84565023</c:v>
                </c:pt>
                <c:pt idx="248">
                  <c:v>64.882581766</c:v>
                </c:pt>
                <c:pt idx="249">
                  <c:v>64.91904189</c:v>
                </c:pt>
                <c:pt idx="250">
                  <c:v>64.955060627</c:v>
                </c:pt>
                <c:pt idx="251">
                  <c:v>64.990666717</c:v>
                </c:pt>
                <c:pt idx="252">
                  <c:v>65.025887537</c:v>
                </c:pt>
                <c:pt idx="253">
                  <c:v>65.060749055</c:v>
                </c:pt>
                <c:pt idx="254">
                  <c:v>65.09527583</c:v>
                </c:pt>
                <c:pt idx="255">
                  <c:v>65.129491027</c:v>
                </c:pt>
                <c:pt idx="256">
                  <c:v>65.16058811</c:v>
                </c:pt>
                <c:pt idx="257">
                  <c:v>65.193436314</c:v>
                </c:pt>
                <c:pt idx="258">
                  <c:v>65.223790286</c:v>
                </c:pt>
                <c:pt idx="259">
                  <c:v>65.251459852</c:v>
                </c:pt>
                <c:pt idx="260">
                  <c:v>65.276786087</c:v>
                </c:pt>
                <c:pt idx="261">
                  <c:v>65.300155169</c:v>
                </c:pt>
                <c:pt idx="262">
                  <c:v>65.321883819</c:v>
                </c:pt>
                <c:pt idx="263">
                  <c:v>65.342212284</c:v>
                </c:pt>
                <c:pt idx="264">
                  <c:v>65.361318795</c:v>
                </c:pt>
                <c:pt idx="265">
                  <c:v>65.379334848</c:v>
                </c:pt>
                <c:pt idx="266">
                  <c:v>65.396357502</c:v>
                </c:pt>
                <c:pt idx="267">
                  <c:v>65.412458645</c:v>
                </c:pt>
                <c:pt idx="268">
                  <c:v>65.427691843</c:v>
                </c:pt>
                <c:pt idx="269">
                  <c:v>65.442097358</c:v>
                </c:pt>
                <c:pt idx="270">
                  <c:v>65.455705836</c:v>
                </c:pt>
                <c:pt idx="271">
                  <c:v>65.468639586</c:v>
                </c:pt>
                <c:pt idx="272">
                  <c:v>65.483153133</c:v>
                </c:pt>
                <c:pt idx="273">
                  <c:v>65.501899742</c:v>
                </c:pt>
                <c:pt idx="274">
                  <c:v>65.525319703</c:v>
                </c:pt>
                <c:pt idx="275">
                  <c:v>65.553068235</c:v>
                </c:pt>
                <c:pt idx="276">
                  <c:v>65.584684317</c:v>
                </c:pt>
                <c:pt idx="277">
                  <c:v>65.619289561</c:v>
                </c:pt>
                <c:pt idx="278">
                  <c:v>65.655070735</c:v>
                </c:pt>
                <c:pt idx="279">
                  <c:v>65.690937489</c:v>
                </c:pt>
                <c:pt idx="280">
                  <c:v>65.726463905</c:v>
                </c:pt>
                <c:pt idx="281">
                  <c:v>65.761474388</c:v>
                </c:pt>
                <c:pt idx="282">
                  <c:v>65.795886952</c:v>
                </c:pt>
                <c:pt idx="283">
                  <c:v>65.829662942</c:v>
                </c:pt>
                <c:pt idx="284">
                  <c:v>65.862788756</c:v>
                </c:pt>
                <c:pt idx="285">
                  <c:v>65.895267164</c:v>
                </c:pt>
                <c:pt idx="286">
                  <c:v>65.927112076</c:v>
                </c:pt>
                <c:pt idx="287">
                  <c:v>65.958344948</c:v>
                </c:pt>
                <c:pt idx="288">
                  <c:v>65.988992196</c:v>
                </c:pt>
                <c:pt idx="289">
                  <c:v>66.019083314</c:v>
                </c:pt>
                <c:pt idx="290">
                  <c:v>66.048649496</c:v>
                </c:pt>
                <c:pt idx="291">
                  <c:v>66.077722639</c:v>
                </c:pt>
                <c:pt idx="292">
                  <c:v>66.106334621</c:v>
                </c:pt>
                <c:pt idx="293">
                  <c:v>66.134516795</c:v>
                </c:pt>
                <c:pt idx="294">
                  <c:v>66.162299638</c:v>
                </c:pt>
                <c:pt idx="295">
                  <c:v>66.189712506</c:v>
                </c:pt>
                <c:pt idx="296">
                  <c:v>66.216783491</c:v>
                </c:pt>
                <c:pt idx="297">
                  <c:v>66.243539328</c:v>
                </c:pt>
                <c:pt idx="298">
                  <c:v>66.270005356</c:v>
                </c:pt>
                <c:pt idx="299">
                  <c:v>66.296205505</c:v>
                </c:pt>
                <c:pt idx="300">
                  <c:v>66.322162317</c:v>
                </c:pt>
                <c:pt idx="301">
                  <c:v>66.345755787</c:v>
                </c:pt>
                <c:pt idx="302">
                  <c:v>66.370611584</c:v>
                </c:pt>
                <c:pt idx="303">
                  <c:v>66.393112351</c:v>
                </c:pt>
                <c:pt idx="304">
                  <c:v>66.412982087</c:v>
                </c:pt>
                <c:pt idx="305">
                  <c:v>66.430544034</c:v>
                </c:pt>
                <c:pt idx="306">
                  <c:v>66.446187242</c:v>
                </c:pt>
                <c:pt idx="307">
                  <c:v>66.460234495</c:v>
                </c:pt>
                <c:pt idx="308">
                  <c:v>66.472931256</c:v>
                </c:pt>
                <c:pt idx="309">
                  <c:v>66.484459586</c:v>
                </c:pt>
                <c:pt idx="310">
                  <c:v>66.494953627</c:v>
                </c:pt>
                <c:pt idx="311">
                  <c:v>66.504512189</c:v>
                </c:pt>
                <c:pt idx="312">
                  <c:v>66.513208253</c:v>
                </c:pt>
                <c:pt idx="313">
                  <c:v>66.521095997</c:v>
                </c:pt>
                <c:pt idx="314">
                  <c:v>66.528215958</c:v>
                </c:pt>
                <c:pt idx="315">
                  <c:v>66.534598809</c:v>
                </c:pt>
                <c:pt idx="316">
                  <c:v>66.540324596</c:v>
                </c:pt>
                <c:pt idx="317">
                  <c:v>66.5473988</c:v>
                </c:pt>
                <c:pt idx="318">
                  <c:v>66.558646478</c:v>
                </c:pt>
                <c:pt idx="319">
                  <c:v>66.57463484</c:v>
                </c:pt>
                <c:pt idx="320">
                  <c:v>66.595046164</c:v>
                </c:pt>
                <c:pt idx="321">
                  <c:v>66.619419744</c:v>
                </c:pt>
                <c:pt idx="322">
                  <c:v>66.646961861</c:v>
                </c:pt>
                <c:pt idx="323">
                  <c:v>66.675872251</c:v>
                </c:pt>
                <c:pt idx="324">
                  <c:v>66.704979748</c:v>
                </c:pt>
                <c:pt idx="325">
                  <c:v>66.733822793</c:v>
                </c:pt>
                <c:pt idx="326">
                  <c:v>66.762212798</c:v>
                </c:pt>
                <c:pt idx="327">
                  <c:v>66.790062137</c:v>
                </c:pt>
                <c:pt idx="328">
                  <c:v>66.817328977</c:v>
                </c:pt>
                <c:pt idx="329">
                  <c:v>66.843997562</c:v>
                </c:pt>
                <c:pt idx="330">
                  <c:v>66.870069071</c:v>
                </c:pt>
                <c:pt idx="331">
                  <c:v>66.895556188</c:v>
                </c:pt>
                <c:pt idx="332">
                  <c:v>66.920479398</c:v>
                </c:pt>
                <c:pt idx="333">
                  <c:v>66.944864337</c:v>
                </c:pt>
                <c:pt idx="334">
                  <c:v>66.968739853</c:v>
                </c:pt>
                <c:pt idx="335">
                  <c:v>66.992136593</c:v>
                </c:pt>
                <c:pt idx="336">
                  <c:v>67.015085979</c:v>
                </c:pt>
                <c:pt idx="337">
                  <c:v>67.037619468</c:v>
                </c:pt>
                <c:pt idx="338">
                  <c:v>67.059768026</c:v>
                </c:pt>
                <c:pt idx="339">
                  <c:v>67.081561768</c:v>
                </c:pt>
                <c:pt idx="340">
                  <c:v>67.10302971</c:v>
                </c:pt>
                <c:pt idx="341">
                  <c:v>67.124199612</c:v>
                </c:pt>
                <c:pt idx="342">
                  <c:v>67.145097888</c:v>
                </c:pt>
                <c:pt idx="343">
                  <c:v>67.165749555</c:v>
                </c:pt>
                <c:pt idx="344">
                  <c:v>67.186178231</c:v>
                </c:pt>
                <c:pt idx="345">
                  <c:v>67.206406141</c:v>
                </c:pt>
                <c:pt idx="346">
                  <c:v>67.224788791</c:v>
                </c:pt>
                <c:pt idx="347">
                  <c:v>67.244120737</c:v>
                </c:pt>
                <c:pt idx="348">
                  <c:v>67.26122283</c:v>
                </c:pt>
                <c:pt idx="349">
                  <c:v>67.27572598</c:v>
                </c:pt>
                <c:pt idx="350">
                  <c:v>67.287932303</c:v>
                </c:pt>
                <c:pt idx="351">
                  <c:v>67.298233221</c:v>
                </c:pt>
                <c:pt idx="352">
                  <c:v>67.306957839</c:v>
                </c:pt>
                <c:pt idx="353">
                  <c:v>67.314357236</c:v>
                </c:pt>
                <c:pt idx="354">
                  <c:v>67.320617708</c:v>
                </c:pt>
                <c:pt idx="355">
                  <c:v>67.325876428</c:v>
                </c:pt>
                <c:pt idx="356">
                  <c:v>67.330234313</c:v>
                </c:pt>
                <c:pt idx="357">
                  <c:v>67.333765769</c:v>
                </c:pt>
                <c:pt idx="358">
                  <c:v>67.336525906</c:v>
                </c:pt>
                <c:pt idx="359">
                  <c:v>67.338555831</c:v>
                </c:pt>
                <c:pt idx="360">
                  <c:v>67.33988653</c:v>
                </c:pt>
                <c:pt idx="361">
                  <c:v>67.3405702</c:v>
                </c:pt>
                <c:pt idx="362">
                  <c:v>67.342356348</c:v>
                </c:pt>
                <c:pt idx="363">
                  <c:v>67.348217294</c:v>
                </c:pt>
                <c:pt idx="364">
                  <c:v>67.358860341</c:v>
                </c:pt>
                <c:pt idx="365">
                  <c:v>67.373999851</c:v>
                </c:pt>
                <c:pt idx="366">
                  <c:v>67.393175873</c:v>
                </c:pt>
                <c:pt idx="367">
                  <c:v>67.415669164</c:v>
                </c:pt>
                <c:pt idx="368">
                  <c:v>67.439710802</c:v>
                </c:pt>
                <c:pt idx="369">
                  <c:v>67.464046778</c:v>
                </c:pt>
                <c:pt idx="370">
                  <c:v>67.488177013</c:v>
                </c:pt>
                <c:pt idx="371">
                  <c:v>67.51189905</c:v>
                </c:pt>
                <c:pt idx="372">
                  <c:v>67.535119495</c:v>
                </c:pt>
                <c:pt idx="373">
                  <c:v>67.557793411</c:v>
                </c:pt>
                <c:pt idx="374">
                  <c:v>67.579903025</c:v>
                </c:pt>
                <c:pt idx="375">
                  <c:v>67.601448079</c:v>
                </c:pt>
                <c:pt idx="376">
                  <c:v>67.622440194</c:v>
                </c:pt>
                <c:pt idx="377">
                  <c:v>67.642899059</c:v>
                </c:pt>
                <c:pt idx="378">
                  <c:v>67.662849702</c:v>
                </c:pt>
                <c:pt idx="379">
                  <c:v>67.682320502</c:v>
                </c:pt>
                <c:pt idx="380">
                  <c:v>67.701341739</c:v>
                </c:pt>
                <c:pt idx="381">
                  <c:v>67.719944537</c:v>
                </c:pt>
                <c:pt idx="382">
                  <c:v>67.738160111</c:v>
                </c:pt>
                <c:pt idx="383">
                  <c:v>67.756019219</c:v>
                </c:pt>
                <c:pt idx="384">
                  <c:v>67.773551795</c:v>
                </c:pt>
                <c:pt idx="385">
                  <c:v>67.79078669</c:v>
                </c:pt>
                <c:pt idx="386">
                  <c:v>67.807751511</c:v>
                </c:pt>
                <c:pt idx="387">
                  <c:v>67.824472521</c:v>
                </c:pt>
                <c:pt idx="388">
                  <c:v>67.840974597</c:v>
                </c:pt>
                <c:pt idx="389">
                  <c:v>67.857281211</c:v>
                </c:pt>
                <c:pt idx="390">
                  <c:v>67.873414445</c:v>
                </c:pt>
                <c:pt idx="391">
                  <c:v>67.888068819</c:v>
                </c:pt>
                <c:pt idx="392">
                  <c:v>67.903469204</c:v>
                </c:pt>
                <c:pt idx="393">
                  <c:v>67.916761282</c:v>
                </c:pt>
                <c:pt idx="394">
                  <c:v>67.927475771</c:v>
                </c:pt>
                <c:pt idx="395">
                  <c:v>67.935889987</c:v>
                </c:pt>
                <c:pt idx="396">
                  <c:v>67.942396984</c:v>
                </c:pt>
                <c:pt idx="397">
                  <c:v>67.947332272</c:v>
                </c:pt>
                <c:pt idx="398">
                  <c:v>67.950952812</c:v>
                </c:pt>
                <c:pt idx="399">
                  <c:v>67.953449417</c:v>
                </c:pt>
                <c:pt idx="400">
                  <c:v>67.954962546</c:v>
                </c:pt>
                <c:pt idx="401">
                  <c:v>67.955595454</c:v>
                </c:pt>
                <c:pt idx="402">
                  <c:v>67.955424184</c:v>
                </c:pt>
                <c:pt idx="403">
                  <c:v>67.954504972</c:v>
                </c:pt>
                <c:pt idx="404">
                  <c:v>67.952879678</c:v>
                </c:pt>
                <c:pt idx="405">
                  <c:v>67.950579769</c:v>
                </c:pt>
                <c:pt idx="406">
                  <c:v>67.947641028</c:v>
                </c:pt>
                <c:pt idx="407">
                  <c:v>67.945557681</c:v>
                </c:pt>
                <c:pt idx="408">
                  <c:v>67.947418558</c:v>
                </c:pt>
                <c:pt idx="409">
                  <c:v>67.95408449</c:v>
                </c:pt>
                <c:pt idx="410">
                  <c:v>67.965307365</c:v>
                </c:pt>
                <c:pt idx="411">
                  <c:v>67.980629107</c:v>
                </c:pt>
                <c:pt idx="412">
                  <c:v>67.999393547</c:v>
                </c:pt>
                <c:pt idx="413">
                  <c:v>68.01988109</c:v>
                </c:pt>
                <c:pt idx="414">
                  <c:v>68.040753949</c:v>
                </c:pt>
                <c:pt idx="415">
                  <c:v>68.06147028</c:v>
                </c:pt>
                <c:pt idx="416">
                  <c:v>68.081812706</c:v>
                </c:pt>
                <c:pt idx="417">
                  <c:v>68.101681792</c:v>
                </c:pt>
                <c:pt idx="418">
                  <c:v>68.121029477</c:v>
                </c:pt>
                <c:pt idx="419">
                  <c:v>68.139836012</c:v>
                </c:pt>
                <c:pt idx="420">
                  <c:v>68.158099771</c:v>
                </c:pt>
                <c:pt idx="421">
                  <c:v>68.175831395</c:v>
                </c:pt>
                <c:pt idx="422">
                  <c:v>68.193049861</c:v>
                </c:pt>
                <c:pt idx="423">
                  <c:v>68.20977968</c:v>
                </c:pt>
                <c:pt idx="424">
                  <c:v>68.226048856</c:v>
                </c:pt>
                <c:pt idx="425">
                  <c:v>68.241887398</c:v>
                </c:pt>
                <c:pt idx="426">
                  <c:v>68.257326233</c:v>
                </c:pt>
                <c:pt idx="427">
                  <c:v>68.272396431</c:v>
                </c:pt>
                <c:pt idx="428">
                  <c:v>68.287128643</c:v>
                </c:pt>
                <c:pt idx="429">
                  <c:v>68.301552721</c:v>
                </c:pt>
                <c:pt idx="430">
                  <c:v>68.315697451</c:v>
                </c:pt>
                <c:pt idx="431">
                  <c:v>68.329590386</c:v>
                </c:pt>
                <c:pt idx="432">
                  <c:v>68.343257743</c:v>
                </c:pt>
                <c:pt idx="433">
                  <c:v>68.356724351</c:v>
                </c:pt>
                <c:pt idx="434">
                  <c:v>68.370013637</c:v>
                </c:pt>
                <c:pt idx="435">
                  <c:v>68.383147637</c:v>
                </c:pt>
                <c:pt idx="436">
                  <c:v>68.395068663</c:v>
                </c:pt>
                <c:pt idx="437">
                  <c:v>68.407601572</c:v>
                </c:pt>
                <c:pt idx="438">
                  <c:v>68.418149644</c:v>
                </c:pt>
                <c:pt idx="439">
                  <c:v>68.426137115</c:v>
                </c:pt>
                <c:pt idx="440">
                  <c:v>68.431812268</c:v>
                </c:pt>
                <c:pt idx="441">
                  <c:v>68.435568843</c:v>
                </c:pt>
                <c:pt idx="442">
                  <c:v>68.43774876</c:v>
                </c:pt>
                <c:pt idx="443">
                  <c:v>68.43861506</c:v>
                </c:pt>
                <c:pt idx="444">
                  <c:v>68.438363279</c:v>
                </c:pt>
                <c:pt idx="445">
                  <c:v>68.437137352</c:v>
                </c:pt>
                <c:pt idx="446">
                  <c:v>68.435043036</c:v>
                </c:pt>
                <c:pt idx="447">
                  <c:v>68.43215816</c:v>
                </c:pt>
                <c:pt idx="448">
                  <c:v>68.42854021</c:v>
                </c:pt>
                <c:pt idx="449">
                  <c:v>68.424231917</c:v>
                </c:pt>
                <c:pt idx="450">
                  <c:v>68.419265336</c:v>
                </c:pt>
                <c:pt idx="451">
                  <c:v>68.413668265</c:v>
                </c:pt>
                <c:pt idx="452">
                  <c:v>68.408688299</c:v>
                </c:pt>
                <c:pt idx="453">
                  <c:v>68.407493556</c:v>
                </c:pt>
                <c:pt idx="454">
                  <c:v>68.411112314</c:v>
                </c:pt>
                <c:pt idx="455">
                  <c:v>68.419339865</c:v>
                </c:pt>
                <c:pt idx="456">
                  <c:v>68.4317214</c:v>
                </c:pt>
                <c:pt idx="457">
                  <c:v>68.447652875</c:v>
                </c:pt>
                <c:pt idx="458">
                  <c:v>68.4654799</c:v>
                </c:pt>
                <c:pt idx="459">
                  <c:v>68.483781613</c:v>
                </c:pt>
                <c:pt idx="460">
                  <c:v>68.501971008</c:v>
                </c:pt>
                <c:pt idx="461">
                  <c:v>68.519814509</c:v>
                </c:pt>
                <c:pt idx="462">
                  <c:v>68.537206309</c:v>
                </c:pt>
                <c:pt idx="463">
                  <c:v>68.554095133</c:v>
                </c:pt>
                <c:pt idx="464">
                  <c:v>68.570459256</c:v>
                </c:pt>
                <c:pt idx="465">
                  <c:v>68.586295707</c:v>
                </c:pt>
                <c:pt idx="466">
                  <c:v>68.601614177</c:v>
                </c:pt>
                <c:pt idx="467">
                  <c:v>68.616432972</c:v>
                </c:pt>
                <c:pt idx="468">
                  <c:v>68.630776133</c:v>
                </c:pt>
                <c:pt idx="469">
                  <c:v>68.644671339</c:v>
                </c:pt>
                <c:pt idx="470">
                  <c:v>68.658148378</c:v>
                </c:pt>
                <c:pt idx="471">
                  <c:v>68.671238035</c:v>
                </c:pt>
                <c:pt idx="472">
                  <c:v>68.683971289</c:v>
                </c:pt>
                <c:pt idx="473">
                  <c:v>68.696378742</c:v>
                </c:pt>
                <c:pt idx="474">
                  <c:v>68.708490222</c:v>
                </c:pt>
                <c:pt idx="475">
                  <c:v>68.720334508</c:v>
                </c:pt>
                <c:pt idx="476">
                  <c:v>68.731939155</c:v>
                </c:pt>
                <c:pt idx="477">
                  <c:v>68.74333039</c:v>
                </c:pt>
                <c:pt idx="478">
                  <c:v>68.754533055</c:v>
                </c:pt>
                <c:pt idx="479">
                  <c:v>68.765570589</c:v>
                </c:pt>
                <c:pt idx="480">
                  <c:v>68.77646504</c:v>
                </c:pt>
                <c:pt idx="481">
                  <c:v>68.786343675</c:v>
                </c:pt>
                <c:pt idx="482">
                  <c:v>68.796743713</c:v>
                </c:pt>
                <c:pt idx="483">
                  <c:v>68.805287025</c:v>
                </c:pt>
                <c:pt idx="484">
                  <c:v>68.811286259</c:v>
                </c:pt>
                <c:pt idx="485">
                  <c:v>68.814956001</c:v>
                </c:pt>
                <c:pt idx="486">
                  <c:v>68.816689556</c:v>
                </c:pt>
                <c:pt idx="487">
                  <c:v>68.81683518</c:v>
                </c:pt>
                <c:pt idx="488">
                  <c:v>68.815662141</c:v>
                </c:pt>
                <c:pt idx="489">
                  <c:v>68.81337087</c:v>
                </c:pt>
                <c:pt idx="490">
                  <c:v>68.81010893</c:v>
                </c:pt>
                <c:pt idx="491">
                  <c:v>68.805984711</c:v>
                </c:pt>
                <c:pt idx="492">
                  <c:v>68.801077932</c:v>
                </c:pt>
                <c:pt idx="493">
                  <c:v>68.795447427</c:v>
                </c:pt>
                <c:pt idx="494">
                  <c:v>68.789136876</c:v>
                </c:pt>
                <c:pt idx="495">
                  <c:v>68.782178996</c:v>
                </c:pt>
                <c:pt idx="496">
                  <c:v>68.77459904</c:v>
                </c:pt>
                <c:pt idx="497">
                  <c:v>68.767414537</c:v>
                </c:pt>
                <c:pt idx="498">
                  <c:v>68.763829522</c:v>
                </c:pt>
                <c:pt idx="499">
                  <c:v>68.765053863</c:v>
                </c:pt>
                <c:pt idx="500">
                  <c:v>68.770932698</c:v>
                </c:pt>
                <c:pt idx="501">
                  <c:v>68.781016128</c:v>
                </c:pt>
                <c:pt idx="502">
                  <c:v>68.794741822</c:v>
                </c:pt>
                <c:pt idx="503">
                  <c:v>68.810534224</c:v>
                </c:pt>
                <c:pt idx="504">
                  <c:v>68.826892107</c:v>
                </c:pt>
                <c:pt idx="505">
                  <c:v>68.843179564</c:v>
                </c:pt>
                <c:pt idx="506">
                  <c:v>68.859145421</c:v>
                </c:pt>
                <c:pt idx="507">
                  <c:v>68.874677072</c:v>
                </c:pt>
                <c:pt idx="508">
                  <c:v>68.889719912</c:v>
                </c:pt>
                <c:pt idx="509">
                  <c:v>68.904250202</c:v>
                </c:pt>
                <c:pt idx="510">
                  <c:v>68.918263619</c:v>
                </c:pt>
                <c:pt idx="511">
                  <c:v>68.931768911</c:v>
                </c:pt>
                <c:pt idx="512">
                  <c:v>68.94478373</c:v>
                </c:pt>
                <c:pt idx="513">
                  <c:v>68.957331664</c:v>
                </c:pt>
                <c:pt idx="514">
                  <c:v>68.969440093</c:v>
                </c:pt>
                <c:pt idx="515">
                  <c:v>68.981138611</c:v>
                </c:pt>
                <c:pt idx="516">
                  <c:v>68.992457891</c:v>
                </c:pt>
                <c:pt idx="517">
                  <c:v>69.003428854</c:v>
                </c:pt>
                <c:pt idx="518">
                  <c:v>69.014082083</c:v>
                </c:pt>
                <c:pt idx="519">
                  <c:v>69.024447414</c:v>
                </c:pt>
                <c:pt idx="520">
                  <c:v>69.034553654</c:v>
                </c:pt>
                <c:pt idx="521">
                  <c:v>69.044428395</c:v>
                </c:pt>
                <c:pt idx="522">
                  <c:v>69.05409791</c:v>
                </c:pt>
                <c:pt idx="523">
                  <c:v>69.063587085</c:v>
                </c:pt>
                <c:pt idx="524">
                  <c:v>69.072919409</c:v>
                </c:pt>
                <c:pt idx="525">
                  <c:v>69.082116973</c:v>
                </c:pt>
                <c:pt idx="526">
                  <c:v>69.090447414</c:v>
                </c:pt>
                <c:pt idx="527">
                  <c:v>69.099236364</c:v>
                </c:pt>
                <c:pt idx="528">
                  <c:v>69.106302095</c:v>
                </c:pt>
                <c:pt idx="529">
                  <c:v>69.11084243</c:v>
                </c:pt>
                <c:pt idx="530">
                  <c:v>69.113033146</c:v>
                </c:pt>
                <c:pt idx="531">
                  <c:v>69.113265798</c:v>
                </c:pt>
                <c:pt idx="532">
                  <c:v>69.111894842</c:v>
                </c:pt>
                <c:pt idx="533">
                  <c:v>69.109195896</c:v>
                </c:pt>
                <c:pt idx="534">
                  <c:v>69.105374437</c:v>
                </c:pt>
                <c:pt idx="535">
                  <c:v>69.100581785</c:v>
                </c:pt>
                <c:pt idx="536">
                  <c:v>69.094929074</c:v>
                </c:pt>
                <c:pt idx="537">
                  <c:v>69.088498</c:v>
                </c:pt>
                <c:pt idx="538">
                  <c:v>69.08134882</c:v>
                </c:pt>
                <c:pt idx="539">
                  <c:v>69.073526223</c:v>
                </c:pt>
                <c:pt idx="540">
                  <c:v>69.06506364</c:v>
                </c:pt>
                <c:pt idx="541">
                  <c:v>69.055986387</c:v>
                </c:pt>
                <c:pt idx="542">
                  <c:v>69.047105159</c:v>
                </c:pt>
                <c:pt idx="543">
                  <c:v>69.041613124</c:v>
                </c:pt>
                <c:pt idx="544">
                  <c:v>69.040914189</c:v>
                </c:pt>
                <c:pt idx="545">
                  <c:v>69.044910538</c:v>
                </c:pt>
                <c:pt idx="546">
                  <c:v>69.053159056</c:v>
                </c:pt>
                <c:pt idx="547">
                  <c:v>69.065129758</c:v>
                </c:pt>
                <c:pt idx="548">
                  <c:v>69.079337139</c:v>
                </c:pt>
                <c:pt idx="549">
                  <c:v>69.094204057</c:v>
                </c:pt>
                <c:pt idx="550">
                  <c:v>69.109041789</c:v>
                </c:pt>
                <c:pt idx="551">
                  <c:v>69.123580045</c:v>
                </c:pt>
                <c:pt idx="552">
                  <c:v>69.137698947</c:v>
                </c:pt>
                <c:pt idx="553">
                  <c:v>69.15134041</c:v>
                </c:pt>
                <c:pt idx="554">
                  <c:v>69.164478631</c:v>
                </c:pt>
                <c:pt idx="555">
                  <c:v>69.17710791</c:v>
                </c:pt>
                <c:pt idx="556">
                  <c:v>69.189236048</c:v>
                </c:pt>
                <c:pt idx="557">
                  <c:v>69.200880039</c:v>
                </c:pt>
                <c:pt idx="558">
                  <c:v>69.21206303</c:v>
                </c:pt>
                <c:pt idx="559">
                  <c:v>69.222812107</c:v>
                </c:pt>
                <c:pt idx="560">
                  <c:v>69.233156688</c:v>
                </c:pt>
                <c:pt idx="561">
                  <c:v>69.243127346</c:v>
                </c:pt>
                <c:pt idx="562">
                  <c:v>69.252754963</c:v>
                </c:pt>
                <c:pt idx="563">
                  <c:v>69.262070121</c:v>
                </c:pt>
                <c:pt idx="564">
                  <c:v>69.271102687</c:v>
                </c:pt>
                <c:pt idx="565">
                  <c:v>69.279881512</c:v>
                </c:pt>
                <c:pt idx="566">
                  <c:v>69.288434249</c:v>
                </c:pt>
                <c:pt idx="567">
                  <c:v>69.296787234</c:v>
                </c:pt>
                <c:pt idx="568">
                  <c:v>69.304965425</c:v>
                </c:pt>
                <c:pt idx="569">
                  <c:v>69.312992377</c:v>
                </c:pt>
                <c:pt idx="570">
                  <c:v>69.320890249</c:v>
                </c:pt>
                <c:pt idx="571">
                  <c:v>69.328679829</c:v>
                </c:pt>
                <c:pt idx="572">
                  <c:v>69.335591848</c:v>
                </c:pt>
                <c:pt idx="573">
                  <c:v>69.341564374</c:v>
                </c:pt>
                <c:pt idx="574">
                  <c:v>69.345034227</c:v>
                </c:pt>
                <c:pt idx="575">
                  <c:v>69.346132822</c:v>
                </c:pt>
                <c:pt idx="576">
                  <c:v>69.345248462</c:v>
                </c:pt>
                <c:pt idx="577">
                  <c:v>69.34274161</c:v>
                </c:pt>
                <c:pt idx="578">
                  <c:v>69.338894328</c:v>
                </c:pt>
                <c:pt idx="579">
                  <c:v>69.33391728</c:v>
                </c:pt>
                <c:pt idx="580">
                  <c:v>69.327965666</c:v>
                </c:pt>
                <c:pt idx="581">
                  <c:v>69.321153457</c:v>
                </c:pt>
                <c:pt idx="582">
                  <c:v>69.313564406</c:v>
                </c:pt>
                <c:pt idx="583">
                  <c:v>69.305260253</c:v>
                </c:pt>
                <c:pt idx="584">
                  <c:v>69.29628675</c:v>
                </c:pt>
                <c:pt idx="585">
                  <c:v>69.286678082</c:v>
                </c:pt>
                <c:pt idx="586">
                  <c:v>69.276460096</c:v>
                </c:pt>
                <c:pt idx="587">
                  <c:v>69.26626501</c:v>
                </c:pt>
                <c:pt idx="588">
                  <c:v>69.259225623</c:v>
                </c:pt>
                <c:pt idx="589">
                  <c:v>69.256951056</c:v>
                </c:pt>
                <c:pt idx="590">
                  <c:v>69.259408382</c:v>
                </c:pt>
                <c:pt idx="591">
                  <c:v>69.266163351</c:v>
                </c:pt>
                <c:pt idx="592">
                  <c:v>69.276710236</c:v>
                </c:pt>
                <c:pt idx="593">
                  <c:v>69.289661463</c:v>
                </c:pt>
                <c:pt idx="594">
                  <c:v>69.30337095</c:v>
                </c:pt>
                <c:pt idx="595">
                  <c:v>69.317093074</c:v>
                </c:pt>
                <c:pt idx="596">
                  <c:v>69.330536691</c:v>
                </c:pt>
                <c:pt idx="597">
                  <c:v>69.343574113</c:v>
                </c:pt>
                <c:pt idx="598">
                  <c:v>69.356143605</c:v>
                </c:pt>
                <c:pt idx="599">
                  <c:v>69.36821723</c:v>
                </c:pt>
                <c:pt idx="600">
                  <c:v>69.379787883</c:v>
                </c:pt>
                <c:pt idx="601">
                  <c:v>69.390862399</c:v>
                </c:pt>
                <c:pt idx="602">
                  <c:v>69.401457109</c:v>
                </c:pt>
                <c:pt idx="603">
                  <c:v>69.411594712</c:v>
                </c:pt>
                <c:pt idx="604">
                  <c:v>69.421302007</c:v>
                </c:pt>
                <c:pt idx="605">
                  <c:v>69.430608237</c:v>
                </c:pt>
                <c:pt idx="606">
                  <c:v>69.439543885</c:v>
                </c:pt>
                <c:pt idx="607">
                  <c:v>69.448139801</c:v>
                </c:pt>
                <c:pt idx="608">
                  <c:v>69.456426581</c:v>
                </c:pt>
                <c:pt idx="609">
                  <c:v>69.464434129</c:v>
                </c:pt>
                <c:pt idx="610">
                  <c:v>69.472191358</c:v>
                </c:pt>
                <c:pt idx="611">
                  <c:v>69.479725992</c:v>
                </c:pt>
                <c:pt idx="612">
                  <c:v>69.487064446</c:v>
                </c:pt>
                <c:pt idx="613">
                  <c:v>69.49423176</c:v>
                </c:pt>
                <c:pt idx="614">
                  <c:v>69.501251571</c:v>
                </c:pt>
                <c:pt idx="615">
                  <c:v>69.50814612</c:v>
                </c:pt>
                <c:pt idx="616">
                  <c:v>69.514936274</c:v>
                </c:pt>
                <c:pt idx="617">
                  <c:v>69.52098137</c:v>
                </c:pt>
                <c:pt idx="618">
                  <c:v>69.526145504</c:v>
                </c:pt>
                <c:pt idx="619">
                  <c:v>69.528835248</c:v>
                </c:pt>
                <c:pt idx="620">
                  <c:v>69.529131624</c:v>
                </c:pt>
                <c:pt idx="621">
                  <c:v>69.527417962</c:v>
                </c:pt>
                <c:pt idx="622">
                  <c:v>69.524060474</c:v>
                </c:pt>
                <c:pt idx="623">
                  <c:v>69.519347759</c:v>
                </c:pt>
                <c:pt idx="624">
                  <c:v>69.513495793</c:v>
                </c:pt>
                <c:pt idx="625">
                  <c:v>69.506663772</c:v>
                </c:pt>
                <c:pt idx="626">
                  <c:v>69.498968594</c:v>
                </c:pt>
                <c:pt idx="627">
                  <c:v>69.490496146</c:v>
                </c:pt>
                <c:pt idx="628">
                  <c:v>69.481309702</c:v>
                </c:pt>
                <c:pt idx="629">
                  <c:v>69.471456122</c:v>
                </c:pt>
                <c:pt idx="630">
                  <c:v>69.460970382</c:v>
                </c:pt>
                <c:pt idx="631">
                  <c:v>69.44987889</c:v>
                </c:pt>
                <c:pt idx="632">
                  <c:v>69.438663404</c:v>
                </c:pt>
                <c:pt idx="633">
                  <c:v>69.430350269</c:v>
                </c:pt>
                <c:pt idx="634">
                  <c:v>69.426761209</c:v>
                </c:pt>
                <c:pt idx="635">
                  <c:v>69.427936772</c:v>
                </c:pt>
                <c:pt idx="636">
                  <c:v>69.433453912</c:v>
                </c:pt>
                <c:pt idx="637">
                  <c:v>69.442824197</c:v>
                </c:pt>
                <c:pt idx="638">
                  <c:v>69.454763101</c:v>
                </c:pt>
                <c:pt idx="639">
                  <c:v>69.467564588</c:v>
                </c:pt>
                <c:pt idx="640">
                  <c:v>69.48042196</c:v>
                </c:pt>
                <c:pt idx="641">
                  <c:v>69.493021319</c:v>
                </c:pt>
                <c:pt idx="642">
                  <c:v>69.505226576</c:v>
                </c:pt>
                <c:pt idx="643">
                  <c:v>69.516972151</c:v>
                </c:pt>
                <c:pt idx="644">
                  <c:v>69.528227897</c:v>
                </c:pt>
                <c:pt idx="645">
                  <c:v>69.538985267</c:v>
                </c:pt>
                <c:pt idx="646">
                  <c:v>69.549250106</c:v>
                </c:pt>
                <c:pt idx="647">
                  <c:v>69.559038068</c:v>
                </c:pt>
                <c:pt idx="648">
                  <c:v>69.5683714</c:v>
                </c:pt>
                <c:pt idx="649">
                  <c:v>69.577276608</c:v>
                </c:pt>
                <c:pt idx="650">
                  <c:v>69.585782762</c:v>
                </c:pt>
                <c:pt idx="651">
                  <c:v>69.593920257</c:v>
                </c:pt>
                <c:pt idx="652">
                  <c:v>69.601719917</c:v>
                </c:pt>
                <c:pt idx="653">
                  <c:v>69.609212355</c:v>
                </c:pt>
                <c:pt idx="654">
                  <c:v>69.616427523</c:v>
                </c:pt>
                <c:pt idx="655">
                  <c:v>69.6233944</c:v>
                </c:pt>
                <c:pt idx="656">
                  <c:v>69.630140792</c:v>
                </c:pt>
                <c:pt idx="657">
                  <c:v>69.636693201</c:v>
                </c:pt>
                <c:pt idx="658">
                  <c:v>69.643076759</c:v>
                </c:pt>
                <c:pt idx="659">
                  <c:v>69.649315194</c:v>
                </c:pt>
                <c:pt idx="660">
                  <c:v>69.655430837</c:v>
                </c:pt>
                <c:pt idx="661">
                  <c:v>69.661444645</c:v>
                </c:pt>
                <c:pt idx="662">
                  <c:v>69.666815823</c:v>
                </c:pt>
                <c:pt idx="663">
                  <c:v>69.6713849</c:v>
                </c:pt>
                <c:pt idx="664">
                  <c:v>69.673514657</c:v>
                </c:pt>
                <c:pt idx="665">
                  <c:v>69.673229273</c:v>
                </c:pt>
                <c:pt idx="666">
                  <c:v>69.67090515</c:v>
                </c:pt>
                <c:pt idx="667">
                  <c:v>69.666913935</c:v>
                </c:pt>
                <c:pt idx="668">
                  <c:v>69.66155083</c:v>
                </c:pt>
                <c:pt idx="669">
                  <c:v>69.655037252</c:v>
                </c:pt>
                <c:pt idx="670">
                  <c:v>69.6475365</c:v>
                </c:pt>
                <c:pt idx="671">
                  <c:v>69.639168496</c:v>
                </c:pt>
                <c:pt idx="672">
                  <c:v>69.630021318</c:v>
                </c:pt>
                <c:pt idx="673">
                  <c:v>69.620159837</c:v>
                </c:pt>
                <c:pt idx="674">
                  <c:v>69.609632058</c:v>
                </c:pt>
                <c:pt idx="675">
                  <c:v>69.598473779</c:v>
                </c:pt>
                <c:pt idx="676">
                  <c:v>69.586711993</c:v>
                </c:pt>
                <c:pt idx="677">
                  <c:v>69.574704198</c:v>
                </c:pt>
                <c:pt idx="678">
                  <c:v>69.565329421</c:v>
                </c:pt>
                <c:pt idx="679">
                  <c:v>69.560624786</c:v>
                </c:pt>
                <c:pt idx="680">
                  <c:v>69.56071367</c:v>
                </c:pt>
                <c:pt idx="681">
                  <c:v>69.565186864</c:v>
                </c:pt>
                <c:pt idx="682">
                  <c:v>69.573567553</c:v>
                </c:pt>
                <c:pt idx="683">
                  <c:v>69.584676314</c:v>
                </c:pt>
                <c:pt idx="684">
                  <c:v>69.596758291</c:v>
                </c:pt>
                <c:pt idx="685">
                  <c:v>69.608941478</c:v>
                </c:pt>
                <c:pt idx="686">
                  <c:v>69.620887168</c:v>
                </c:pt>
                <c:pt idx="687">
                  <c:v>69.632450205</c:v>
                </c:pt>
                <c:pt idx="688">
                  <c:v>69.643560956</c:v>
                </c:pt>
                <c:pt idx="689">
                  <c:v>69.654186981</c:v>
                </c:pt>
                <c:pt idx="690">
                  <c:v>69.664318246</c:v>
                </c:pt>
                <c:pt idx="691">
                  <c:v>69.673959583</c:v>
                </c:pt>
                <c:pt idx="692">
                  <c:v>69.683125952</c:v>
                </c:pt>
                <c:pt idx="693">
                  <c:v>69.691839135</c:v>
                </c:pt>
                <c:pt idx="694">
                  <c:v>69.700125341</c:v>
                </c:pt>
                <c:pt idx="695">
                  <c:v>69.708013465</c:v>
                </c:pt>
                <c:pt idx="696">
                  <c:v>69.715533812</c:v>
                </c:pt>
                <c:pt idx="697">
                  <c:v>69.722717183</c:v>
                </c:pt>
                <c:pt idx="698">
                  <c:v>69.729594211</c:v>
                </c:pt>
                <c:pt idx="699">
                  <c:v>69.736194898</c:v>
                </c:pt>
                <c:pt idx="700">
                  <c:v>69.742548297</c:v>
                </c:pt>
                <c:pt idx="701">
                  <c:v>69.748682299</c:v>
                </c:pt>
                <c:pt idx="702">
                  <c:v>69.7546235</c:v>
                </c:pt>
                <c:pt idx="703">
                  <c:v>69.760397128</c:v>
                </c:pt>
                <c:pt idx="704">
                  <c:v>69.766027012</c:v>
                </c:pt>
                <c:pt idx="705">
                  <c:v>69.77153558</c:v>
                </c:pt>
                <c:pt idx="706">
                  <c:v>69.776943881</c:v>
                </c:pt>
                <c:pt idx="707">
                  <c:v>69.781787793</c:v>
                </c:pt>
                <c:pt idx="708">
                  <c:v>69.785922507</c:v>
                </c:pt>
                <c:pt idx="709">
                  <c:v>69.787660834</c:v>
                </c:pt>
                <c:pt idx="710">
                  <c:v>69.786963261</c:v>
                </c:pt>
                <c:pt idx="711">
                  <c:v>69.784197056</c:v>
                </c:pt>
                <c:pt idx="712">
                  <c:v>69.779738917</c:v>
                </c:pt>
                <c:pt idx="713">
                  <c:v>69.773890701</c:v>
                </c:pt>
                <c:pt idx="714">
                  <c:v>69.766879385</c:v>
                </c:pt>
                <c:pt idx="715">
                  <c:v>69.758872487</c:v>
                </c:pt>
                <c:pt idx="716">
                  <c:v>69.749993034</c:v>
                </c:pt>
                <c:pt idx="717">
                  <c:v>69.740331371</c:v>
                </c:pt>
                <c:pt idx="718">
                  <c:v>69.729954009</c:v>
                </c:pt>
                <c:pt idx="719">
                  <c:v>69.718910138</c:v>
                </c:pt>
                <c:pt idx="720">
                  <c:v>69.707236409</c:v>
                </c:pt>
                <c:pt idx="721">
                  <c:v>69.694960425</c:v>
                </c:pt>
                <c:pt idx="722">
                  <c:v>69.690738392</c:v>
                </c:pt>
              </c:numCache>
            </c:numRef>
          </c:yVal>
        </c:ser>
        <c:ser>
          <c:idx val="1"/>
          <c:order val="1"/>
          <c:tx>
            <c:v>Payload, 6 m²</c:v>
          </c:tx>
          <c:spPr>
            <a:ln xmlns:a="http://schemas.openxmlformats.org/drawingml/2006/main" w="23813">
              <a:solidFill>
                <a:srgbClr val="B34C4C"/>
              </a:solidFill>
            </a:ln>
          </c:spPr>
          <c:marker>
            <c:symbol val="none"/>
          </c:marker>
          <c:xVal>
            <c:numRef>
              <c:f>'Chart Data'!$C$2:$C$724</c:f>
              <c:numCache>
                <c:formatCode>General</c:formatCode>
                <c:ptCount val="723"/>
                <c:pt idx="0">
                  <c:v>0</c:v>
                </c:pt>
                <c:pt idx="1">
                  <c:v>0.0333333333333</c:v>
                </c:pt>
                <c:pt idx="2">
                  <c:v>0.0666666666667</c:v>
                </c:pt>
                <c:pt idx="3">
                  <c:v>0.1</c:v>
                </c:pt>
                <c:pt idx="4">
                  <c:v>0.133333333333</c:v>
                </c:pt>
                <c:pt idx="5">
                  <c:v>0.166666666667</c:v>
                </c:pt>
                <c:pt idx="6">
                  <c:v>0.2</c:v>
                </c:pt>
                <c:pt idx="7">
                  <c:v>0.233333333333</c:v>
                </c:pt>
                <c:pt idx="8">
                  <c:v>0.266666666667</c:v>
                </c:pt>
                <c:pt idx="9">
                  <c:v>0.3</c:v>
                </c:pt>
                <c:pt idx="10">
                  <c:v>0.333333333333</c:v>
                </c:pt>
                <c:pt idx="11">
                  <c:v>0.366666666667</c:v>
                </c:pt>
                <c:pt idx="12">
                  <c:v>0.4</c:v>
                </c:pt>
                <c:pt idx="13">
                  <c:v>0.433333333333</c:v>
                </c:pt>
                <c:pt idx="14">
                  <c:v>0.466666666667</c:v>
                </c:pt>
                <c:pt idx="15">
                  <c:v>0.5</c:v>
                </c:pt>
                <c:pt idx="16">
                  <c:v>0.533333333333</c:v>
                </c:pt>
                <c:pt idx="17">
                  <c:v>0.566666666667</c:v>
                </c:pt>
                <c:pt idx="18">
                  <c:v>0.6</c:v>
                </c:pt>
                <c:pt idx="19">
                  <c:v>0.633333333333</c:v>
                </c:pt>
                <c:pt idx="20">
                  <c:v>0.666666666667</c:v>
                </c:pt>
                <c:pt idx="21">
                  <c:v>0.7</c:v>
                </c:pt>
                <c:pt idx="22">
                  <c:v>0.733333333333</c:v>
                </c:pt>
                <c:pt idx="23">
                  <c:v>0.766666666667</c:v>
                </c:pt>
                <c:pt idx="24">
                  <c:v>0.8</c:v>
                </c:pt>
                <c:pt idx="25">
                  <c:v>0.833333333333</c:v>
                </c:pt>
                <c:pt idx="26">
                  <c:v>0.866666666667</c:v>
                </c:pt>
                <c:pt idx="27">
                  <c:v>0.9</c:v>
                </c:pt>
                <c:pt idx="28">
                  <c:v>0.933333333333</c:v>
                </c:pt>
                <c:pt idx="29">
                  <c:v>0.966666666667</c:v>
                </c:pt>
                <c:pt idx="30">
                  <c:v>1</c:v>
                </c:pt>
                <c:pt idx="31">
                  <c:v>1.03055555556</c:v>
                </c:pt>
                <c:pt idx="32">
                  <c:v>1.06388888889</c:v>
                </c:pt>
                <c:pt idx="33">
                  <c:v>1.09722222222</c:v>
                </c:pt>
                <c:pt idx="34">
                  <c:v>1.13055555556</c:v>
                </c:pt>
                <c:pt idx="35">
                  <c:v>1.16388888889</c:v>
                </c:pt>
                <c:pt idx="36">
                  <c:v>1.19722222222</c:v>
                </c:pt>
                <c:pt idx="37">
                  <c:v>1.23055555556</c:v>
                </c:pt>
                <c:pt idx="38">
                  <c:v>1.26388888889</c:v>
                </c:pt>
                <c:pt idx="39">
                  <c:v>1.29722222222</c:v>
                </c:pt>
                <c:pt idx="40">
                  <c:v>1.33055555556</c:v>
                </c:pt>
                <c:pt idx="41">
                  <c:v>1.36388888889</c:v>
                </c:pt>
                <c:pt idx="42">
                  <c:v>1.39722222222</c:v>
                </c:pt>
                <c:pt idx="43">
                  <c:v>1.43055555556</c:v>
                </c:pt>
                <c:pt idx="44">
                  <c:v>1.46388888889</c:v>
                </c:pt>
                <c:pt idx="45">
                  <c:v>1.49722222222</c:v>
                </c:pt>
                <c:pt idx="46">
                  <c:v>1.53055555556</c:v>
                </c:pt>
                <c:pt idx="47">
                  <c:v>1.56388888889</c:v>
                </c:pt>
                <c:pt idx="48">
                  <c:v>1.59722222222</c:v>
                </c:pt>
                <c:pt idx="49">
                  <c:v>1.63055555556</c:v>
                </c:pt>
                <c:pt idx="50">
                  <c:v>1.66388888889</c:v>
                </c:pt>
                <c:pt idx="51">
                  <c:v>1.69722222222</c:v>
                </c:pt>
                <c:pt idx="52">
                  <c:v>1.73055555556</c:v>
                </c:pt>
                <c:pt idx="53">
                  <c:v>1.76388888889</c:v>
                </c:pt>
                <c:pt idx="54">
                  <c:v>1.79722222222</c:v>
                </c:pt>
                <c:pt idx="55">
                  <c:v>1.83055555556</c:v>
                </c:pt>
                <c:pt idx="56">
                  <c:v>1.86388888889</c:v>
                </c:pt>
                <c:pt idx="57">
                  <c:v>1.89722222222</c:v>
                </c:pt>
                <c:pt idx="58">
                  <c:v>1.93055555556</c:v>
                </c:pt>
                <c:pt idx="59">
                  <c:v>1.96388888889</c:v>
                </c:pt>
                <c:pt idx="60">
                  <c:v>1.99722222222</c:v>
                </c:pt>
                <c:pt idx="61">
                  <c:v>2.03055555556</c:v>
                </c:pt>
                <c:pt idx="62">
                  <c:v>2.06388888889</c:v>
                </c:pt>
                <c:pt idx="63">
                  <c:v>2.09722222222</c:v>
                </c:pt>
                <c:pt idx="64">
                  <c:v>2.13055555556</c:v>
                </c:pt>
                <c:pt idx="65">
                  <c:v>2.16388888889</c:v>
                </c:pt>
                <c:pt idx="66">
                  <c:v>2.19722222222</c:v>
                </c:pt>
                <c:pt idx="67">
                  <c:v>2.23055555556</c:v>
                </c:pt>
                <c:pt idx="68">
                  <c:v>2.26388888889</c:v>
                </c:pt>
                <c:pt idx="69">
                  <c:v>2.29722222222</c:v>
                </c:pt>
                <c:pt idx="70">
                  <c:v>2.33055555556</c:v>
                </c:pt>
                <c:pt idx="71">
                  <c:v>2.36388888889</c:v>
                </c:pt>
                <c:pt idx="72">
                  <c:v>2.39722222222</c:v>
                </c:pt>
                <c:pt idx="73">
                  <c:v>2.43055555556</c:v>
                </c:pt>
                <c:pt idx="74">
                  <c:v>2.46388888889</c:v>
                </c:pt>
                <c:pt idx="75">
                  <c:v>2.49722222222</c:v>
                </c:pt>
                <c:pt idx="76">
                  <c:v>2.52777777778</c:v>
                </c:pt>
                <c:pt idx="77">
                  <c:v>2.56111111111</c:v>
                </c:pt>
                <c:pt idx="78">
                  <c:v>2.59444444444</c:v>
                </c:pt>
                <c:pt idx="79">
                  <c:v>2.62777777778</c:v>
                </c:pt>
                <c:pt idx="80">
                  <c:v>2.66111111111</c:v>
                </c:pt>
                <c:pt idx="81">
                  <c:v>2.69444444444</c:v>
                </c:pt>
                <c:pt idx="82">
                  <c:v>2.72777777778</c:v>
                </c:pt>
                <c:pt idx="83">
                  <c:v>2.76111111111</c:v>
                </c:pt>
                <c:pt idx="84">
                  <c:v>2.79444444444</c:v>
                </c:pt>
                <c:pt idx="85">
                  <c:v>2.82777777778</c:v>
                </c:pt>
                <c:pt idx="86">
                  <c:v>2.86111111111</c:v>
                </c:pt>
                <c:pt idx="87">
                  <c:v>2.89444444444</c:v>
                </c:pt>
                <c:pt idx="88">
                  <c:v>2.92777777778</c:v>
                </c:pt>
                <c:pt idx="89">
                  <c:v>2.96111111111</c:v>
                </c:pt>
                <c:pt idx="90">
                  <c:v>2.99444444444</c:v>
                </c:pt>
                <c:pt idx="91">
                  <c:v>3.02777777778</c:v>
                </c:pt>
                <c:pt idx="92">
                  <c:v>3.06111111111</c:v>
                </c:pt>
                <c:pt idx="93">
                  <c:v>3.09444444444</c:v>
                </c:pt>
                <c:pt idx="94">
                  <c:v>3.12777777778</c:v>
                </c:pt>
                <c:pt idx="95">
                  <c:v>3.16111111111</c:v>
                </c:pt>
                <c:pt idx="96">
                  <c:v>3.19444444444</c:v>
                </c:pt>
                <c:pt idx="97">
                  <c:v>3.22777777778</c:v>
                </c:pt>
                <c:pt idx="98">
                  <c:v>3.26111111111</c:v>
                </c:pt>
                <c:pt idx="99">
                  <c:v>3.29444444444</c:v>
                </c:pt>
                <c:pt idx="100">
                  <c:v>3.32777777778</c:v>
                </c:pt>
                <c:pt idx="101">
                  <c:v>3.36111111111</c:v>
                </c:pt>
                <c:pt idx="102">
                  <c:v>3.39444444444</c:v>
                </c:pt>
                <c:pt idx="103">
                  <c:v>3.42777777778</c:v>
                </c:pt>
                <c:pt idx="104">
                  <c:v>3.46111111111</c:v>
                </c:pt>
                <c:pt idx="105">
                  <c:v>3.49444444444</c:v>
                </c:pt>
                <c:pt idx="106">
                  <c:v>3.52777777778</c:v>
                </c:pt>
                <c:pt idx="107">
                  <c:v>3.56111111111</c:v>
                </c:pt>
                <c:pt idx="108">
                  <c:v>3.59444444444</c:v>
                </c:pt>
                <c:pt idx="109">
                  <c:v>3.62777777778</c:v>
                </c:pt>
                <c:pt idx="110">
                  <c:v>3.66111111111</c:v>
                </c:pt>
                <c:pt idx="111">
                  <c:v>3.69444444444</c:v>
                </c:pt>
                <c:pt idx="112">
                  <c:v>3.72777777778</c:v>
                </c:pt>
                <c:pt idx="113">
                  <c:v>3.76111111111</c:v>
                </c:pt>
                <c:pt idx="114">
                  <c:v>3.79444444444</c:v>
                </c:pt>
                <c:pt idx="115">
                  <c:v>3.82777777778</c:v>
                </c:pt>
                <c:pt idx="116">
                  <c:v>3.86111111111</c:v>
                </c:pt>
                <c:pt idx="117">
                  <c:v>3.89444444444</c:v>
                </c:pt>
                <c:pt idx="118">
                  <c:v>3.92777777778</c:v>
                </c:pt>
                <c:pt idx="119">
                  <c:v>3.96111111111</c:v>
                </c:pt>
                <c:pt idx="120">
                  <c:v>3.99444444444</c:v>
                </c:pt>
                <c:pt idx="121">
                  <c:v>4.025</c:v>
                </c:pt>
                <c:pt idx="122">
                  <c:v>4.05833333333</c:v>
                </c:pt>
                <c:pt idx="123">
                  <c:v>4.09166666667</c:v>
                </c:pt>
                <c:pt idx="124">
                  <c:v>4.125</c:v>
                </c:pt>
                <c:pt idx="125">
                  <c:v>4.15833333333</c:v>
                </c:pt>
                <c:pt idx="126">
                  <c:v>4.19166666667</c:v>
                </c:pt>
                <c:pt idx="127">
                  <c:v>4.225</c:v>
                </c:pt>
                <c:pt idx="128">
                  <c:v>4.25833333333</c:v>
                </c:pt>
                <c:pt idx="129">
                  <c:v>4.29166666667</c:v>
                </c:pt>
                <c:pt idx="130">
                  <c:v>4.325</c:v>
                </c:pt>
                <c:pt idx="131">
                  <c:v>4.35833333333</c:v>
                </c:pt>
                <c:pt idx="132">
                  <c:v>4.39166666667</c:v>
                </c:pt>
                <c:pt idx="133">
                  <c:v>4.425</c:v>
                </c:pt>
                <c:pt idx="134">
                  <c:v>4.45833333333</c:v>
                </c:pt>
                <c:pt idx="135">
                  <c:v>4.49166666667</c:v>
                </c:pt>
                <c:pt idx="136">
                  <c:v>4.525</c:v>
                </c:pt>
                <c:pt idx="137">
                  <c:v>4.55833333333</c:v>
                </c:pt>
                <c:pt idx="138">
                  <c:v>4.59166666667</c:v>
                </c:pt>
                <c:pt idx="139">
                  <c:v>4.625</c:v>
                </c:pt>
                <c:pt idx="140">
                  <c:v>4.65833333333</c:v>
                </c:pt>
                <c:pt idx="141">
                  <c:v>4.69166666667</c:v>
                </c:pt>
                <c:pt idx="142">
                  <c:v>4.725</c:v>
                </c:pt>
                <c:pt idx="143">
                  <c:v>4.75833333333</c:v>
                </c:pt>
                <c:pt idx="144">
                  <c:v>4.79166666667</c:v>
                </c:pt>
                <c:pt idx="145">
                  <c:v>4.825</c:v>
                </c:pt>
                <c:pt idx="146">
                  <c:v>4.85833333333</c:v>
                </c:pt>
                <c:pt idx="147">
                  <c:v>4.89166666667</c:v>
                </c:pt>
                <c:pt idx="148">
                  <c:v>4.925</c:v>
                </c:pt>
                <c:pt idx="149">
                  <c:v>4.95833333333</c:v>
                </c:pt>
                <c:pt idx="150">
                  <c:v>4.99166666667</c:v>
                </c:pt>
                <c:pt idx="151">
                  <c:v>5.025</c:v>
                </c:pt>
                <c:pt idx="152">
                  <c:v>5.05833333333</c:v>
                </c:pt>
                <c:pt idx="153">
                  <c:v>5.09166666667</c:v>
                </c:pt>
                <c:pt idx="154">
                  <c:v>5.125</c:v>
                </c:pt>
                <c:pt idx="155">
                  <c:v>5.15833333333</c:v>
                </c:pt>
                <c:pt idx="156">
                  <c:v>5.19166666667</c:v>
                </c:pt>
                <c:pt idx="157">
                  <c:v>5.225</c:v>
                </c:pt>
                <c:pt idx="158">
                  <c:v>5.25833333333</c:v>
                </c:pt>
                <c:pt idx="159">
                  <c:v>5.29166666667</c:v>
                </c:pt>
                <c:pt idx="160">
                  <c:v>5.325</c:v>
                </c:pt>
                <c:pt idx="161">
                  <c:v>5.35833333333</c:v>
                </c:pt>
                <c:pt idx="162">
                  <c:v>5.39166666667</c:v>
                </c:pt>
                <c:pt idx="163">
                  <c:v>5.425</c:v>
                </c:pt>
                <c:pt idx="164">
                  <c:v>5.45833333333</c:v>
                </c:pt>
                <c:pt idx="165">
                  <c:v>5.49166666667</c:v>
                </c:pt>
                <c:pt idx="166">
                  <c:v>5.52222222222</c:v>
                </c:pt>
                <c:pt idx="167">
                  <c:v>5.55555555556</c:v>
                </c:pt>
                <c:pt idx="168">
                  <c:v>5.58888888889</c:v>
                </c:pt>
                <c:pt idx="169">
                  <c:v>5.62222222222</c:v>
                </c:pt>
                <c:pt idx="170">
                  <c:v>5.65555555556</c:v>
                </c:pt>
                <c:pt idx="171">
                  <c:v>5.68888888889</c:v>
                </c:pt>
                <c:pt idx="172">
                  <c:v>5.72222222222</c:v>
                </c:pt>
                <c:pt idx="173">
                  <c:v>5.75555555556</c:v>
                </c:pt>
                <c:pt idx="174">
                  <c:v>5.78888888889</c:v>
                </c:pt>
                <c:pt idx="175">
                  <c:v>5.82222222222</c:v>
                </c:pt>
                <c:pt idx="176">
                  <c:v>5.85555555556</c:v>
                </c:pt>
                <c:pt idx="177">
                  <c:v>5.88888888889</c:v>
                </c:pt>
                <c:pt idx="178">
                  <c:v>5.92222222222</c:v>
                </c:pt>
                <c:pt idx="179">
                  <c:v>5.95555555556</c:v>
                </c:pt>
                <c:pt idx="180">
                  <c:v>5.98888888889</c:v>
                </c:pt>
                <c:pt idx="181">
                  <c:v>6.02222222222</c:v>
                </c:pt>
                <c:pt idx="182">
                  <c:v>6.05555555556</c:v>
                </c:pt>
                <c:pt idx="183">
                  <c:v>6.08888888889</c:v>
                </c:pt>
                <c:pt idx="184">
                  <c:v>6.12222222222</c:v>
                </c:pt>
                <c:pt idx="185">
                  <c:v>6.15555555556</c:v>
                </c:pt>
                <c:pt idx="186">
                  <c:v>6.18888888889</c:v>
                </c:pt>
                <c:pt idx="187">
                  <c:v>6.22222222222</c:v>
                </c:pt>
                <c:pt idx="188">
                  <c:v>6.25555555556</c:v>
                </c:pt>
                <c:pt idx="189">
                  <c:v>6.28888888889</c:v>
                </c:pt>
                <c:pt idx="190">
                  <c:v>6.32222222222</c:v>
                </c:pt>
                <c:pt idx="191">
                  <c:v>6.35555555556</c:v>
                </c:pt>
                <c:pt idx="192">
                  <c:v>6.38888888889</c:v>
                </c:pt>
                <c:pt idx="193">
                  <c:v>6.42222222222</c:v>
                </c:pt>
                <c:pt idx="194">
                  <c:v>6.45555555556</c:v>
                </c:pt>
                <c:pt idx="195">
                  <c:v>6.48888888889</c:v>
                </c:pt>
                <c:pt idx="196">
                  <c:v>6.52222222222</c:v>
                </c:pt>
                <c:pt idx="197">
                  <c:v>6.55555555556</c:v>
                </c:pt>
                <c:pt idx="198">
                  <c:v>6.58888888889</c:v>
                </c:pt>
                <c:pt idx="199">
                  <c:v>6.62222222222</c:v>
                </c:pt>
                <c:pt idx="200">
                  <c:v>6.65555555556</c:v>
                </c:pt>
                <c:pt idx="201">
                  <c:v>6.68888888889</c:v>
                </c:pt>
                <c:pt idx="202">
                  <c:v>6.72222222222</c:v>
                </c:pt>
                <c:pt idx="203">
                  <c:v>6.75555555556</c:v>
                </c:pt>
                <c:pt idx="204">
                  <c:v>6.78888888889</c:v>
                </c:pt>
                <c:pt idx="205">
                  <c:v>6.82222222222</c:v>
                </c:pt>
                <c:pt idx="206">
                  <c:v>6.85555555556</c:v>
                </c:pt>
                <c:pt idx="207">
                  <c:v>6.88888888889</c:v>
                </c:pt>
                <c:pt idx="208">
                  <c:v>6.92222222222</c:v>
                </c:pt>
                <c:pt idx="209">
                  <c:v>6.95555555556</c:v>
                </c:pt>
                <c:pt idx="210">
                  <c:v>6.98888888889</c:v>
                </c:pt>
                <c:pt idx="211">
                  <c:v>7.01944444444</c:v>
                </c:pt>
                <c:pt idx="212">
                  <c:v>7.05277777778</c:v>
                </c:pt>
                <c:pt idx="213">
                  <c:v>7.08611111111</c:v>
                </c:pt>
                <c:pt idx="214">
                  <c:v>7.11944444444</c:v>
                </c:pt>
                <c:pt idx="215">
                  <c:v>7.15277777778</c:v>
                </c:pt>
                <c:pt idx="216">
                  <c:v>7.18611111111</c:v>
                </c:pt>
                <c:pt idx="217">
                  <c:v>7.21944444444</c:v>
                </c:pt>
                <c:pt idx="218">
                  <c:v>7.25277777778</c:v>
                </c:pt>
                <c:pt idx="219">
                  <c:v>7.28611111111</c:v>
                </c:pt>
                <c:pt idx="220">
                  <c:v>7.31944444444</c:v>
                </c:pt>
                <c:pt idx="221">
                  <c:v>7.35277777778</c:v>
                </c:pt>
                <c:pt idx="222">
                  <c:v>7.38611111111</c:v>
                </c:pt>
                <c:pt idx="223">
                  <c:v>7.41944444444</c:v>
                </c:pt>
                <c:pt idx="224">
                  <c:v>7.45277777778</c:v>
                </c:pt>
                <c:pt idx="225">
                  <c:v>7.48611111111</c:v>
                </c:pt>
                <c:pt idx="226">
                  <c:v>7.51944444444</c:v>
                </c:pt>
                <c:pt idx="227">
                  <c:v>7.55277777778</c:v>
                </c:pt>
                <c:pt idx="228">
                  <c:v>7.58611111111</c:v>
                </c:pt>
                <c:pt idx="229">
                  <c:v>7.61944444444</c:v>
                </c:pt>
                <c:pt idx="230">
                  <c:v>7.65277777778</c:v>
                </c:pt>
                <c:pt idx="231">
                  <c:v>7.68611111111</c:v>
                </c:pt>
                <c:pt idx="232">
                  <c:v>7.71944444444</c:v>
                </c:pt>
                <c:pt idx="233">
                  <c:v>7.75277777778</c:v>
                </c:pt>
                <c:pt idx="234">
                  <c:v>7.78611111111</c:v>
                </c:pt>
                <c:pt idx="235">
                  <c:v>7.81944444444</c:v>
                </c:pt>
                <c:pt idx="236">
                  <c:v>7.85277777778</c:v>
                </c:pt>
                <c:pt idx="237">
                  <c:v>7.88611111111</c:v>
                </c:pt>
                <c:pt idx="238">
                  <c:v>7.91944444444</c:v>
                </c:pt>
                <c:pt idx="239">
                  <c:v>7.95277777778</c:v>
                </c:pt>
                <c:pt idx="240">
                  <c:v>7.98611111111</c:v>
                </c:pt>
                <c:pt idx="241">
                  <c:v>8.01944444444</c:v>
                </c:pt>
                <c:pt idx="242">
                  <c:v>8.05277777778</c:v>
                </c:pt>
                <c:pt idx="243">
                  <c:v>8.08611111111</c:v>
                </c:pt>
                <c:pt idx="244">
                  <c:v>8.11944444444</c:v>
                </c:pt>
                <c:pt idx="245">
                  <c:v>8.15277777778</c:v>
                </c:pt>
                <c:pt idx="246">
                  <c:v>8.18611111111</c:v>
                </c:pt>
                <c:pt idx="247">
                  <c:v>8.21944444444</c:v>
                </c:pt>
                <c:pt idx="248">
                  <c:v>8.25277777778</c:v>
                </c:pt>
                <c:pt idx="249">
                  <c:v>8.28611111111</c:v>
                </c:pt>
                <c:pt idx="250">
                  <c:v>8.31944444444</c:v>
                </c:pt>
                <c:pt idx="251">
                  <c:v>8.35277777778</c:v>
                </c:pt>
                <c:pt idx="252">
                  <c:v>8.38611111111</c:v>
                </c:pt>
                <c:pt idx="253">
                  <c:v>8.41944444444</c:v>
                </c:pt>
                <c:pt idx="254">
                  <c:v>8.45277777778</c:v>
                </c:pt>
                <c:pt idx="255">
                  <c:v>8.48611111111</c:v>
                </c:pt>
                <c:pt idx="256">
                  <c:v>8.51666666667</c:v>
                </c:pt>
                <c:pt idx="257">
                  <c:v>8.55</c:v>
                </c:pt>
                <c:pt idx="258">
                  <c:v>8.58333333333</c:v>
                </c:pt>
                <c:pt idx="259">
                  <c:v>8.61666666667</c:v>
                </c:pt>
                <c:pt idx="260">
                  <c:v>8.65</c:v>
                </c:pt>
                <c:pt idx="261">
                  <c:v>8.68333333333</c:v>
                </c:pt>
                <c:pt idx="262">
                  <c:v>8.71666666667</c:v>
                </c:pt>
                <c:pt idx="263">
                  <c:v>8.75</c:v>
                </c:pt>
                <c:pt idx="264">
                  <c:v>8.78333333333</c:v>
                </c:pt>
                <c:pt idx="265">
                  <c:v>8.81666666667</c:v>
                </c:pt>
                <c:pt idx="266">
                  <c:v>8.85</c:v>
                </c:pt>
                <c:pt idx="267">
                  <c:v>8.88333333333</c:v>
                </c:pt>
                <c:pt idx="268">
                  <c:v>8.91666666667</c:v>
                </c:pt>
                <c:pt idx="269">
                  <c:v>8.95</c:v>
                </c:pt>
                <c:pt idx="270">
                  <c:v>8.98333333333</c:v>
                </c:pt>
                <c:pt idx="271">
                  <c:v>9.01666666667</c:v>
                </c:pt>
                <c:pt idx="272">
                  <c:v>9.05</c:v>
                </c:pt>
                <c:pt idx="273">
                  <c:v>9.08333333333</c:v>
                </c:pt>
                <c:pt idx="274">
                  <c:v>9.11666666667</c:v>
                </c:pt>
                <c:pt idx="275">
                  <c:v>9.15</c:v>
                </c:pt>
                <c:pt idx="276">
                  <c:v>9.18333333333</c:v>
                </c:pt>
                <c:pt idx="277">
                  <c:v>9.21666666667</c:v>
                </c:pt>
                <c:pt idx="278">
                  <c:v>9.25</c:v>
                </c:pt>
                <c:pt idx="279">
                  <c:v>9.28333333333</c:v>
                </c:pt>
                <c:pt idx="280">
                  <c:v>9.31666666667</c:v>
                </c:pt>
                <c:pt idx="281">
                  <c:v>9.35</c:v>
                </c:pt>
                <c:pt idx="282">
                  <c:v>9.38333333333</c:v>
                </c:pt>
                <c:pt idx="283">
                  <c:v>9.41666666667</c:v>
                </c:pt>
                <c:pt idx="284">
                  <c:v>9.45</c:v>
                </c:pt>
                <c:pt idx="285">
                  <c:v>9.48333333333</c:v>
                </c:pt>
                <c:pt idx="286">
                  <c:v>9.51666666667</c:v>
                </c:pt>
                <c:pt idx="287">
                  <c:v>9.55</c:v>
                </c:pt>
                <c:pt idx="288">
                  <c:v>9.58333333333</c:v>
                </c:pt>
                <c:pt idx="289">
                  <c:v>9.61666666667</c:v>
                </c:pt>
                <c:pt idx="290">
                  <c:v>9.65</c:v>
                </c:pt>
                <c:pt idx="291">
                  <c:v>9.68333333333</c:v>
                </c:pt>
                <c:pt idx="292">
                  <c:v>9.71666666667</c:v>
                </c:pt>
                <c:pt idx="293">
                  <c:v>9.75</c:v>
                </c:pt>
                <c:pt idx="294">
                  <c:v>9.78333333333</c:v>
                </c:pt>
                <c:pt idx="295">
                  <c:v>9.81666666667</c:v>
                </c:pt>
                <c:pt idx="296">
                  <c:v>9.85</c:v>
                </c:pt>
                <c:pt idx="297">
                  <c:v>9.88333333333</c:v>
                </c:pt>
                <c:pt idx="298">
                  <c:v>9.91666666667</c:v>
                </c:pt>
                <c:pt idx="299">
                  <c:v>9.95</c:v>
                </c:pt>
                <c:pt idx="300">
                  <c:v>9.98333333333</c:v>
                </c:pt>
                <c:pt idx="301">
                  <c:v>10.0138888889</c:v>
                </c:pt>
                <c:pt idx="302">
                  <c:v>10.0472222222</c:v>
                </c:pt>
                <c:pt idx="303">
                  <c:v>10.0805555556</c:v>
                </c:pt>
                <c:pt idx="304">
                  <c:v>10.1138888889</c:v>
                </c:pt>
                <c:pt idx="305">
                  <c:v>10.1472222222</c:v>
                </c:pt>
                <c:pt idx="306">
                  <c:v>10.1805555556</c:v>
                </c:pt>
                <c:pt idx="307">
                  <c:v>10.2138888889</c:v>
                </c:pt>
                <c:pt idx="308">
                  <c:v>10.2472222222</c:v>
                </c:pt>
                <c:pt idx="309">
                  <c:v>10.2805555556</c:v>
                </c:pt>
                <c:pt idx="310">
                  <c:v>10.3138888889</c:v>
                </c:pt>
                <c:pt idx="311">
                  <c:v>10.3472222222</c:v>
                </c:pt>
                <c:pt idx="312">
                  <c:v>10.3805555556</c:v>
                </c:pt>
                <c:pt idx="313">
                  <c:v>10.4138888889</c:v>
                </c:pt>
                <c:pt idx="314">
                  <c:v>10.4472222222</c:v>
                </c:pt>
                <c:pt idx="315">
                  <c:v>10.4805555556</c:v>
                </c:pt>
                <c:pt idx="316">
                  <c:v>10.5138888889</c:v>
                </c:pt>
                <c:pt idx="317">
                  <c:v>10.5472222222</c:v>
                </c:pt>
                <c:pt idx="318">
                  <c:v>10.5805555556</c:v>
                </c:pt>
                <c:pt idx="319">
                  <c:v>10.6138888889</c:v>
                </c:pt>
                <c:pt idx="320">
                  <c:v>10.6472222222</c:v>
                </c:pt>
                <c:pt idx="321">
                  <c:v>10.6805555556</c:v>
                </c:pt>
                <c:pt idx="322">
                  <c:v>10.7138888889</c:v>
                </c:pt>
                <c:pt idx="323">
                  <c:v>10.7472222222</c:v>
                </c:pt>
                <c:pt idx="324">
                  <c:v>10.7805555556</c:v>
                </c:pt>
                <c:pt idx="325">
                  <c:v>10.8138888889</c:v>
                </c:pt>
                <c:pt idx="326">
                  <c:v>10.8472222222</c:v>
                </c:pt>
                <c:pt idx="327">
                  <c:v>10.8805555556</c:v>
                </c:pt>
                <c:pt idx="328">
                  <c:v>10.9138888889</c:v>
                </c:pt>
                <c:pt idx="329">
                  <c:v>10.9472222222</c:v>
                </c:pt>
                <c:pt idx="330">
                  <c:v>10.9805555556</c:v>
                </c:pt>
                <c:pt idx="331">
                  <c:v>11.0138888889</c:v>
                </c:pt>
                <c:pt idx="332">
                  <c:v>11.0472222222</c:v>
                </c:pt>
                <c:pt idx="333">
                  <c:v>11.0805555556</c:v>
                </c:pt>
                <c:pt idx="334">
                  <c:v>11.1138888889</c:v>
                </c:pt>
                <c:pt idx="335">
                  <c:v>11.1472222222</c:v>
                </c:pt>
                <c:pt idx="336">
                  <c:v>11.1805555556</c:v>
                </c:pt>
                <c:pt idx="337">
                  <c:v>11.2138888889</c:v>
                </c:pt>
                <c:pt idx="338">
                  <c:v>11.2472222222</c:v>
                </c:pt>
                <c:pt idx="339">
                  <c:v>11.2805555556</c:v>
                </c:pt>
                <c:pt idx="340">
                  <c:v>11.3138888889</c:v>
                </c:pt>
                <c:pt idx="341">
                  <c:v>11.3472222222</c:v>
                </c:pt>
                <c:pt idx="342">
                  <c:v>11.3805555556</c:v>
                </c:pt>
                <c:pt idx="343">
                  <c:v>11.4138888889</c:v>
                </c:pt>
                <c:pt idx="344">
                  <c:v>11.4472222222</c:v>
                </c:pt>
                <c:pt idx="345">
                  <c:v>11.4805555556</c:v>
                </c:pt>
                <c:pt idx="346">
                  <c:v>11.5111111111</c:v>
                </c:pt>
                <c:pt idx="347">
                  <c:v>11.5444444444</c:v>
                </c:pt>
                <c:pt idx="348">
                  <c:v>11.5777777778</c:v>
                </c:pt>
                <c:pt idx="349">
                  <c:v>11.6111111111</c:v>
                </c:pt>
                <c:pt idx="350">
                  <c:v>11.6444444444</c:v>
                </c:pt>
                <c:pt idx="351">
                  <c:v>11.6777777778</c:v>
                </c:pt>
                <c:pt idx="352">
                  <c:v>11.7111111111</c:v>
                </c:pt>
                <c:pt idx="353">
                  <c:v>11.7444444444</c:v>
                </c:pt>
                <c:pt idx="354">
                  <c:v>11.7777777778</c:v>
                </c:pt>
                <c:pt idx="355">
                  <c:v>11.8111111111</c:v>
                </c:pt>
                <c:pt idx="356">
                  <c:v>11.8444444444</c:v>
                </c:pt>
                <c:pt idx="357">
                  <c:v>11.8777777778</c:v>
                </c:pt>
                <c:pt idx="358">
                  <c:v>11.9111111111</c:v>
                </c:pt>
                <c:pt idx="359">
                  <c:v>11.9444444444</c:v>
                </c:pt>
                <c:pt idx="360">
                  <c:v>11.9777777778</c:v>
                </c:pt>
                <c:pt idx="361">
                  <c:v>12.0111111111</c:v>
                </c:pt>
                <c:pt idx="362">
                  <c:v>12.0444444444</c:v>
                </c:pt>
                <c:pt idx="363">
                  <c:v>12.0777777778</c:v>
                </c:pt>
                <c:pt idx="364">
                  <c:v>12.1111111111</c:v>
                </c:pt>
                <c:pt idx="365">
                  <c:v>12.1444444444</c:v>
                </c:pt>
                <c:pt idx="366">
                  <c:v>12.1777777778</c:v>
                </c:pt>
                <c:pt idx="367">
                  <c:v>12.2111111111</c:v>
                </c:pt>
                <c:pt idx="368">
                  <c:v>12.2444444444</c:v>
                </c:pt>
                <c:pt idx="369">
                  <c:v>12.2777777778</c:v>
                </c:pt>
                <c:pt idx="370">
                  <c:v>12.3111111111</c:v>
                </c:pt>
                <c:pt idx="371">
                  <c:v>12.3444444444</c:v>
                </c:pt>
                <c:pt idx="372">
                  <c:v>12.3777777778</c:v>
                </c:pt>
                <c:pt idx="373">
                  <c:v>12.4111111111</c:v>
                </c:pt>
                <c:pt idx="374">
                  <c:v>12.4444444444</c:v>
                </c:pt>
                <c:pt idx="375">
                  <c:v>12.4777777778</c:v>
                </c:pt>
                <c:pt idx="376">
                  <c:v>12.5111111111</c:v>
                </c:pt>
                <c:pt idx="377">
                  <c:v>12.5444444444</c:v>
                </c:pt>
                <c:pt idx="378">
                  <c:v>12.5777777778</c:v>
                </c:pt>
                <c:pt idx="379">
                  <c:v>12.6111111111</c:v>
                </c:pt>
                <c:pt idx="380">
                  <c:v>12.6444444444</c:v>
                </c:pt>
                <c:pt idx="381">
                  <c:v>12.6777777778</c:v>
                </c:pt>
                <c:pt idx="382">
                  <c:v>12.7111111111</c:v>
                </c:pt>
                <c:pt idx="383">
                  <c:v>12.7444444444</c:v>
                </c:pt>
                <c:pt idx="384">
                  <c:v>12.7777777778</c:v>
                </c:pt>
                <c:pt idx="385">
                  <c:v>12.8111111111</c:v>
                </c:pt>
                <c:pt idx="386">
                  <c:v>12.8444444444</c:v>
                </c:pt>
                <c:pt idx="387">
                  <c:v>12.8777777778</c:v>
                </c:pt>
                <c:pt idx="388">
                  <c:v>12.9111111111</c:v>
                </c:pt>
                <c:pt idx="389">
                  <c:v>12.9444444444</c:v>
                </c:pt>
                <c:pt idx="390">
                  <c:v>12.9777777778</c:v>
                </c:pt>
                <c:pt idx="391">
                  <c:v>13.0083333333</c:v>
                </c:pt>
                <c:pt idx="392">
                  <c:v>13.0416666667</c:v>
                </c:pt>
                <c:pt idx="393">
                  <c:v>13.075</c:v>
                </c:pt>
                <c:pt idx="394">
                  <c:v>13.1083333333</c:v>
                </c:pt>
                <c:pt idx="395">
                  <c:v>13.1416666667</c:v>
                </c:pt>
                <c:pt idx="396">
                  <c:v>13.175</c:v>
                </c:pt>
                <c:pt idx="397">
                  <c:v>13.2083333333</c:v>
                </c:pt>
                <c:pt idx="398">
                  <c:v>13.2416666667</c:v>
                </c:pt>
                <c:pt idx="399">
                  <c:v>13.275</c:v>
                </c:pt>
                <c:pt idx="400">
                  <c:v>13.3083333333</c:v>
                </c:pt>
                <c:pt idx="401">
                  <c:v>13.3416666667</c:v>
                </c:pt>
                <c:pt idx="402">
                  <c:v>13.375</c:v>
                </c:pt>
                <c:pt idx="403">
                  <c:v>13.4083333333</c:v>
                </c:pt>
                <c:pt idx="404">
                  <c:v>13.4416666667</c:v>
                </c:pt>
                <c:pt idx="405">
                  <c:v>13.475</c:v>
                </c:pt>
                <c:pt idx="406">
                  <c:v>13.5083333333</c:v>
                </c:pt>
                <c:pt idx="407">
                  <c:v>13.5416666667</c:v>
                </c:pt>
                <c:pt idx="408">
                  <c:v>13.575</c:v>
                </c:pt>
                <c:pt idx="409">
                  <c:v>13.6083333333</c:v>
                </c:pt>
                <c:pt idx="410">
                  <c:v>13.6416666667</c:v>
                </c:pt>
                <c:pt idx="411">
                  <c:v>13.675</c:v>
                </c:pt>
                <c:pt idx="412">
                  <c:v>13.7083333333</c:v>
                </c:pt>
                <c:pt idx="413">
                  <c:v>13.7416666667</c:v>
                </c:pt>
                <c:pt idx="414">
                  <c:v>13.775</c:v>
                </c:pt>
                <c:pt idx="415">
                  <c:v>13.8083333333</c:v>
                </c:pt>
                <c:pt idx="416">
                  <c:v>13.8416666667</c:v>
                </c:pt>
                <c:pt idx="417">
                  <c:v>13.875</c:v>
                </c:pt>
                <c:pt idx="418">
                  <c:v>13.9083333333</c:v>
                </c:pt>
                <c:pt idx="419">
                  <c:v>13.9416666667</c:v>
                </c:pt>
                <c:pt idx="420">
                  <c:v>13.975</c:v>
                </c:pt>
                <c:pt idx="421">
                  <c:v>14.0083333333</c:v>
                </c:pt>
                <c:pt idx="422">
                  <c:v>14.0416666667</c:v>
                </c:pt>
                <c:pt idx="423">
                  <c:v>14.075</c:v>
                </c:pt>
                <c:pt idx="424">
                  <c:v>14.1083333333</c:v>
                </c:pt>
                <c:pt idx="425">
                  <c:v>14.1416666667</c:v>
                </c:pt>
                <c:pt idx="426">
                  <c:v>14.175</c:v>
                </c:pt>
                <c:pt idx="427">
                  <c:v>14.2083333333</c:v>
                </c:pt>
                <c:pt idx="428">
                  <c:v>14.2416666667</c:v>
                </c:pt>
                <c:pt idx="429">
                  <c:v>14.275</c:v>
                </c:pt>
                <c:pt idx="430">
                  <c:v>14.3083333333</c:v>
                </c:pt>
                <c:pt idx="431">
                  <c:v>14.3416666667</c:v>
                </c:pt>
                <c:pt idx="432">
                  <c:v>14.375</c:v>
                </c:pt>
                <c:pt idx="433">
                  <c:v>14.4083333333</c:v>
                </c:pt>
                <c:pt idx="434">
                  <c:v>14.4416666667</c:v>
                </c:pt>
                <c:pt idx="435">
                  <c:v>14.475</c:v>
                </c:pt>
                <c:pt idx="436">
                  <c:v>14.5055555556</c:v>
                </c:pt>
                <c:pt idx="437">
                  <c:v>14.5388888889</c:v>
                </c:pt>
                <c:pt idx="438">
                  <c:v>14.5722222222</c:v>
                </c:pt>
                <c:pt idx="439">
                  <c:v>14.6055555556</c:v>
                </c:pt>
                <c:pt idx="440">
                  <c:v>14.6388888889</c:v>
                </c:pt>
                <c:pt idx="441">
                  <c:v>14.6722222222</c:v>
                </c:pt>
                <c:pt idx="442">
                  <c:v>14.7055555556</c:v>
                </c:pt>
                <c:pt idx="443">
                  <c:v>14.7388888889</c:v>
                </c:pt>
                <c:pt idx="444">
                  <c:v>14.7722222222</c:v>
                </c:pt>
                <c:pt idx="445">
                  <c:v>14.8055555556</c:v>
                </c:pt>
                <c:pt idx="446">
                  <c:v>14.8388888889</c:v>
                </c:pt>
                <c:pt idx="447">
                  <c:v>14.8722222222</c:v>
                </c:pt>
                <c:pt idx="448">
                  <c:v>14.9055555556</c:v>
                </c:pt>
                <c:pt idx="449">
                  <c:v>14.9388888889</c:v>
                </c:pt>
                <c:pt idx="450">
                  <c:v>14.9722222222</c:v>
                </c:pt>
                <c:pt idx="451">
                  <c:v>15.0055555556</c:v>
                </c:pt>
                <c:pt idx="452">
                  <c:v>15.0388888889</c:v>
                </c:pt>
                <c:pt idx="453">
                  <c:v>15.0722222222</c:v>
                </c:pt>
                <c:pt idx="454">
                  <c:v>15.1055555556</c:v>
                </c:pt>
                <c:pt idx="455">
                  <c:v>15.1388888889</c:v>
                </c:pt>
                <c:pt idx="456">
                  <c:v>15.1722222222</c:v>
                </c:pt>
                <c:pt idx="457">
                  <c:v>15.2055555556</c:v>
                </c:pt>
                <c:pt idx="458">
                  <c:v>15.2388888889</c:v>
                </c:pt>
                <c:pt idx="459">
                  <c:v>15.2722222222</c:v>
                </c:pt>
                <c:pt idx="460">
                  <c:v>15.3055555556</c:v>
                </c:pt>
                <c:pt idx="461">
                  <c:v>15.3388888889</c:v>
                </c:pt>
                <c:pt idx="462">
                  <c:v>15.3722222222</c:v>
                </c:pt>
                <c:pt idx="463">
                  <c:v>15.4055555556</c:v>
                </c:pt>
                <c:pt idx="464">
                  <c:v>15.4388888889</c:v>
                </c:pt>
                <c:pt idx="465">
                  <c:v>15.4722222222</c:v>
                </c:pt>
                <c:pt idx="466">
                  <c:v>15.5055555556</c:v>
                </c:pt>
                <c:pt idx="467">
                  <c:v>15.5388888889</c:v>
                </c:pt>
                <c:pt idx="468">
                  <c:v>15.5722222222</c:v>
                </c:pt>
                <c:pt idx="469">
                  <c:v>15.6055555556</c:v>
                </c:pt>
                <c:pt idx="470">
                  <c:v>15.6388888889</c:v>
                </c:pt>
                <c:pt idx="471">
                  <c:v>15.6722222222</c:v>
                </c:pt>
                <c:pt idx="472">
                  <c:v>15.7055555556</c:v>
                </c:pt>
                <c:pt idx="473">
                  <c:v>15.7388888889</c:v>
                </c:pt>
                <c:pt idx="474">
                  <c:v>15.7722222222</c:v>
                </c:pt>
                <c:pt idx="475">
                  <c:v>15.8055555556</c:v>
                </c:pt>
                <c:pt idx="476">
                  <c:v>15.8388888889</c:v>
                </c:pt>
                <c:pt idx="477">
                  <c:v>15.8722222222</c:v>
                </c:pt>
                <c:pt idx="478">
                  <c:v>15.9055555556</c:v>
                </c:pt>
                <c:pt idx="479">
                  <c:v>15.9388888889</c:v>
                </c:pt>
                <c:pt idx="480">
                  <c:v>15.9722222222</c:v>
                </c:pt>
                <c:pt idx="481">
                  <c:v>16.0027777778</c:v>
                </c:pt>
                <c:pt idx="482">
                  <c:v>16.0361111111</c:v>
                </c:pt>
                <c:pt idx="483">
                  <c:v>16.0694444444</c:v>
                </c:pt>
                <c:pt idx="484">
                  <c:v>16.1027777778</c:v>
                </c:pt>
                <c:pt idx="485">
                  <c:v>16.1361111111</c:v>
                </c:pt>
                <c:pt idx="486">
                  <c:v>16.1694444444</c:v>
                </c:pt>
                <c:pt idx="487">
                  <c:v>16.2027777778</c:v>
                </c:pt>
                <c:pt idx="488">
                  <c:v>16.2361111111</c:v>
                </c:pt>
                <c:pt idx="489">
                  <c:v>16.2694444444</c:v>
                </c:pt>
                <c:pt idx="490">
                  <c:v>16.3027777778</c:v>
                </c:pt>
                <c:pt idx="491">
                  <c:v>16.3361111111</c:v>
                </c:pt>
                <c:pt idx="492">
                  <c:v>16.3694444444</c:v>
                </c:pt>
                <c:pt idx="493">
                  <c:v>16.4027777778</c:v>
                </c:pt>
                <c:pt idx="494">
                  <c:v>16.4361111111</c:v>
                </c:pt>
                <c:pt idx="495">
                  <c:v>16.4694444444</c:v>
                </c:pt>
                <c:pt idx="496">
                  <c:v>16.5027777778</c:v>
                </c:pt>
                <c:pt idx="497">
                  <c:v>16.5361111111</c:v>
                </c:pt>
                <c:pt idx="498">
                  <c:v>16.5694444444</c:v>
                </c:pt>
                <c:pt idx="499">
                  <c:v>16.6027777778</c:v>
                </c:pt>
                <c:pt idx="500">
                  <c:v>16.6361111111</c:v>
                </c:pt>
                <c:pt idx="501">
                  <c:v>16.6694444444</c:v>
                </c:pt>
                <c:pt idx="502">
                  <c:v>16.7027777778</c:v>
                </c:pt>
                <c:pt idx="503">
                  <c:v>16.7361111111</c:v>
                </c:pt>
                <c:pt idx="504">
                  <c:v>16.7694444444</c:v>
                </c:pt>
                <c:pt idx="505">
                  <c:v>16.8027777778</c:v>
                </c:pt>
                <c:pt idx="506">
                  <c:v>16.8361111111</c:v>
                </c:pt>
                <c:pt idx="507">
                  <c:v>16.8694444444</c:v>
                </c:pt>
                <c:pt idx="508">
                  <c:v>16.9027777778</c:v>
                </c:pt>
                <c:pt idx="509">
                  <c:v>16.9361111111</c:v>
                </c:pt>
                <c:pt idx="510">
                  <c:v>16.9694444444</c:v>
                </c:pt>
                <c:pt idx="511">
                  <c:v>17.0027777778</c:v>
                </c:pt>
                <c:pt idx="512">
                  <c:v>17.0361111111</c:v>
                </c:pt>
                <c:pt idx="513">
                  <c:v>17.0694444444</c:v>
                </c:pt>
                <c:pt idx="514">
                  <c:v>17.1027777778</c:v>
                </c:pt>
                <c:pt idx="515">
                  <c:v>17.1361111111</c:v>
                </c:pt>
                <c:pt idx="516">
                  <c:v>17.1694444444</c:v>
                </c:pt>
                <c:pt idx="517">
                  <c:v>17.2027777778</c:v>
                </c:pt>
                <c:pt idx="518">
                  <c:v>17.2361111111</c:v>
                </c:pt>
                <c:pt idx="519">
                  <c:v>17.2694444444</c:v>
                </c:pt>
                <c:pt idx="520">
                  <c:v>17.3027777778</c:v>
                </c:pt>
                <c:pt idx="521">
                  <c:v>17.3361111111</c:v>
                </c:pt>
                <c:pt idx="522">
                  <c:v>17.3694444444</c:v>
                </c:pt>
                <c:pt idx="523">
                  <c:v>17.4027777778</c:v>
                </c:pt>
                <c:pt idx="524">
                  <c:v>17.4361111111</c:v>
                </c:pt>
                <c:pt idx="525">
                  <c:v>17.4694444444</c:v>
                </c:pt>
                <c:pt idx="526">
                  <c:v>17.5</c:v>
                </c:pt>
                <c:pt idx="527">
                  <c:v>17.5333333333</c:v>
                </c:pt>
                <c:pt idx="528">
                  <c:v>17.5666666667</c:v>
                </c:pt>
                <c:pt idx="529">
                  <c:v>17.6</c:v>
                </c:pt>
                <c:pt idx="530">
                  <c:v>17.6333333333</c:v>
                </c:pt>
                <c:pt idx="531">
                  <c:v>17.6666666667</c:v>
                </c:pt>
                <c:pt idx="532">
                  <c:v>17.7</c:v>
                </c:pt>
                <c:pt idx="533">
                  <c:v>17.7333333333</c:v>
                </c:pt>
                <c:pt idx="534">
                  <c:v>17.7666666667</c:v>
                </c:pt>
                <c:pt idx="535">
                  <c:v>17.8</c:v>
                </c:pt>
                <c:pt idx="536">
                  <c:v>17.8333333333</c:v>
                </c:pt>
                <c:pt idx="537">
                  <c:v>17.8666666667</c:v>
                </c:pt>
                <c:pt idx="538">
                  <c:v>17.9</c:v>
                </c:pt>
                <c:pt idx="539">
                  <c:v>17.9333333333</c:v>
                </c:pt>
                <c:pt idx="540">
                  <c:v>17.9666666667</c:v>
                </c:pt>
                <c:pt idx="541">
                  <c:v>18</c:v>
                </c:pt>
                <c:pt idx="542">
                  <c:v>18.0333333333</c:v>
                </c:pt>
                <c:pt idx="543">
                  <c:v>18.0666666667</c:v>
                </c:pt>
                <c:pt idx="544">
                  <c:v>18.1</c:v>
                </c:pt>
                <c:pt idx="545">
                  <c:v>18.1333333333</c:v>
                </c:pt>
                <c:pt idx="546">
                  <c:v>18.1666666667</c:v>
                </c:pt>
                <c:pt idx="547">
                  <c:v>18.2</c:v>
                </c:pt>
                <c:pt idx="548">
                  <c:v>18.2333333333</c:v>
                </c:pt>
                <c:pt idx="549">
                  <c:v>18.2666666667</c:v>
                </c:pt>
                <c:pt idx="550">
                  <c:v>18.3</c:v>
                </c:pt>
                <c:pt idx="551">
                  <c:v>18.3333333333</c:v>
                </c:pt>
                <c:pt idx="552">
                  <c:v>18.3666666667</c:v>
                </c:pt>
                <c:pt idx="553">
                  <c:v>18.4</c:v>
                </c:pt>
                <c:pt idx="554">
                  <c:v>18.4333333333</c:v>
                </c:pt>
                <c:pt idx="555">
                  <c:v>18.4666666667</c:v>
                </c:pt>
                <c:pt idx="556">
                  <c:v>18.5</c:v>
                </c:pt>
                <c:pt idx="557">
                  <c:v>18.5333333333</c:v>
                </c:pt>
                <c:pt idx="558">
                  <c:v>18.5666666667</c:v>
                </c:pt>
                <c:pt idx="559">
                  <c:v>18.6</c:v>
                </c:pt>
                <c:pt idx="560">
                  <c:v>18.6333333333</c:v>
                </c:pt>
                <c:pt idx="561">
                  <c:v>18.6666666667</c:v>
                </c:pt>
                <c:pt idx="562">
                  <c:v>18.7</c:v>
                </c:pt>
                <c:pt idx="563">
                  <c:v>18.7333333333</c:v>
                </c:pt>
                <c:pt idx="564">
                  <c:v>18.7666666667</c:v>
                </c:pt>
                <c:pt idx="565">
                  <c:v>18.8</c:v>
                </c:pt>
                <c:pt idx="566">
                  <c:v>18.8333333333</c:v>
                </c:pt>
                <c:pt idx="567">
                  <c:v>18.8666666667</c:v>
                </c:pt>
                <c:pt idx="568">
                  <c:v>18.9</c:v>
                </c:pt>
                <c:pt idx="569">
                  <c:v>18.9333333333</c:v>
                </c:pt>
                <c:pt idx="570">
                  <c:v>18.9666666667</c:v>
                </c:pt>
                <c:pt idx="571">
                  <c:v>19</c:v>
                </c:pt>
                <c:pt idx="572">
                  <c:v>19.0305555556</c:v>
                </c:pt>
                <c:pt idx="573">
                  <c:v>19.0638888889</c:v>
                </c:pt>
                <c:pt idx="574">
                  <c:v>19.0972222222</c:v>
                </c:pt>
                <c:pt idx="575">
                  <c:v>19.1305555556</c:v>
                </c:pt>
                <c:pt idx="576">
                  <c:v>19.1638888889</c:v>
                </c:pt>
                <c:pt idx="577">
                  <c:v>19.1972222222</c:v>
                </c:pt>
                <c:pt idx="578">
                  <c:v>19.2305555556</c:v>
                </c:pt>
                <c:pt idx="579">
                  <c:v>19.2638888889</c:v>
                </c:pt>
                <c:pt idx="580">
                  <c:v>19.2972222222</c:v>
                </c:pt>
                <c:pt idx="581">
                  <c:v>19.3305555556</c:v>
                </c:pt>
                <c:pt idx="582">
                  <c:v>19.3638888889</c:v>
                </c:pt>
                <c:pt idx="583">
                  <c:v>19.3972222222</c:v>
                </c:pt>
                <c:pt idx="584">
                  <c:v>19.4305555556</c:v>
                </c:pt>
                <c:pt idx="585">
                  <c:v>19.4638888889</c:v>
                </c:pt>
                <c:pt idx="586">
                  <c:v>19.4972222222</c:v>
                </c:pt>
                <c:pt idx="587">
                  <c:v>19.5305555556</c:v>
                </c:pt>
                <c:pt idx="588">
                  <c:v>19.5638888889</c:v>
                </c:pt>
                <c:pt idx="589">
                  <c:v>19.5972222222</c:v>
                </c:pt>
                <c:pt idx="590">
                  <c:v>19.6305555556</c:v>
                </c:pt>
                <c:pt idx="591">
                  <c:v>19.6638888889</c:v>
                </c:pt>
                <c:pt idx="592">
                  <c:v>19.6972222222</c:v>
                </c:pt>
                <c:pt idx="593">
                  <c:v>19.7305555556</c:v>
                </c:pt>
                <c:pt idx="594">
                  <c:v>19.7638888889</c:v>
                </c:pt>
                <c:pt idx="595">
                  <c:v>19.7972222222</c:v>
                </c:pt>
                <c:pt idx="596">
                  <c:v>19.8305555556</c:v>
                </c:pt>
                <c:pt idx="597">
                  <c:v>19.8638888889</c:v>
                </c:pt>
                <c:pt idx="598">
                  <c:v>19.8972222222</c:v>
                </c:pt>
                <c:pt idx="599">
                  <c:v>19.9305555556</c:v>
                </c:pt>
                <c:pt idx="600">
                  <c:v>19.9638888889</c:v>
                </c:pt>
                <c:pt idx="601">
                  <c:v>19.9972222222</c:v>
                </c:pt>
                <c:pt idx="602">
                  <c:v>20.0305555556</c:v>
                </c:pt>
                <c:pt idx="603">
                  <c:v>20.0638888889</c:v>
                </c:pt>
                <c:pt idx="604">
                  <c:v>20.0972222222</c:v>
                </c:pt>
                <c:pt idx="605">
                  <c:v>20.1305555556</c:v>
                </c:pt>
                <c:pt idx="606">
                  <c:v>20.1638888889</c:v>
                </c:pt>
                <c:pt idx="607">
                  <c:v>20.1972222222</c:v>
                </c:pt>
                <c:pt idx="608">
                  <c:v>20.2305555556</c:v>
                </c:pt>
                <c:pt idx="609">
                  <c:v>20.2638888889</c:v>
                </c:pt>
                <c:pt idx="610">
                  <c:v>20.2972222222</c:v>
                </c:pt>
                <c:pt idx="611">
                  <c:v>20.3305555556</c:v>
                </c:pt>
                <c:pt idx="612">
                  <c:v>20.3638888889</c:v>
                </c:pt>
                <c:pt idx="613">
                  <c:v>20.3972222222</c:v>
                </c:pt>
                <c:pt idx="614">
                  <c:v>20.4305555556</c:v>
                </c:pt>
                <c:pt idx="615">
                  <c:v>20.4638888889</c:v>
                </c:pt>
                <c:pt idx="616">
                  <c:v>20.4972222222</c:v>
                </c:pt>
                <c:pt idx="617">
                  <c:v>20.5277777778</c:v>
                </c:pt>
                <c:pt idx="618">
                  <c:v>20.5611111111</c:v>
                </c:pt>
                <c:pt idx="619">
                  <c:v>20.5944444444</c:v>
                </c:pt>
                <c:pt idx="620">
                  <c:v>20.6277777778</c:v>
                </c:pt>
                <c:pt idx="621">
                  <c:v>20.6611111111</c:v>
                </c:pt>
                <c:pt idx="622">
                  <c:v>20.6944444444</c:v>
                </c:pt>
                <c:pt idx="623">
                  <c:v>20.7277777778</c:v>
                </c:pt>
                <c:pt idx="624">
                  <c:v>20.7611111111</c:v>
                </c:pt>
                <c:pt idx="625">
                  <c:v>20.7944444444</c:v>
                </c:pt>
                <c:pt idx="626">
                  <c:v>20.8277777778</c:v>
                </c:pt>
                <c:pt idx="627">
                  <c:v>20.8611111111</c:v>
                </c:pt>
                <c:pt idx="628">
                  <c:v>20.8944444444</c:v>
                </c:pt>
                <c:pt idx="629">
                  <c:v>20.9277777778</c:v>
                </c:pt>
                <c:pt idx="630">
                  <c:v>20.9611111111</c:v>
                </c:pt>
                <c:pt idx="631">
                  <c:v>20.9944444444</c:v>
                </c:pt>
                <c:pt idx="632">
                  <c:v>21.0277777778</c:v>
                </c:pt>
                <c:pt idx="633">
                  <c:v>21.0611111111</c:v>
                </c:pt>
                <c:pt idx="634">
                  <c:v>21.0944444444</c:v>
                </c:pt>
                <c:pt idx="635">
                  <c:v>21.1277777778</c:v>
                </c:pt>
                <c:pt idx="636">
                  <c:v>21.1611111111</c:v>
                </c:pt>
                <c:pt idx="637">
                  <c:v>21.1944444444</c:v>
                </c:pt>
                <c:pt idx="638">
                  <c:v>21.2277777778</c:v>
                </c:pt>
                <c:pt idx="639">
                  <c:v>21.2611111111</c:v>
                </c:pt>
                <c:pt idx="640">
                  <c:v>21.2944444444</c:v>
                </c:pt>
                <c:pt idx="641">
                  <c:v>21.3277777778</c:v>
                </c:pt>
                <c:pt idx="642">
                  <c:v>21.3611111111</c:v>
                </c:pt>
                <c:pt idx="643">
                  <c:v>21.3944444444</c:v>
                </c:pt>
                <c:pt idx="644">
                  <c:v>21.4277777778</c:v>
                </c:pt>
                <c:pt idx="645">
                  <c:v>21.4611111111</c:v>
                </c:pt>
                <c:pt idx="646">
                  <c:v>21.4944444444</c:v>
                </c:pt>
                <c:pt idx="647">
                  <c:v>21.5277777778</c:v>
                </c:pt>
                <c:pt idx="648">
                  <c:v>21.5611111111</c:v>
                </c:pt>
                <c:pt idx="649">
                  <c:v>21.5944444444</c:v>
                </c:pt>
                <c:pt idx="650">
                  <c:v>21.6277777778</c:v>
                </c:pt>
                <c:pt idx="651">
                  <c:v>21.6611111111</c:v>
                </c:pt>
                <c:pt idx="652">
                  <c:v>21.6944444444</c:v>
                </c:pt>
                <c:pt idx="653">
                  <c:v>21.7277777778</c:v>
                </c:pt>
                <c:pt idx="654">
                  <c:v>21.7611111111</c:v>
                </c:pt>
                <c:pt idx="655">
                  <c:v>21.7944444444</c:v>
                </c:pt>
                <c:pt idx="656">
                  <c:v>21.8277777778</c:v>
                </c:pt>
                <c:pt idx="657">
                  <c:v>21.8611111111</c:v>
                </c:pt>
                <c:pt idx="658">
                  <c:v>21.8944444444</c:v>
                </c:pt>
                <c:pt idx="659">
                  <c:v>21.9277777778</c:v>
                </c:pt>
                <c:pt idx="660">
                  <c:v>21.9611111111</c:v>
                </c:pt>
                <c:pt idx="661">
                  <c:v>21.9944444444</c:v>
                </c:pt>
                <c:pt idx="662">
                  <c:v>22.025</c:v>
                </c:pt>
                <c:pt idx="663">
                  <c:v>22.0583333333</c:v>
                </c:pt>
                <c:pt idx="664">
                  <c:v>22.0916666667</c:v>
                </c:pt>
                <c:pt idx="665">
                  <c:v>22.125</c:v>
                </c:pt>
                <c:pt idx="666">
                  <c:v>22.1583333333</c:v>
                </c:pt>
                <c:pt idx="667">
                  <c:v>22.1916666667</c:v>
                </c:pt>
                <c:pt idx="668">
                  <c:v>22.225</c:v>
                </c:pt>
                <c:pt idx="669">
                  <c:v>22.2583333333</c:v>
                </c:pt>
                <c:pt idx="670">
                  <c:v>22.2916666667</c:v>
                </c:pt>
                <c:pt idx="671">
                  <c:v>22.325</c:v>
                </c:pt>
                <c:pt idx="672">
                  <c:v>22.3583333333</c:v>
                </c:pt>
                <c:pt idx="673">
                  <c:v>22.3916666667</c:v>
                </c:pt>
                <c:pt idx="674">
                  <c:v>22.425</c:v>
                </c:pt>
                <c:pt idx="675">
                  <c:v>22.4583333333</c:v>
                </c:pt>
                <c:pt idx="676">
                  <c:v>22.4916666667</c:v>
                </c:pt>
                <c:pt idx="677">
                  <c:v>22.525</c:v>
                </c:pt>
                <c:pt idx="678">
                  <c:v>22.5583333333</c:v>
                </c:pt>
                <c:pt idx="679">
                  <c:v>22.5916666667</c:v>
                </c:pt>
                <c:pt idx="680">
                  <c:v>22.625</c:v>
                </c:pt>
                <c:pt idx="681">
                  <c:v>22.6583333333</c:v>
                </c:pt>
                <c:pt idx="682">
                  <c:v>22.6916666667</c:v>
                </c:pt>
                <c:pt idx="683">
                  <c:v>22.725</c:v>
                </c:pt>
                <c:pt idx="684">
                  <c:v>22.7583333333</c:v>
                </c:pt>
                <c:pt idx="685">
                  <c:v>22.7916666667</c:v>
                </c:pt>
                <c:pt idx="686">
                  <c:v>22.825</c:v>
                </c:pt>
                <c:pt idx="687">
                  <c:v>22.8583333333</c:v>
                </c:pt>
                <c:pt idx="688">
                  <c:v>22.8916666667</c:v>
                </c:pt>
                <c:pt idx="689">
                  <c:v>22.925</c:v>
                </c:pt>
                <c:pt idx="690">
                  <c:v>22.9583333333</c:v>
                </c:pt>
                <c:pt idx="691">
                  <c:v>22.9916666667</c:v>
                </c:pt>
                <c:pt idx="692">
                  <c:v>23.025</c:v>
                </c:pt>
                <c:pt idx="693">
                  <c:v>23.0583333333</c:v>
                </c:pt>
                <c:pt idx="694">
                  <c:v>23.0916666667</c:v>
                </c:pt>
                <c:pt idx="695">
                  <c:v>23.125</c:v>
                </c:pt>
                <c:pt idx="696">
                  <c:v>23.1583333333</c:v>
                </c:pt>
                <c:pt idx="697">
                  <c:v>23.1916666667</c:v>
                </c:pt>
                <c:pt idx="698">
                  <c:v>23.225</c:v>
                </c:pt>
                <c:pt idx="699">
                  <c:v>23.2583333333</c:v>
                </c:pt>
                <c:pt idx="700">
                  <c:v>23.2916666667</c:v>
                </c:pt>
                <c:pt idx="701">
                  <c:v>23.325</c:v>
                </c:pt>
                <c:pt idx="702">
                  <c:v>23.3583333333</c:v>
                </c:pt>
                <c:pt idx="703">
                  <c:v>23.3916666667</c:v>
                </c:pt>
                <c:pt idx="704">
                  <c:v>23.425</c:v>
                </c:pt>
                <c:pt idx="705">
                  <c:v>23.4583333333</c:v>
                </c:pt>
                <c:pt idx="706">
                  <c:v>23.4916666667</c:v>
                </c:pt>
                <c:pt idx="707">
                  <c:v>23.5222222222</c:v>
                </c:pt>
                <c:pt idx="708">
                  <c:v>23.5555555556</c:v>
                </c:pt>
                <c:pt idx="709">
                  <c:v>23.5888888889</c:v>
                </c:pt>
                <c:pt idx="710">
                  <c:v>23.6222222222</c:v>
                </c:pt>
                <c:pt idx="711">
                  <c:v>23.6555555556</c:v>
                </c:pt>
                <c:pt idx="712">
                  <c:v>23.6888888889</c:v>
                </c:pt>
                <c:pt idx="713">
                  <c:v>23.7222222222</c:v>
                </c:pt>
                <c:pt idx="714">
                  <c:v>23.7555555556</c:v>
                </c:pt>
                <c:pt idx="715">
                  <c:v>23.7888888889</c:v>
                </c:pt>
                <c:pt idx="716">
                  <c:v>23.8222222222</c:v>
                </c:pt>
                <c:pt idx="717">
                  <c:v>23.8555555556</c:v>
                </c:pt>
                <c:pt idx="718">
                  <c:v>23.8888888889</c:v>
                </c:pt>
                <c:pt idx="719">
                  <c:v>23.9222222222</c:v>
                </c:pt>
                <c:pt idx="720">
                  <c:v>23.9555555556</c:v>
                </c:pt>
                <c:pt idx="721">
                  <c:v>23.9888888889</c:v>
                </c:pt>
                <c:pt idx="722">
                  <c:v>24</c:v>
                </c:pt>
              </c:numCache>
            </c:numRef>
          </c:xVal>
          <c:yVal>
            <c:numRef>
              <c:f>'Chart Data'!$D$2:$D$724</c:f>
              <c:numCache>
                <c:formatCode>General</c:formatCode>
                <c:ptCount val="723"/>
                <c:pt idx="0">
                  <c:v>20</c:v>
                </c:pt>
                <c:pt idx="1">
                  <c:v>23.623388091</c:v>
                </c:pt>
                <c:pt idx="2">
                  <c:v>26.602929999</c:v>
                </c:pt>
                <c:pt idx="3">
                  <c:v>29.059702311</c:v>
                </c:pt>
                <c:pt idx="4">
                  <c:v>31.097656649</c:v>
                </c:pt>
                <c:pt idx="5">
                  <c:v>32.803012638</c:v>
                </c:pt>
                <c:pt idx="6">
                  <c:v>34.244431204</c:v>
                </c:pt>
                <c:pt idx="7">
                  <c:v>35.475898215</c:v>
                </c:pt>
                <c:pt idx="8">
                  <c:v>36.53978466</c:v>
                </c:pt>
                <c:pt idx="9">
                  <c:v>37.469393816</c:v>
                </c:pt>
                <c:pt idx="10">
                  <c:v>38.290973548</c:v>
                </c:pt>
                <c:pt idx="11">
                  <c:v>39.025269686</c:v>
                </c:pt>
                <c:pt idx="12">
                  <c:v>39.688728891</c:v>
                </c:pt>
                <c:pt idx="13">
                  <c:v>40.294428087</c:v>
                </c:pt>
                <c:pt idx="14">
                  <c:v>40.852789482</c:v>
                </c:pt>
                <c:pt idx="15">
                  <c:v>41.371373102</c:v>
                </c:pt>
                <c:pt idx="16">
                  <c:v>41.854881105</c:v>
                </c:pt>
                <c:pt idx="17">
                  <c:v>42.307830643</c:v>
                </c:pt>
                <c:pt idx="18">
                  <c:v>42.734520418</c:v>
                </c:pt>
                <c:pt idx="19">
                  <c:v>43.138668483</c:v>
                </c:pt>
                <c:pt idx="20">
                  <c:v>43.523381685</c:v>
                </c:pt>
                <c:pt idx="21">
                  <c:v>43.891233693</c:v>
                </c:pt>
                <c:pt idx="22">
                  <c:v>44.244356347</c:v>
                </c:pt>
                <c:pt idx="23">
                  <c:v>44.584520258</c:v>
                </c:pt>
                <c:pt idx="24">
                  <c:v>44.913201347</c:v>
                </c:pt>
                <c:pt idx="25">
                  <c:v>45.231634843</c:v>
                </c:pt>
                <c:pt idx="26">
                  <c:v>45.540858953</c:v>
                </c:pt>
                <c:pt idx="27">
                  <c:v>45.841750198</c:v>
                </c:pt>
                <c:pt idx="28">
                  <c:v>46.135052057</c:v>
                </c:pt>
                <c:pt idx="29">
                  <c:v>46.421398238</c:v>
                </c:pt>
                <c:pt idx="30">
                  <c:v>46.701331621</c:v>
                </c:pt>
                <c:pt idx="31">
                  <c:v>46.952494312</c:v>
                </c:pt>
                <c:pt idx="32">
                  <c:v>47.219088326</c:v>
                </c:pt>
                <c:pt idx="33">
                  <c:v>47.477192055</c:v>
                </c:pt>
                <c:pt idx="34">
                  <c:v>47.727428644</c:v>
                </c:pt>
                <c:pt idx="35">
                  <c:v>47.970702859</c:v>
                </c:pt>
                <c:pt idx="36">
                  <c:v>48.207802677</c:v>
                </c:pt>
                <c:pt idx="37">
                  <c:v>48.439345006</c:v>
                </c:pt>
                <c:pt idx="38">
                  <c:v>48.665801714</c:v>
                </c:pt>
                <c:pt idx="39">
                  <c:v>48.887534605</c:v>
                </c:pt>
                <c:pt idx="40">
                  <c:v>49.10482458</c:v>
                </c:pt>
                <c:pt idx="41">
                  <c:v>49.317893628</c:v>
                </c:pt>
                <c:pt idx="42">
                  <c:v>49.526920925</c:v>
                </c:pt>
                <c:pt idx="43">
                  <c:v>49.732054496</c:v>
                </c:pt>
                <c:pt idx="44">
                  <c:v>49.933419634</c:v>
                </c:pt>
                <c:pt idx="45">
                  <c:v>50.13112496</c:v>
                </c:pt>
                <c:pt idx="46">
                  <c:v>50.326126663</c:v>
                </c:pt>
                <c:pt idx="47">
                  <c:v>50.522784948</c:v>
                </c:pt>
                <c:pt idx="48">
                  <c:v>50.723110437</c:v>
                </c:pt>
                <c:pt idx="49">
                  <c:v>50.9267879</c:v>
                </c:pt>
                <c:pt idx="50">
                  <c:v>51.133014562</c:v>
                </c:pt>
                <c:pt idx="51">
                  <c:v>51.340968437</c:v>
                </c:pt>
                <c:pt idx="52">
                  <c:v>51.54866888</c:v>
                </c:pt>
                <c:pt idx="53">
                  <c:v>51.753915949</c:v>
                </c:pt>
                <c:pt idx="54">
                  <c:v>51.955871366</c:v>
                </c:pt>
                <c:pt idx="55">
                  <c:v>52.154349457</c:v>
                </c:pt>
                <c:pt idx="56">
                  <c:v>52.349377456</c:v>
                </c:pt>
                <c:pt idx="57">
                  <c:v>52.541051374</c:v>
                </c:pt>
                <c:pt idx="58">
                  <c:v>52.729490956</c:v>
                </c:pt>
                <c:pt idx="59">
                  <c:v>52.914823563</c:v>
                </c:pt>
                <c:pt idx="60">
                  <c:v>53.097177043</c:v>
                </c:pt>
                <c:pt idx="61">
                  <c:v>53.276676013</c:v>
                </c:pt>
                <c:pt idx="62">
                  <c:v>53.45343982</c:v>
                </c:pt>
                <c:pt idx="63">
                  <c:v>53.627581472</c:v>
                </c:pt>
                <c:pt idx="64">
                  <c:v>53.799207195</c:v>
                </c:pt>
                <c:pt idx="65">
                  <c:v>53.968416375</c:v>
                </c:pt>
                <c:pt idx="66">
                  <c:v>54.13530175</c:v>
                </c:pt>
                <c:pt idx="67">
                  <c:v>54.299949742</c:v>
                </c:pt>
                <c:pt idx="68">
                  <c:v>54.462440867</c:v>
                </c:pt>
                <c:pt idx="69">
                  <c:v>54.622850179</c:v>
                </c:pt>
                <c:pt idx="70">
                  <c:v>54.781247717</c:v>
                </c:pt>
                <c:pt idx="71">
                  <c:v>54.937698934</c:v>
                </c:pt>
                <c:pt idx="72">
                  <c:v>55.092265105</c:v>
                </c:pt>
                <c:pt idx="73">
                  <c:v>55.245003704</c:v>
                </c:pt>
                <c:pt idx="74">
                  <c:v>55.395968745</c:v>
                </c:pt>
                <c:pt idx="75">
                  <c:v>55.545211095</c:v>
                </c:pt>
                <c:pt idx="76">
                  <c:v>55.680398553</c:v>
                </c:pt>
                <c:pt idx="77">
                  <c:v>55.824424635</c:v>
                </c:pt>
                <c:pt idx="78">
                  <c:v>55.963618636</c:v>
                </c:pt>
                <c:pt idx="79">
                  <c:v>56.098269481</c:v>
                </c:pt>
                <c:pt idx="80">
                  <c:v>56.229045955</c:v>
                </c:pt>
                <c:pt idx="81">
                  <c:v>56.356542076</c:v>
                </c:pt>
                <c:pt idx="82">
                  <c:v>56.481204681</c:v>
                </c:pt>
                <c:pt idx="83">
                  <c:v>56.603353527</c:v>
                </c:pt>
                <c:pt idx="84">
                  <c:v>56.723213524</c:v>
                </c:pt>
                <c:pt idx="85">
                  <c:v>56.84094197</c:v>
                </c:pt>
                <c:pt idx="86">
                  <c:v>56.956648949</c:v>
                </c:pt>
                <c:pt idx="87">
                  <c:v>57.07041201</c:v>
                </c:pt>
                <c:pt idx="88">
                  <c:v>57.18228659</c:v>
                </c:pt>
                <c:pt idx="89">
                  <c:v>57.292313331</c:v>
                </c:pt>
                <c:pt idx="90">
                  <c:v>57.400523187</c:v>
                </c:pt>
                <c:pt idx="91">
                  <c:v>57.50758971</c:v>
                </c:pt>
                <c:pt idx="92">
                  <c:v>57.61767133</c:v>
                </c:pt>
                <c:pt idx="93">
                  <c:v>57.733020299</c:v>
                </c:pt>
                <c:pt idx="94">
                  <c:v>57.853358204</c:v>
                </c:pt>
                <c:pt idx="95">
                  <c:v>57.977834793</c:v>
                </c:pt>
                <c:pt idx="96">
                  <c:v>58.105595208</c:v>
                </c:pt>
                <c:pt idx="97">
                  <c:v>58.234747524</c:v>
                </c:pt>
                <c:pt idx="98">
                  <c:v>58.362951089</c:v>
                </c:pt>
                <c:pt idx="99">
                  <c:v>58.489236353</c:v>
                </c:pt>
                <c:pt idx="100">
                  <c:v>58.613347313</c:v>
                </c:pt>
                <c:pt idx="101">
                  <c:v>58.735264554</c:v>
                </c:pt>
                <c:pt idx="102">
                  <c:v>58.855046006</c:v>
                </c:pt>
                <c:pt idx="103">
                  <c:v>58.972777253</c:v>
                </c:pt>
                <c:pt idx="104">
                  <c:v>59.088553919</c:v>
                </c:pt>
                <c:pt idx="105">
                  <c:v>59.202473941</c:v>
                </c:pt>
                <c:pt idx="106">
                  <c:v>59.314633528</c:v>
                </c:pt>
                <c:pt idx="107">
                  <c:v>59.425124915</c:v>
                </c:pt>
                <c:pt idx="108">
                  <c:v>59.534035145</c:v>
                </c:pt>
                <c:pt idx="109">
                  <c:v>59.641445514</c:v>
                </c:pt>
                <c:pt idx="110">
                  <c:v>59.74743142</c:v>
                </c:pt>
                <c:pt idx="111">
                  <c:v>59.852062488</c:v>
                </c:pt>
                <c:pt idx="112">
                  <c:v>59.955402839</c:v>
                </c:pt>
                <c:pt idx="113">
                  <c:v>60.057511455</c:v>
                </c:pt>
                <c:pt idx="114">
                  <c:v>60.158442579</c:v>
                </c:pt>
                <c:pt idx="115">
                  <c:v>60.258246124</c:v>
                </c:pt>
                <c:pt idx="116">
                  <c:v>60.35696807</c:v>
                </c:pt>
                <c:pt idx="117">
                  <c:v>60.454650841</c:v>
                </c:pt>
                <c:pt idx="118">
                  <c:v>60.551333654</c:v>
                </c:pt>
                <c:pt idx="119">
                  <c:v>60.647052837</c:v>
                </c:pt>
                <c:pt idx="120">
                  <c:v>60.741842113</c:v>
                </c:pt>
                <c:pt idx="121">
                  <c:v>60.827846087</c:v>
                </c:pt>
                <c:pt idx="122">
                  <c:v>60.919135696</c:v>
                </c:pt>
                <c:pt idx="123">
                  <c:v>61.006377302</c:v>
                </c:pt>
                <c:pt idx="124">
                  <c:v>61.089770058</c:v>
                </c:pt>
                <c:pt idx="125">
                  <c:v>61.169964214</c:v>
                </c:pt>
                <c:pt idx="126">
                  <c:v>61.2475511</c:v>
                </c:pt>
                <c:pt idx="127">
                  <c:v>61.322975051</c:v>
                </c:pt>
                <c:pt idx="128">
                  <c:v>61.396550788</c:v>
                </c:pt>
                <c:pt idx="129">
                  <c:v>61.468495892</c:v>
                </c:pt>
                <c:pt idx="130">
                  <c:v>61.538958717</c:v>
                </c:pt>
                <c:pt idx="131">
                  <c:v>61.608039376</c:v>
                </c:pt>
                <c:pt idx="132">
                  <c:v>61.675804854</c:v>
                </c:pt>
                <c:pt idx="133">
                  <c:v>61.742299724</c:v>
                </c:pt>
                <c:pt idx="134">
                  <c:v>61.807553682</c:v>
                </c:pt>
                <c:pt idx="135">
                  <c:v>61.871586771</c:v>
                </c:pt>
                <c:pt idx="136">
                  <c:v>61.934886898</c:v>
                </c:pt>
                <c:pt idx="137">
                  <c:v>62.001409708</c:v>
                </c:pt>
                <c:pt idx="138">
                  <c:v>62.073707811</c:v>
                </c:pt>
                <c:pt idx="139">
                  <c:v>62.151601742</c:v>
                </c:pt>
                <c:pt idx="140">
                  <c:v>62.234241505</c:v>
                </c:pt>
                <c:pt idx="141">
                  <c:v>62.32077164</c:v>
                </c:pt>
                <c:pt idx="142">
                  <c:v>62.409429913</c:v>
                </c:pt>
                <c:pt idx="143">
                  <c:v>62.497785013</c:v>
                </c:pt>
                <c:pt idx="144">
                  <c:v>62.584762046</c:v>
                </c:pt>
                <c:pt idx="145">
                  <c:v>62.670061987</c:v>
                </c:pt>
                <c:pt idx="146">
                  <c:v>62.753646326</c:v>
                </c:pt>
                <c:pt idx="147">
                  <c:v>62.835561484</c:v>
                </c:pt>
                <c:pt idx="148">
                  <c:v>62.915884145</c:v>
                </c:pt>
                <c:pt idx="149">
                  <c:v>62.994702168</c:v>
                </c:pt>
                <c:pt idx="150">
                  <c:v>63.072106334</c:v>
                </c:pt>
                <c:pt idx="151">
                  <c:v>63.148186089</c:v>
                </c:pt>
                <c:pt idx="152">
                  <c:v>63.223027167</c:v>
                </c:pt>
                <c:pt idx="153">
                  <c:v>63.296710306</c:v>
                </c:pt>
                <c:pt idx="154">
                  <c:v>63.369310635</c:v>
                </c:pt>
                <c:pt idx="155">
                  <c:v>63.440897506</c:v>
                </c:pt>
                <c:pt idx="156">
                  <c:v>63.511534591</c:v>
                </c:pt>
                <c:pt idx="157">
                  <c:v>63.581280146</c:v>
                </c:pt>
                <c:pt idx="158">
                  <c:v>63.650187371</c:v>
                </c:pt>
                <c:pt idx="159">
                  <c:v>63.718304806</c:v>
                </c:pt>
                <c:pt idx="160">
                  <c:v>63.785676735</c:v>
                </c:pt>
                <c:pt idx="161">
                  <c:v>63.852343594</c:v>
                </c:pt>
                <c:pt idx="162">
                  <c:v>63.918342338</c:v>
                </c:pt>
                <c:pt idx="163">
                  <c:v>63.983706798</c:v>
                </c:pt>
                <c:pt idx="164">
                  <c:v>64.048467997</c:v>
                </c:pt>
                <c:pt idx="165">
                  <c:v>64.112654434</c:v>
                </c:pt>
                <c:pt idx="166">
                  <c:v>64.170950258</c:v>
                </c:pt>
                <c:pt idx="167">
                  <c:v>64.232534638</c:v>
                </c:pt>
                <c:pt idx="168">
                  <c:v>64.290459557</c:v>
                </c:pt>
                <c:pt idx="169">
                  <c:v>64.344833598</c:v>
                </c:pt>
                <c:pt idx="170">
                  <c:v>64.396294995</c:v>
                </c:pt>
                <c:pt idx="171">
                  <c:v>64.445441598</c:v>
                </c:pt>
                <c:pt idx="172">
                  <c:v>64.492724899</c:v>
                </c:pt>
                <c:pt idx="173">
                  <c:v>64.53846408</c:v>
                </c:pt>
                <c:pt idx="174">
                  <c:v>64.582878557</c:v>
                </c:pt>
                <c:pt idx="175">
                  <c:v>64.626116556</c:v>
                </c:pt>
                <c:pt idx="176">
                  <c:v>64.668276683</c:v>
                </c:pt>
                <c:pt idx="177">
                  <c:v>64.709423489</c:v>
                </c:pt>
                <c:pt idx="178">
                  <c:v>64.749598509</c:v>
                </c:pt>
                <c:pt idx="179">
                  <c:v>64.78882801</c:v>
                </c:pt>
                <c:pt idx="180">
                  <c:v>64.827128381</c:v>
                </c:pt>
                <c:pt idx="181">
                  <c:v>64.864842833</c:v>
                </c:pt>
                <c:pt idx="182">
                  <c:v>64.905680275</c:v>
                </c:pt>
                <c:pt idx="183">
                  <c:v>64.952500624</c:v>
                </c:pt>
                <c:pt idx="184">
                  <c:v>65.005245667</c:v>
                </c:pt>
                <c:pt idx="185">
                  <c:v>65.06307624</c:v>
                </c:pt>
                <c:pt idx="186">
                  <c:v>65.125135838</c:v>
                </c:pt>
                <c:pt idx="187">
                  <c:v>65.189796941</c:v>
                </c:pt>
                <c:pt idx="188">
                  <c:v>65.254561366</c:v>
                </c:pt>
                <c:pt idx="189">
                  <c:v>65.318247575</c:v>
                </c:pt>
                <c:pt idx="190">
                  <c:v>65.380515124</c:v>
                </c:pt>
                <c:pt idx="191">
                  <c:v>65.441310197</c:v>
                </c:pt>
                <c:pt idx="192">
                  <c:v>65.500672069</c:v>
                </c:pt>
                <c:pt idx="193">
                  <c:v>65.558672966</c:v>
                </c:pt>
                <c:pt idx="194">
                  <c:v>65.615397351</c:v>
                </c:pt>
                <c:pt idx="195">
                  <c:v>65.670933137</c:v>
                </c:pt>
                <c:pt idx="196">
                  <c:v>65.725367189</c:v>
                </c:pt>
                <c:pt idx="197">
                  <c:v>65.778782829</c:v>
                </c:pt>
                <c:pt idx="198">
                  <c:v>65.831258479</c:v>
                </c:pt>
                <c:pt idx="199">
                  <c:v>65.882867001</c:v>
                </c:pt>
                <c:pt idx="200">
                  <c:v>65.933675501</c:v>
                </c:pt>
                <c:pt idx="201">
                  <c:v>65.983745412</c:v>
                </c:pt>
                <c:pt idx="202">
                  <c:v>66.033132749</c:v>
                </c:pt>
                <c:pt idx="203">
                  <c:v>66.081888462</c:v>
                </c:pt>
                <c:pt idx="204">
                  <c:v>66.130058835</c:v>
                </c:pt>
                <c:pt idx="205">
                  <c:v>66.177685895</c:v>
                </c:pt>
                <c:pt idx="206">
                  <c:v>66.224807811</c:v>
                </c:pt>
                <c:pt idx="207">
                  <c:v>66.271459278</c:v>
                </c:pt>
                <c:pt idx="208">
                  <c:v>66.317671865</c:v>
                </c:pt>
                <c:pt idx="209">
                  <c:v>66.363474341</c:v>
                </c:pt>
                <c:pt idx="210">
                  <c:v>66.408892963</c:v>
                </c:pt>
                <c:pt idx="211">
                  <c:v>66.450176708</c:v>
                </c:pt>
                <c:pt idx="212">
                  <c:v>66.49357127</c:v>
                </c:pt>
                <c:pt idx="213">
                  <c:v>66.53355092</c:v>
                </c:pt>
                <c:pt idx="214">
                  <c:v>66.570125116</c:v>
                </c:pt>
                <c:pt idx="215">
                  <c:v>66.60391899</c:v>
                </c:pt>
                <c:pt idx="216">
                  <c:v>66.635538957</c:v>
                </c:pt>
                <c:pt idx="217">
                  <c:v>66.665446469</c:v>
                </c:pt>
                <c:pt idx="218">
                  <c:v>66.693968043</c:v>
                </c:pt>
                <c:pt idx="219">
                  <c:v>66.721327733</c:v>
                </c:pt>
                <c:pt idx="220">
                  <c:v>66.747676317</c:v>
                </c:pt>
                <c:pt idx="221">
                  <c:v>66.773113469</c:v>
                </c:pt>
                <c:pt idx="222">
                  <c:v>66.797703773</c:v>
                </c:pt>
                <c:pt idx="223">
                  <c:v>66.821488099</c:v>
                </c:pt>
                <c:pt idx="224">
                  <c:v>66.844491574</c:v>
                </c:pt>
                <c:pt idx="225">
                  <c:v>66.866729144</c:v>
                </c:pt>
                <c:pt idx="226">
                  <c:v>66.888431746</c:v>
                </c:pt>
                <c:pt idx="227">
                  <c:v>66.913022653</c:v>
                </c:pt>
                <c:pt idx="228">
                  <c:v>66.94366288</c:v>
                </c:pt>
                <c:pt idx="229">
                  <c:v>66.980433831</c:v>
                </c:pt>
                <c:pt idx="230">
                  <c:v>67.022514191</c:v>
                </c:pt>
                <c:pt idx="231">
                  <c:v>67.069043718</c:v>
                </c:pt>
                <c:pt idx="232">
                  <c:v>67.118526769</c:v>
                </c:pt>
                <c:pt idx="233">
                  <c:v>67.168420979</c:v>
                </c:pt>
                <c:pt idx="234">
                  <c:v>67.217433501</c:v>
                </c:pt>
                <c:pt idx="235">
                  <c:v>67.265180417</c:v>
                </c:pt>
                <c:pt idx="236">
                  <c:v>67.311592974</c:v>
                </c:pt>
                <c:pt idx="237">
                  <c:v>67.356704453</c:v>
                </c:pt>
                <c:pt idx="238">
                  <c:v>67.400583983</c:v>
                </c:pt>
                <c:pt idx="239">
                  <c:v>67.443314041</c:v>
                </c:pt>
                <c:pt idx="240">
                  <c:v>67.484981078</c:v>
                </c:pt>
                <c:pt idx="241">
                  <c:v>67.525670783</c:v>
                </c:pt>
                <c:pt idx="242">
                  <c:v>67.56546546</c:v>
                </c:pt>
                <c:pt idx="243">
                  <c:v>67.60444259</c:v>
                </c:pt>
                <c:pt idx="244">
                  <c:v>67.642674131</c:v>
                </c:pt>
                <c:pt idx="245">
                  <c:v>67.680226291</c:v>
                </c:pt>
                <c:pt idx="246">
                  <c:v>67.717159588</c:v>
                </c:pt>
                <c:pt idx="247">
                  <c:v>67.753529106</c:v>
                </c:pt>
                <c:pt idx="248">
                  <c:v>67.789384837</c:v>
                </c:pt>
                <c:pt idx="249">
                  <c:v>67.824772082</c:v>
                </c:pt>
                <c:pt idx="250">
                  <c:v>67.859731856</c:v>
                </c:pt>
                <c:pt idx="251">
                  <c:v>67.8943013</c:v>
                </c:pt>
                <c:pt idx="252">
                  <c:v>67.928514056</c:v>
                </c:pt>
                <c:pt idx="253">
                  <c:v>67.962400627</c:v>
                </c:pt>
                <c:pt idx="254">
                  <c:v>67.995988702</c:v>
                </c:pt>
                <c:pt idx="255">
                  <c:v>68.029303449</c:v>
                </c:pt>
                <c:pt idx="256">
                  <c:v>68.059605123</c:v>
                </c:pt>
                <c:pt idx="257">
                  <c:v>68.09130869</c:v>
                </c:pt>
                <c:pt idx="258">
                  <c:v>68.11977838</c:v>
                </c:pt>
                <c:pt idx="259">
                  <c:v>68.14491409</c:v>
                </c:pt>
                <c:pt idx="260">
                  <c:v>68.167324792</c:v>
                </c:pt>
                <c:pt idx="261">
                  <c:v>68.187625835</c:v>
                </c:pt>
                <c:pt idx="262">
                  <c:v>68.206289858</c:v>
                </c:pt>
                <c:pt idx="263">
                  <c:v>68.223652068</c:v>
                </c:pt>
                <c:pt idx="264">
                  <c:v>68.239942467</c:v>
                </c:pt>
                <c:pt idx="265">
                  <c:v>68.255315625</c:v>
                </c:pt>
                <c:pt idx="266">
                  <c:v>68.269873451</c:v>
                </c:pt>
                <c:pt idx="267">
                  <c:v>68.283681673</c:v>
                </c:pt>
                <c:pt idx="268">
                  <c:v>68.296781545</c:v>
                </c:pt>
                <c:pt idx="269">
                  <c:v>68.309198072</c:v>
                </c:pt>
                <c:pt idx="270">
                  <c:v>68.320945724</c:v>
                </c:pt>
                <c:pt idx="271">
                  <c:v>68.332171639</c:v>
                </c:pt>
                <c:pt idx="272">
                  <c:v>68.345981345</c:v>
                </c:pt>
                <c:pt idx="273">
                  <c:v>68.365821619</c:v>
                </c:pt>
                <c:pt idx="274">
                  <c:v>68.391932271</c:v>
                </c:pt>
                <c:pt idx="275">
                  <c:v>68.423516129</c:v>
                </c:pt>
                <c:pt idx="276">
                  <c:v>68.459707189</c:v>
                </c:pt>
                <c:pt idx="277">
                  <c:v>68.499133823</c:v>
                </c:pt>
                <c:pt idx="278">
                  <c:v>68.539233642</c:v>
                </c:pt>
                <c:pt idx="279">
                  <c:v>68.578597371</c:v>
                </c:pt>
                <c:pt idx="280">
                  <c:v>68.616794273</c:v>
                </c:pt>
                <c:pt idx="281">
                  <c:v>68.653740023</c:v>
                </c:pt>
                <c:pt idx="282">
                  <c:v>68.689462183</c:v>
                </c:pt>
                <c:pt idx="283">
                  <c:v>68.724027301</c:v>
                </c:pt>
                <c:pt idx="284">
                  <c:v>68.757516462</c:v>
                </c:pt>
                <c:pt idx="285">
                  <c:v>68.790015273</c:v>
                </c:pt>
                <c:pt idx="286">
                  <c:v>68.821608874</c:v>
                </c:pt>
                <c:pt idx="287">
                  <c:v>68.852379175</c:v>
                </c:pt>
                <c:pt idx="288">
                  <c:v>68.882403351</c:v>
                </c:pt>
                <c:pt idx="289">
                  <c:v>68.911753082</c:v>
                </c:pt>
                <c:pt idx="290">
                  <c:v>68.940494302</c:v>
                </c:pt>
                <c:pt idx="291">
                  <c:v>68.968687242</c:v>
                </c:pt>
                <c:pt idx="292">
                  <c:v>68.99638667</c:v>
                </c:pt>
                <c:pt idx="293">
                  <c:v>69.02364223</c:v>
                </c:pt>
                <c:pt idx="294">
                  <c:v>69.050498846</c:v>
                </c:pt>
                <c:pt idx="295">
                  <c:v>69.076997124</c:v>
                </c:pt>
                <c:pt idx="296">
                  <c:v>69.103173765</c:v>
                </c:pt>
                <c:pt idx="297">
                  <c:v>69.129061945</c:v>
                </c:pt>
                <c:pt idx="298">
                  <c:v>69.154691681</c:v>
                </c:pt>
                <c:pt idx="299">
                  <c:v>69.180090152</c:v>
                </c:pt>
                <c:pt idx="300">
                  <c:v>69.205281999</c:v>
                </c:pt>
                <c:pt idx="301">
                  <c:v>69.228205801</c:v>
                </c:pt>
                <c:pt idx="302">
                  <c:v>69.25210133</c:v>
                </c:pt>
                <c:pt idx="303">
                  <c:v>69.272916618</c:v>
                </c:pt>
                <c:pt idx="304">
                  <c:v>69.290430939</c:v>
                </c:pt>
                <c:pt idx="305">
                  <c:v>69.305233055</c:v>
                </c:pt>
                <c:pt idx="306">
                  <c:v>69.317946953</c:v>
                </c:pt>
                <c:pt idx="307">
                  <c:v>69.329057108</c:v>
                </c:pt>
                <c:pt idx="308">
                  <c:v>69.338908228</c:v>
                </c:pt>
                <c:pt idx="309">
                  <c:v>69.347737037</c:v>
                </c:pt>
                <c:pt idx="310">
                  <c:v>69.355702618</c:v>
                </c:pt>
                <c:pt idx="311">
                  <c:v>69.36290977</c:v>
                </c:pt>
                <c:pt idx="312">
                  <c:v>69.369425975</c:v>
                </c:pt>
                <c:pt idx="313">
                  <c:v>69.375293444</c:v>
                </c:pt>
                <c:pt idx="314">
                  <c:v>69.380537591</c:v>
                </c:pt>
                <c:pt idx="315">
                  <c:v>69.385172927</c:v>
                </c:pt>
                <c:pt idx="316">
                  <c:v>69.389287002</c:v>
                </c:pt>
                <c:pt idx="317">
                  <c:v>69.395645753</c:v>
                </c:pt>
                <c:pt idx="318">
                  <c:v>69.407956486</c:v>
                </c:pt>
                <c:pt idx="319">
                  <c:v>69.426637055</c:v>
                </c:pt>
                <c:pt idx="320">
                  <c:v>69.450920955</c:v>
                </c:pt>
                <c:pt idx="321">
                  <c:v>69.479935509</c:v>
                </c:pt>
                <c:pt idx="322">
                  <c:v>69.512421648</c:v>
                </c:pt>
                <c:pt idx="323">
                  <c:v>69.545822326</c:v>
                </c:pt>
                <c:pt idx="324">
                  <c:v>69.57860713</c:v>
                </c:pt>
                <c:pt idx="325">
                  <c:v>69.610294496</c:v>
                </c:pt>
                <c:pt idx="326">
                  <c:v>69.640783415</c:v>
                </c:pt>
                <c:pt idx="327">
                  <c:v>69.670095616</c:v>
                </c:pt>
                <c:pt idx="328">
                  <c:v>69.698295256</c:v>
                </c:pt>
                <c:pt idx="329">
                  <c:v>69.72546229</c:v>
                </c:pt>
                <c:pt idx="330">
                  <c:v>69.751681783</c:v>
                </c:pt>
                <c:pt idx="331">
                  <c:v>69.777038632</c:v>
                </c:pt>
                <c:pt idx="332">
                  <c:v>69.801614679</c:v>
                </c:pt>
                <c:pt idx="333">
                  <c:v>69.825487112</c:v>
                </c:pt>
                <c:pt idx="334">
                  <c:v>69.848727664</c:v>
                </c:pt>
                <c:pt idx="335">
                  <c:v>69.871402319</c:v>
                </c:pt>
                <c:pt idx="336">
                  <c:v>69.893571349</c:v>
                </c:pt>
                <c:pt idx="337">
                  <c:v>69.915289529</c:v>
                </c:pt>
                <c:pt idx="338">
                  <c:v>69.936606485</c:v>
                </c:pt>
                <c:pt idx="339">
                  <c:v>69.95756708</c:v>
                </c:pt>
                <c:pt idx="340">
                  <c:v>69.978211833</c:v>
                </c:pt>
                <c:pt idx="341">
                  <c:v>69.99857732</c:v>
                </c:pt>
                <c:pt idx="342">
                  <c:v>70.018696567</c:v>
                </c:pt>
                <c:pt idx="343">
                  <c:v>70.038599409</c:v>
                </c:pt>
                <c:pt idx="344">
                  <c:v>70.058312825</c:v>
                </c:pt>
                <c:pt idx="345">
                  <c:v>70.077861231</c:v>
                </c:pt>
                <c:pt idx="346">
                  <c:v>70.095653157</c:v>
                </c:pt>
                <c:pt idx="347">
                  <c:v>70.114155931</c:v>
                </c:pt>
                <c:pt idx="348">
                  <c:v>70.129723552</c:v>
                </c:pt>
                <c:pt idx="349">
                  <c:v>70.142003553</c:v>
                </c:pt>
                <c:pt idx="350">
                  <c:v>70.151559642</c:v>
                </c:pt>
                <c:pt idx="351">
                  <c:v>70.159023743</c:v>
                </c:pt>
                <c:pt idx="352">
                  <c:v>70.164892547</c:v>
                </c:pt>
                <c:pt idx="353">
                  <c:v>70.16952081</c:v>
                </c:pt>
                <c:pt idx="354">
                  <c:v>70.173152514</c:v>
                </c:pt>
                <c:pt idx="355">
                  <c:v>70.175951722</c:v>
                </c:pt>
                <c:pt idx="356">
                  <c:v>70.178026544</c:v>
                </c:pt>
                <c:pt idx="357">
                  <c:v>70.179446589</c:v>
                </c:pt>
                <c:pt idx="358">
                  <c:v>70.180255366</c:v>
                </c:pt>
                <c:pt idx="359">
                  <c:v>70.180479014</c:v>
                </c:pt>
                <c:pt idx="360">
                  <c:v>70.180132376</c:v>
                </c:pt>
                <c:pt idx="361">
                  <c:v>70.179263553</c:v>
                </c:pt>
                <c:pt idx="362">
                  <c:v>70.180287206</c:v>
                </c:pt>
                <c:pt idx="363">
                  <c:v>70.187137652</c:v>
                </c:pt>
                <c:pt idx="364">
                  <c:v>70.200430408</c:v>
                </c:pt>
                <c:pt idx="365">
                  <c:v>70.219436742</c:v>
                </c:pt>
                <c:pt idx="366">
                  <c:v>70.24327766</c:v>
                </c:pt>
                <c:pt idx="367">
                  <c:v>70.270792413</c:v>
                </c:pt>
                <c:pt idx="368">
                  <c:v>70.299455336</c:v>
                </c:pt>
                <c:pt idx="369">
                  <c:v>70.327611111</c:v>
                </c:pt>
                <c:pt idx="370">
                  <c:v>70.354722829</c:v>
                </c:pt>
                <c:pt idx="371">
                  <c:v>70.380671364</c:v>
                </c:pt>
                <c:pt idx="372">
                  <c:v>70.40547231</c:v>
                </c:pt>
                <c:pt idx="373">
                  <c:v>70.429187438</c:v>
                </c:pt>
                <c:pt idx="374">
                  <c:v>70.45189569</c:v>
                </c:pt>
                <c:pt idx="375">
                  <c:v>70.473681726</c:v>
                </c:pt>
                <c:pt idx="376">
                  <c:v>70.494630361</c:v>
                </c:pt>
                <c:pt idx="377">
                  <c:v>70.514823535</c:v>
                </c:pt>
                <c:pt idx="378">
                  <c:v>70.534338621</c:v>
                </c:pt>
                <c:pt idx="379">
                  <c:v>70.55324758</c:v>
                </c:pt>
                <c:pt idx="380">
                  <c:v>70.571616631</c:v>
                </c:pt>
                <c:pt idx="381">
                  <c:v>70.589506261</c:v>
                </c:pt>
                <c:pt idx="382">
                  <c:v>70.606971437</c:v>
                </c:pt>
                <c:pt idx="383">
                  <c:v>70.624061941</c:v>
                </c:pt>
                <c:pt idx="384">
                  <c:v>70.640822761</c:v>
                </c:pt>
                <c:pt idx="385">
                  <c:v>70.6572945</c:v>
                </c:pt>
                <c:pt idx="386">
                  <c:v>70.67351379</c:v>
                </c:pt>
                <c:pt idx="387">
                  <c:v>70.689513678</c:v>
                </c:pt>
                <c:pt idx="388">
                  <c:v>70.705323995</c:v>
                </c:pt>
                <c:pt idx="389">
                  <c:v>70.720971686</c:v>
                </c:pt>
                <c:pt idx="390">
                  <c:v>70.736481116</c:v>
                </c:pt>
                <c:pt idx="391">
                  <c:v>70.750595787</c:v>
                </c:pt>
                <c:pt idx="392">
                  <c:v>70.7652642</c:v>
                </c:pt>
                <c:pt idx="393">
                  <c:v>70.777144357</c:v>
                </c:pt>
                <c:pt idx="394">
                  <c:v>70.785741133</c:v>
                </c:pt>
                <c:pt idx="395">
                  <c:v>70.791587816</c:v>
                </c:pt>
                <c:pt idx="396">
                  <c:v>70.795323264</c:v>
                </c:pt>
                <c:pt idx="397">
                  <c:v>70.79745657</c:v>
                </c:pt>
                <c:pt idx="398">
                  <c:v>70.798352952</c:v>
                </c:pt>
                <c:pt idx="399">
                  <c:v>70.798264045</c:v>
                </c:pt>
                <c:pt idx="400">
                  <c:v>70.797359238</c:v>
                </c:pt>
                <c:pt idx="401">
                  <c:v>70.79575025</c:v>
                </c:pt>
                <c:pt idx="402">
                  <c:v>70.793509066</c:v>
                </c:pt>
                <c:pt idx="403">
                  <c:v>70.790680717</c:v>
                </c:pt>
                <c:pt idx="404">
                  <c:v>70.787292261</c:v>
                </c:pt>
                <c:pt idx="405">
                  <c:v>70.783359052</c:v>
                </c:pt>
                <c:pt idx="406">
                  <c:v>70.778905796</c:v>
                </c:pt>
                <c:pt idx="407">
                  <c:v>70.775995028</c:v>
                </c:pt>
                <c:pt idx="408">
                  <c:v>70.778745563</c:v>
                </c:pt>
                <c:pt idx="409">
                  <c:v>70.787990749</c:v>
                </c:pt>
                <c:pt idx="410">
                  <c:v>70.803047431</c:v>
                </c:pt>
                <c:pt idx="411">
                  <c:v>70.823031669</c:v>
                </c:pt>
                <c:pt idx="412">
                  <c:v>70.846865081</c:v>
                </c:pt>
                <c:pt idx="413">
                  <c:v>70.872079026</c:v>
                </c:pt>
                <c:pt idx="414">
                  <c:v>70.896891114</c:v>
                </c:pt>
                <c:pt idx="415">
                  <c:v>70.920704062</c:v>
                </c:pt>
                <c:pt idx="416">
                  <c:v>70.943378972</c:v>
                </c:pt>
                <c:pt idx="417">
                  <c:v>70.964924846</c:v>
                </c:pt>
                <c:pt idx="418">
                  <c:v>70.985400991</c:v>
                </c:pt>
                <c:pt idx="419">
                  <c:v>71.00488535</c:v>
                </c:pt>
                <c:pt idx="420">
                  <c:v>71.02346224</c:v>
                </c:pt>
                <c:pt idx="421">
                  <c:v>71.041216474</c:v>
                </c:pt>
                <c:pt idx="422">
                  <c:v>71.058230172</c:v>
                </c:pt>
                <c:pt idx="423">
                  <c:v>71.07458099</c:v>
                </c:pt>
                <c:pt idx="424">
                  <c:v>71.090341213</c:v>
                </c:pt>
                <c:pt idx="425">
                  <c:v>71.105577393</c:v>
                </c:pt>
                <c:pt idx="426">
                  <c:v>71.120350334</c:v>
                </c:pt>
                <c:pt idx="427">
                  <c:v>71.1347153</c:v>
                </c:pt>
                <c:pt idx="428">
                  <c:v>71.148722331</c:v>
                </c:pt>
                <c:pt idx="429">
                  <c:v>71.16241664</c:v>
                </c:pt>
                <c:pt idx="430">
                  <c:v>71.17583902</c:v>
                </c:pt>
                <c:pt idx="431">
                  <c:v>71.189026258</c:v>
                </c:pt>
                <c:pt idx="432">
                  <c:v>71.202011524</c:v>
                </c:pt>
                <c:pt idx="433">
                  <c:v>71.214824742</c:v>
                </c:pt>
                <c:pt idx="434">
                  <c:v>71.227492925</c:v>
                </c:pt>
                <c:pt idx="435">
                  <c:v>71.240040483</c:v>
                </c:pt>
                <c:pt idx="436">
                  <c:v>71.251455719</c:v>
                </c:pt>
                <c:pt idx="437">
                  <c:v>71.263330813</c:v>
                </c:pt>
                <c:pt idx="438">
                  <c:v>71.272571808</c:v>
                </c:pt>
                <c:pt idx="439">
                  <c:v>71.278531129</c:v>
                </c:pt>
                <c:pt idx="440">
                  <c:v>71.28170546</c:v>
                </c:pt>
                <c:pt idx="441">
                  <c:v>71.28273933</c:v>
                </c:pt>
                <c:pt idx="442">
                  <c:v>71.282154325</c:v>
                </c:pt>
                <c:pt idx="443">
                  <c:v>71.280326464</c:v>
                </c:pt>
                <c:pt idx="444">
                  <c:v>71.277515367</c:v>
                </c:pt>
                <c:pt idx="445">
                  <c:v>71.273896024</c:v>
                </c:pt>
                <c:pt idx="446">
                  <c:v>71.269583988</c:v>
                </c:pt>
                <c:pt idx="447">
                  <c:v>71.26465381</c:v>
                </c:pt>
                <c:pt idx="448">
                  <c:v>71.259152195</c:v>
                </c:pt>
                <c:pt idx="449">
                  <c:v>71.253107259</c:v>
                </c:pt>
                <c:pt idx="450">
                  <c:v>71.24653498</c:v>
                </c:pt>
                <c:pt idx="451">
                  <c:v>71.239448538</c:v>
                </c:pt>
                <c:pt idx="452">
                  <c:v>71.233568872</c:v>
                </c:pt>
                <c:pt idx="453">
                  <c:v>71.233147325</c:v>
                </c:pt>
                <c:pt idx="454">
                  <c:v>71.239256123</c:v>
                </c:pt>
                <c:pt idx="455">
                  <c:v>71.251266177</c:v>
                </c:pt>
                <c:pt idx="456">
                  <c:v>71.268290435</c:v>
                </c:pt>
                <c:pt idx="457">
                  <c:v>71.28931745</c:v>
                </c:pt>
                <c:pt idx="458">
                  <c:v>71.311958439</c:v>
                </c:pt>
                <c:pt idx="459">
                  <c:v>71.334304121</c:v>
                </c:pt>
                <c:pt idx="460">
                  <c:v>71.355691601</c:v>
                </c:pt>
                <c:pt idx="461">
                  <c:v>71.375960252</c:v>
                </c:pt>
                <c:pt idx="462">
                  <c:v>71.39511195</c:v>
                </c:pt>
                <c:pt idx="463">
                  <c:v>71.413203388</c:v>
                </c:pt>
                <c:pt idx="464">
                  <c:v>71.430311493</c:v>
                </c:pt>
                <c:pt idx="465">
                  <c:v>71.446520253</c:v>
                </c:pt>
                <c:pt idx="466">
                  <c:v>71.461914508</c:v>
                </c:pt>
                <c:pt idx="467">
                  <c:v>71.476576605</c:v>
                </c:pt>
                <c:pt idx="468">
                  <c:v>71.490584531</c:v>
                </c:pt>
                <c:pt idx="469">
                  <c:v>71.504010949</c:v>
                </c:pt>
                <c:pt idx="470">
                  <c:v>71.516922801</c:v>
                </c:pt>
                <c:pt idx="471">
                  <c:v>71.52938127</c:v>
                </c:pt>
                <c:pt idx="472">
                  <c:v>71.541441972</c:v>
                </c:pt>
                <c:pt idx="473">
                  <c:v>71.553155268</c:v>
                </c:pt>
                <c:pt idx="474">
                  <c:v>71.564566658</c:v>
                </c:pt>
                <c:pt idx="475">
                  <c:v>71.575717183</c:v>
                </c:pt>
                <c:pt idx="476">
                  <c:v>71.586643847</c:v>
                </c:pt>
                <c:pt idx="477">
                  <c:v>71.597380001</c:v>
                </c:pt>
                <c:pt idx="478">
                  <c:v>71.607955725</c:v>
                </c:pt>
                <c:pt idx="479">
                  <c:v>71.618398157</c:v>
                </c:pt>
                <c:pt idx="480">
                  <c:v>71.628731807</c:v>
                </c:pt>
                <c:pt idx="481">
                  <c:v>71.638127812</c:v>
                </c:pt>
                <c:pt idx="482">
                  <c:v>71.647927479</c:v>
                </c:pt>
                <c:pt idx="483">
                  <c:v>71.655256955</c:v>
                </c:pt>
                <c:pt idx="484">
                  <c:v>71.659308061</c:v>
                </c:pt>
                <c:pt idx="485">
                  <c:v>71.660534067</c:v>
                </c:pt>
                <c:pt idx="486">
                  <c:v>71.65958365</c:v>
                </c:pt>
                <c:pt idx="487">
                  <c:v>71.656990886</c:v>
                </c:pt>
                <c:pt idx="488">
                  <c:v>71.653142885</c:v>
                </c:pt>
                <c:pt idx="489">
                  <c:v>71.64830754</c:v>
                </c:pt>
                <c:pt idx="490">
                  <c:v>71.642665688</c:v>
                </c:pt>
                <c:pt idx="491">
                  <c:v>71.636336902</c:v>
                </c:pt>
                <c:pt idx="492">
                  <c:v>71.629398452</c:v>
                </c:pt>
                <c:pt idx="493">
                  <c:v>71.62189884</c:v>
                </c:pt>
                <c:pt idx="494">
                  <c:v>71.613867333</c:v>
                </c:pt>
                <c:pt idx="495">
                  <c:v>71.605320622</c:v>
                </c:pt>
                <c:pt idx="496">
                  <c:v>71.596268041</c:v>
                </c:pt>
                <c:pt idx="497">
                  <c:v>71.588110818</c:v>
                </c:pt>
                <c:pt idx="498">
                  <c:v>71.585171799</c:v>
                </c:pt>
                <c:pt idx="499">
                  <c:v>71.588783621</c:v>
                </c:pt>
                <c:pt idx="500">
                  <c:v>71.59838063</c:v>
                </c:pt>
                <c:pt idx="501">
                  <c:v>71.613074841</c:v>
                </c:pt>
                <c:pt idx="502">
                  <c:v>71.631907039</c:v>
                </c:pt>
                <c:pt idx="503">
                  <c:v>71.652588125</c:v>
                </c:pt>
                <c:pt idx="504">
                  <c:v>71.67308493</c:v>
                </c:pt>
                <c:pt idx="505">
                  <c:v>71.692663201</c:v>
                </c:pt>
                <c:pt idx="506">
                  <c:v>71.711138444</c:v>
                </c:pt>
                <c:pt idx="507">
                  <c:v>71.728504766</c:v>
                </c:pt>
                <c:pt idx="508">
                  <c:v>71.744816063</c:v>
                </c:pt>
                <c:pt idx="509">
                  <c:v>71.760148189</c:v>
                </c:pt>
                <c:pt idx="510">
                  <c:v>71.774584788</c:v>
                </c:pt>
                <c:pt idx="511">
                  <c:v>71.78821074</c:v>
                </c:pt>
                <c:pt idx="512">
                  <c:v>71.801108635</c:v>
                </c:pt>
                <c:pt idx="513">
                  <c:v>71.813356818</c:v>
                </c:pt>
                <c:pt idx="514">
                  <c:v>71.825028361</c:v>
                </c:pt>
                <c:pt idx="515">
                  <c:v>71.836190628</c:v>
                </c:pt>
                <c:pt idx="516">
                  <c:v>71.846905216</c:v>
                </c:pt>
                <c:pt idx="517">
                  <c:v>71.85722813</c:v>
                </c:pt>
                <c:pt idx="518">
                  <c:v>71.867210091</c:v>
                </c:pt>
                <c:pt idx="519">
                  <c:v>71.876896918</c:v>
                </c:pt>
                <c:pt idx="520">
                  <c:v>71.886329945</c:v>
                </c:pt>
                <c:pt idx="521">
                  <c:v>71.895546423</c:v>
                </c:pt>
                <c:pt idx="522">
                  <c:v>71.904579928</c:v>
                </c:pt>
                <c:pt idx="523">
                  <c:v>71.913460727</c:v>
                </c:pt>
                <c:pt idx="524">
                  <c:v>71.922216121</c:v>
                </c:pt>
                <c:pt idx="525">
                  <c:v>71.93087076</c:v>
                </c:pt>
                <c:pt idx="526">
                  <c:v>71.93873473</c:v>
                </c:pt>
                <c:pt idx="527">
                  <c:v>71.946967985</c:v>
                </c:pt>
                <c:pt idx="528">
                  <c:v>71.952905003</c:v>
                </c:pt>
                <c:pt idx="529">
                  <c:v>71.955571462</c:v>
                </c:pt>
                <c:pt idx="530">
                  <c:v>71.955369734</c:v>
                </c:pt>
                <c:pt idx="531">
                  <c:v>71.952950846</c:v>
                </c:pt>
                <c:pt idx="532">
                  <c:v>71.948861283</c:v>
                </c:pt>
                <c:pt idx="533">
                  <c:v>71.943499504</c:v>
                </c:pt>
                <c:pt idx="534">
                  <c:v>71.937141949</c:v>
                </c:pt>
                <c:pt idx="535">
                  <c:v>71.929975518</c:v>
                </c:pt>
                <c:pt idx="536">
                  <c:v>71.92212398</c:v>
                </c:pt>
                <c:pt idx="537">
                  <c:v>71.913667454</c:v>
                </c:pt>
                <c:pt idx="538">
                  <c:v>71.904656338</c:v>
                </c:pt>
                <c:pt idx="539">
                  <c:v>71.895121134</c:v>
                </c:pt>
                <c:pt idx="540">
                  <c:v>71.885079306</c:v>
                </c:pt>
                <c:pt idx="541">
                  <c:v>71.874540029</c:v>
                </c:pt>
                <c:pt idx="542">
                  <c:v>71.864616316</c:v>
                </c:pt>
                <c:pt idx="543">
                  <c:v>71.859636357</c:v>
                </c:pt>
                <c:pt idx="544">
                  <c:v>71.861212407</c:v>
                </c:pt>
                <c:pt idx="545">
                  <c:v>71.868852764</c:v>
                </c:pt>
                <c:pt idx="546">
                  <c:v>71.881671063</c:v>
                </c:pt>
                <c:pt idx="547">
                  <c:v>71.898747163</c:v>
                </c:pt>
                <c:pt idx="548">
                  <c:v>71.917907867</c:v>
                </c:pt>
                <c:pt idx="549">
                  <c:v>71.937001781</c:v>
                </c:pt>
                <c:pt idx="550">
                  <c:v>71.955217266</c:v>
                </c:pt>
                <c:pt idx="551">
                  <c:v>71.972343661</c:v>
                </c:pt>
                <c:pt idx="552">
                  <c:v>71.98836659</c:v>
                </c:pt>
                <c:pt idx="553">
                  <c:v>72.003336935</c:v>
                </c:pt>
                <c:pt idx="554">
                  <c:v>72.0173294</c:v>
                </c:pt>
                <c:pt idx="555">
                  <c:v>72.030427264</c:v>
                </c:pt>
                <c:pt idx="556">
                  <c:v>72.042715437</c:v>
                </c:pt>
                <c:pt idx="557">
                  <c:v>72.054276761</c:v>
                </c:pt>
                <c:pt idx="558">
                  <c:v>72.065189948</c:v>
                </c:pt>
                <c:pt idx="559">
                  <c:v>72.075528496</c:v>
                </c:pt>
                <c:pt idx="560">
                  <c:v>72.085360213</c:v>
                </c:pt>
                <c:pt idx="561">
                  <c:v>72.094747131</c:v>
                </c:pt>
                <c:pt idx="562">
                  <c:v>72.103745667</c:v>
                </c:pt>
                <c:pt idx="563">
                  <c:v>72.112406923</c:v>
                </c:pt>
                <c:pt idx="564">
                  <c:v>72.120777069</c:v>
                </c:pt>
                <c:pt idx="565">
                  <c:v>72.128897745</c:v>
                </c:pt>
                <c:pt idx="566">
                  <c:v>72.136806484</c:v>
                </c:pt>
                <c:pt idx="567">
                  <c:v>72.144537104</c:v>
                </c:pt>
                <c:pt idx="568">
                  <c:v>72.152120085</c:v>
                </c:pt>
                <c:pt idx="569">
                  <c:v>72.159582916</c:v>
                </c:pt>
                <c:pt idx="570">
                  <c:v>72.166950406</c:v>
                </c:pt>
                <c:pt idx="571">
                  <c:v>72.17424497</c:v>
                </c:pt>
                <c:pt idx="572">
                  <c:v>72.180675807</c:v>
                </c:pt>
                <c:pt idx="573">
                  <c:v>72.185598609</c:v>
                </c:pt>
                <c:pt idx="574">
                  <c:v>72.187265372</c:v>
                </c:pt>
                <c:pt idx="575">
                  <c:v>72.186019408</c:v>
                </c:pt>
                <c:pt idx="576">
                  <c:v>72.182512026</c:v>
                </c:pt>
                <c:pt idx="577">
                  <c:v>72.177301953</c:v>
                </c:pt>
                <c:pt idx="578">
                  <c:v>72.170799234</c:v>
                </c:pt>
                <c:pt idx="579">
                  <c:v>72.163289112</c:v>
                </c:pt>
                <c:pt idx="580">
                  <c:v>72.154964764</c:v>
                </c:pt>
                <c:pt idx="581">
                  <c:v>72.145954314</c:v>
                </c:pt>
                <c:pt idx="582">
                  <c:v>72.13634085</c:v>
                </c:pt>
                <c:pt idx="583">
                  <c:v>72.126176762</c:v>
                </c:pt>
                <c:pt idx="584">
                  <c:v>72.115493852</c:v>
                </c:pt>
                <c:pt idx="585">
                  <c:v>72.104310411</c:v>
                </c:pt>
                <c:pt idx="586">
                  <c:v>72.092636115</c:v>
                </c:pt>
                <c:pt idx="587">
                  <c:v>72.081334735</c:v>
                </c:pt>
                <c:pt idx="588">
                  <c:v>72.074669397</c:v>
                </c:pt>
                <c:pt idx="589">
                  <c:v>72.074549502</c:v>
                </c:pt>
                <c:pt idx="590">
                  <c:v>72.080568816</c:v>
                </c:pt>
                <c:pt idx="591">
                  <c:v>72.091845453</c:v>
                </c:pt>
                <c:pt idx="592">
                  <c:v>72.107486822</c:v>
                </c:pt>
                <c:pt idx="593">
                  <c:v>72.125447452</c:v>
                </c:pt>
                <c:pt idx="594">
                  <c:v>72.143466878</c:v>
                </c:pt>
                <c:pt idx="595">
                  <c:v>72.160649775</c:v>
                </c:pt>
                <c:pt idx="596">
                  <c:v>72.17675668</c:v>
                </c:pt>
                <c:pt idx="597">
                  <c:v>72.191763937</c:v>
                </c:pt>
                <c:pt idx="598">
                  <c:v>72.205719164</c:v>
                </c:pt>
                <c:pt idx="599">
                  <c:v>72.218695826</c:v>
                </c:pt>
                <c:pt idx="600">
                  <c:v>72.230776803</c:v>
                </c:pt>
                <c:pt idx="601">
                  <c:v>72.242047021</c:v>
                </c:pt>
                <c:pt idx="602">
                  <c:v>72.252589568</c:v>
                </c:pt>
                <c:pt idx="603">
                  <c:v>72.262483531</c:v>
                </c:pt>
                <c:pt idx="604">
                  <c:v>72.271802841</c:v>
                </c:pt>
                <c:pt idx="605">
                  <c:v>72.280615763</c:v>
                </c:pt>
                <c:pt idx="606">
                  <c:v>72.288984776</c:v>
                </c:pt>
                <c:pt idx="607">
                  <c:v>72.296966726</c:v>
                </c:pt>
                <c:pt idx="608">
                  <c:v>72.304613114</c:v>
                </c:pt>
                <c:pt idx="609">
                  <c:v>72.311970472</c:v>
                </c:pt>
                <c:pt idx="610">
                  <c:v>72.31908077</c:v>
                </c:pt>
                <c:pt idx="611">
                  <c:v>72.325981833</c:v>
                </c:pt>
                <c:pt idx="612">
                  <c:v>72.33270774</c:v>
                </c:pt>
                <c:pt idx="613">
                  <c:v>72.339289202</c:v>
                </c:pt>
                <c:pt idx="614">
                  <c:v>72.345753911</c:v>
                </c:pt>
                <c:pt idx="615">
                  <c:v>72.352126851</c:v>
                </c:pt>
                <c:pt idx="616">
                  <c:v>72.358430593</c:v>
                </c:pt>
                <c:pt idx="617">
                  <c:v>72.3640203</c:v>
                </c:pt>
                <c:pt idx="618">
                  <c:v>72.36820865</c:v>
                </c:pt>
                <c:pt idx="619">
                  <c:v>72.369164067</c:v>
                </c:pt>
                <c:pt idx="620">
                  <c:v>72.367161913</c:v>
                </c:pt>
                <c:pt idx="621">
                  <c:v>72.362851385</c:v>
                </c:pt>
                <c:pt idx="622">
                  <c:v>72.356803211</c:v>
                </c:pt>
                <c:pt idx="623">
                  <c:v>72.349439237</c:v>
                </c:pt>
                <c:pt idx="624">
                  <c:v>72.341053762</c:v>
                </c:pt>
                <c:pt idx="625">
                  <c:v>72.331846448</c:v>
                </c:pt>
                <c:pt idx="626">
                  <c:v>72.32194993</c:v>
                </c:pt>
                <c:pt idx="627">
                  <c:v>72.311450382</c:v>
                </c:pt>
                <c:pt idx="628">
                  <c:v>72.300402268</c:v>
                </c:pt>
                <c:pt idx="629">
                  <c:v>72.288838758</c:v>
                </c:pt>
                <c:pt idx="630">
                  <c:v>72.276779016</c:v>
                </c:pt>
                <c:pt idx="631">
                  <c:v>72.264233254</c:v>
                </c:pt>
                <c:pt idx="632">
                  <c:v>72.251854702</c:v>
                </c:pt>
                <c:pt idx="633">
                  <c:v>72.243775495</c:v>
                </c:pt>
                <c:pt idx="634">
                  <c:v>72.242214434</c:v>
                </c:pt>
                <c:pt idx="635">
                  <c:v>72.246863394</c:v>
                </c:pt>
                <c:pt idx="636">
                  <c:v>72.25684822</c:v>
                </c:pt>
                <c:pt idx="637">
                  <c:v>72.271293946</c:v>
                </c:pt>
                <c:pt idx="638">
                  <c:v>72.288290669</c:v>
                </c:pt>
                <c:pt idx="639">
                  <c:v>72.305480989</c:v>
                </c:pt>
                <c:pt idx="640">
                  <c:v>72.321879415</c:v>
                </c:pt>
                <c:pt idx="641">
                  <c:v>72.337214823</c:v>
                </c:pt>
                <c:pt idx="642">
                  <c:v>72.351453383</c:v>
                </c:pt>
                <c:pt idx="643">
                  <c:v>72.364639174</c:v>
                </c:pt>
                <c:pt idx="644">
                  <c:v>72.376844325</c:v>
                </c:pt>
                <c:pt idx="645">
                  <c:v>72.388151271</c:v>
                </c:pt>
                <c:pt idx="646">
                  <c:v>72.398644936</c:v>
                </c:pt>
                <c:pt idx="647">
                  <c:v>72.408408646</c:v>
                </c:pt>
                <c:pt idx="648">
                  <c:v>72.417521862</c:v>
                </c:pt>
                <c:pt idx="649">
                  <c:v>72.426058955</c:v>
                </c:pt>
                <c:pt idx="650">
                  <c:v>72.43408865</c:v>
                </c:pt>
                <c:pt idx="651">
                  <c:v>72.441673887</c:v>
                </c:pt>
                <c:pt idx="652">
                  <c:v>72.448871949</c:v>
                </c:pt>
                <c:pt idx="653">
                  <c:v>72.455734748</c:v>
                </c:pt>
                <c:pt idx="654">
                  <c:v>72.462309191</c:v>
                </c:pt>
                <c:pt idx="655">
                  <c:v>72.468637588</c:v>
                </c:pt>
                <c:pt idx="656">
                  <c:v>72.474758071</c:v>
                </c:pt>
                <c:pt idx="657">
                  <c:v>72.48070499</c:v>
                </c:pt>
                <c:pt idx="658">
                  <c:v>72.486509298</c:v>
                </c:pt>
                <c:pt idx="659">
                  <c:v>72.4921989</c:v>
                </c:pt>
                <c:pt idx="660">
                  <c:v>72.497798972</c:v>
                </c:pt>
                <c:pt idx="661">
                  <c:v>72.503332247</c:v>
                </c:pt>
                <c:pt idx="662">
                  <c:v>72.50826734</c:v>
                </c:pt>
                <c:pt idx="663">
                  <c:v>72.511930078</c:v>
                </c:pt>
                <c:pt idx="664">
                  <c:v>72.512393158</c:v>
                </c:pt>
                <c:pt idx="665">
                  <c:v>72.509854456</c:v>
                </c:pt>
                <c:pt idx="666">
                  <c:v>72.504958319</c:v>
                </c:pt>
                <c:pt idx="667">
                  <c:v>72.49828714</c:v>
                </c:pt>
                <c:pt idx="668">
                  <c:v>72.490274765</c:v>
                </c:pt>
                <c:pt idx="669">
                  <c:v>72.481224799</c:v>
                </c:pt>
                <c:pt idx="670">
                  <c:v>72.471343593</c:v>
                </c:pt>
                <c:pt idx="671">
                  <c:v>72.46076845</c:v>
                </c:pt>
                <c:pt idx="672">
                  <c:v>72.449588742</c:v>
                </c:pt>
                <c:pt idx="673">
                  <c:v>72.437861092</c:v>
                </c:pt>
                <c:pt idx="674">
                  <c:v>72.425620095</c:v>
                </c:pt>
                <c:pt idx="675">
                  <c:v>72.412885836</c:v>
                </c:pt>
                <c:pt idx="676">
                  <c:v>72.399669092</c:v>
                </c:pt>
                <c:pt idx="677">
                  <c:v>72.38644885</c:v>
                </c:pt>
                <c:pt idx="678">
                  <c:v>72.377167427</c:v>
                </c:pt>
                <c:pt idx="679">
                  <c:v>72.374358804</c:v>
                </c:pt>
                <c:pt idx="680">
                  <c:v>72.377826786</c:v>
                </c:pt>
                <c:pt idx="681">
                  <c:v>72.386708639</c:v>
                </c:pt>
                <c:pt idx="682">
                  <c:v>72.400138882</c:v>
                </c:pt>
                <c:pt idx="683">
                  <c:v>72.416346698</c:v>
                </c:pt>
                <c:pt idx="684">
                  <c:v>72.432893009</c:v>
                </c:pt>
                <c:pt idx="685">
                  <c:v>72.448695575</c:v>
                </c:pt>
                <c:pt idx="686">
                  <c:v>72.463448493</c:v>
                </c:pt>
                <c:pt idx="687">
                  <c:v>72.47710678</c:v>
                </c:pt>
                <c:pt idx="688">
                  <c:v>72.489710671</c:v>
                </c:pt>
                <c:pt idx="689">
                  <c:v>72.501330849</c:v>
                </c:pt>
                <c:pt idx="690">
                  <c:v>72.512049259</c:v>
                </c:pt>
                <c:pt idx="691">
                  <c:v>72.521950796</c:v>
                </c:pt>
                <c:pt idx="692">
                  <c:v>72.531119018</c:v>
                </c:pt>
                <c:pt idx="693">
                  <c:v>72.539633753</c:v>
                </c:pt>
                <c:pt idx="694">
                  <c:v>72.547569814</c:v>
                </c:pt>
                <c:pt idx="695">
                  <c:v>72.554996391</c:v>
                </c:pt>
                <c:pt idx="696">
                  <c:v>72.561976891</c:v>
                </c:pt>
                <c:pt idx="697">
                  <c:v>72.568569044</c:v>
                </c:pt>
                <c:pt idx="698">
                  <c:v>72.574825178</c:v>
                </c:pt>
                <c:pt idx="699">
                  <c:v>72.580792585</c:v>
                </c:pt>
                <c:pt idx="700">
                  <c:v>72.586513927</c:v>
                </c:pt>
                <c:pt idx="701">
                  <c:v>72.592027647</c:v>
                </c:pt>
                <c:pt idx="702">
                  <c:v>72.59736838</c:v>
                </c:pt>
                <c:pt idx="703">
                  <c:v>72.602567328</c:v>
                </c:pt>
                <c:pt idx="704">
                  <c:v>72.607652619</c:v>
                </c:pt>
                <c:pt idx="705">
                  <c:v>72.612649626</c:v>
                </c:pt>
                <c:pt idx="706">
                  <c:v>72.617581256</c:v>
                </c:pt>
                <c:pt idx="707">
                  <c:v>72.622002984</c:v>
                </c:pt>
                <c:pt idx="708">
                  <c:v>72.625296514</c:v>
                </c:pt>
                <c:pt idx="709">
                  <c:v>72.625435283</c:v>
                </c:pt>
                <c:pt idx="710">
                  <c:v>72.622529511</c:v>
                </c:pt>
                <c:pt idx="711">
                  <c:v>72.617215581</c:v>
                </c:pt>
                <c:pt idx="712">
                  <c:v>72.610087123</c:v>
                </c:pt>
                <c:pt idx="713">
                  <c:v>72.601590156</c:v>
                </c:pt>
                <c:pt idx="714">
                  <c:v>72.59203784</c:v>
                </c:pt>
                <c:pt idx="715">
                  <c:v>72.581643422</c:v>
                </c:pt>
                <c:pt idx="716">
                  <c:v>72.570549025</c:v>
                </c:pt>
                <c:pt idx="717">
                  <c:v>72.558847337</c:v>
                </c:pt>
                <c:pt idx="718">
                  <c:v>72.546597218</c:v>
                </c:pt>
                <c:pt idx="719">
                  <c:v>72.53383475</c:v>
                </c:pt>
                <c:pt idx="720">
                  <c:v>72.520580979</c:v>
                </c:pt>
                <c:pt idx="721">
                  <c:v>72.506847282</c:v>
                </c:pt>
                <c:pt idx="722">
                  <c:v>72.502163785</c:v>
                </c:pt>
              </c:numCache>
            </c:numRef>
          </c:yVal>
        </c:ser>
        <c:ser>
          <c:idx val="2"/>
          <c:order val="2"/>
          <c:tx>
            <c:v>Avionics, 10 m²</c:v>
          </c:tx>
          <c:spPr>
            <a:ln xmlns:a="http://schemas.openxmlformats.org/drawingml/2006/main" w="23813">
              <a:solidFill>
                <a:srgbClr val="087F95"/>
              </a:solidFill>
            </a:ln>
          </c:spPr>
          <c:marker>
            <c:symbol val="none"/>
          </c:marker>
          <c:xVal>
            <c:numRef>
              <c:f>'Chart Data'!$E$2:$E$724</c:f>
              <c:numCache>
                <c:formatCode>General</c:formatCode>
                <c:ptCount val="723"/>
                <c:pt idx="0">
                  <c:v>0</c:v>
                </c:pt>
                <c:pt idx="1">
                  <c:v>0.0333333333333</c:v>
                </c:pt>
                <c:pt idx="2">
                  <c:v>0.0666666666667</c:v>
                </c:pt>
                <c:pt idx="3">
                  <c:v>0.1</c:v>
                </c:pt>
                <c:pt idx="4">
                  <c:v>0.133333333333</c:v>
                </c:pt>
                <c:pt idx="5">
                  <c:v>0.166666666667</c:v>
                </c:pt>
                <c:pt idx="6">
                  <c:v>0.2</c:v>
                </c:pt>
                <c:pt idx="7">
                  <c:v>0.233333333333</c:v>
                </c:pt>
                <c:pt idx="8">
                  <c:v>0.266666666667</c:v>
                </c:pt>
                <c:pt idx="9">
                  <c:v>0.3</c:v>
                </c:pt>
                <c:pt idx="10">
                  <c:v>0.333333333333</c:v>
                </c:pt>
                <c:pt idx="11">
                  <c:v>0.366666666667</c:v>
                </c:pt>
                <c:pt idx="12">
                  <c:v>0.4</c:v>
                </c:pt>
                <c:pt idx="13">
                  <c:v>0.433333333333</c:v>
                </c:pt>
                <c:pt idx="14">
                  <c:v>0.466666666667</c:v>
                </c:pt>
                <c:pt idx="15">
                  <c:v>0.5</c:v>
                </c:pt>
                <c:pt idx="16">
                  <c:v>0.533333333333</c:v>
                </c:pt>
                <c:pt idx="17">
                  <c:v>0.566666666667</c:v>
                </c:pt>
                <c:pt idx="18">
                  <c:v>0.6</c:v>
                </c:pt>
                <c:pt idx="19">
                  <c:v>0.633333333333</c:v>
                </c:pt>
                <c:pt idx="20">
                  <c:v>0.666666666667</c:v>
                </c:pt>
                <c:pt idx="21">
                  <c:v>0.7</c:v>
                </c:pt>
                <c:pt idx="22">
                  <c:v>0.733333333333</c:v>
                </c:pt>
                <c:pt idx="23">
                  <c:v>0.766666666667</c:v>
                </c:pt>
                <c:pt idx="24">
                  <c:v>0.8</c:v>
                </c:pt>
                <c:pt idx="25">
                  <c:v>0.833333333333</c:v>
                </c:pt>
                <c:pt idx="26">
                  <c:v>0.866666666667</c:v>
                </c:pt>
                <c:pt idx="27">
                  <c:v>0.9</c:v>
                </c:pt>
                <c:pt idx="28">
                  <c:v>0.933333333333</c:v>
                </c:pt>
                <c:pt idx="29">
                  <c:v>0.966666666667</c:v>
                </c:pt>
                <c:pt idx="30">
                  <c:v>1</c:v>
                </c:pt>
                <c:pt idx="31">
                  <c:v>1.03055555556</c:v>
                </c:pt>
                <c:pt idx="32">
                  <c:v>1.06388888889</c:v>
                </c:pt>
                <c:pt idx="33">
                  <c:v>1.09722222222</c:v>
                </c:pt>
                <c:pt idx="34">
                  <c:v>1.13055555556</c:v>
                </c:pt>
                <c:pt idx="35">
                  <c:v>1.16388888889</c:v>
                </c:pt>
                <c:pt idx="36">
                  <c:v>1.19722222222</c:v>
                </c:pt>
                <c:pt idx="37">
                  <c:v>1.23055555556</c:v>
                </c:pt>
                <c:pt idx="38">
                  <c:v>1.26388888889</c:v>
                </c:pt>
                <c:pt idx="39">
                  <c:v>1.29722222222</c:v>
                </c:pt>
                <c:pt idx="40">
                  <c:v>1.33055555556</c:v>
                </c:pt>
                <c:pt idx="41">
                  <c:v>1.36388888889</c:v>
                </c:pt>
                <c:pt idx="42">
                  <c:v>1.39722222222</c:v>
                </c:pt>
                <c:pt idx="43">
                  <c:v>1.43055555556</c:v>
                </c:pt>
                <c:pt idx="44">
                  <c:v>1.46388888889</c:v>
                </c:pt>
                <c:pt idx="45">
                  <c:v>1.49722222222</c:v>
                </c:pt>
                <c:pt idx="46">
                  <c:v>1.53055555556</c:v>
                </c:pt>
                <c:pt idx="47">
                  <c:v>1.56388888889</c:v>
                </c:pt>
                <c:pt idx="48">
                  <c:v>1.59722222222</c:v>
                </c:pt>
                <c:pt idx="49">
                  <c:v>1.63055555556</c:v>
                </c:pt>
                <c:pt idx="50">
                  <c:v>1.66388888889</c:v>
                </c:pt>
                <c:pt idx="51">
                  <c:v>1.69722222222</c:v>
                </c:pt>
                <c:pt idx="52">
                  <c:v>1.73055555556</c:v>
                </c:pt>
                <c:pt idx="53">
                  <c:v>1.76388888889</c:v>
                </c:pt>
                <c:pt idx="54">
                  <c:v>1.79722222222</c:v>
                </c:pt>
                <c:pt idx="55">
                  <c:v>1.83055555556</c:v>
                </c:pt>
                <c:pt idx="56">
                  <c:v>1.86388888889</c:v>
                </c:pt>
                <c:pt idx="57">
                  <c:v>1.89722222222</c:v>
                </c:pt>
                <c:pt idx="58">
                  <c:v>1.93055555556</c:v>
                </c:pt>
                <c:pt idx="59">
                  <c:v>1.96388888889</c:v>
                </c:pt>
                <c:pt idx="60">
                  <c:v>1.99722222222</c:v>
                </c:pt>
                <c:pt idx="61">
                  <c:v>2.03055555556</c:v>
                </c:pt>
                <c:pt idx="62">
                  <c:v>2.06388888889</c:v>
                </c:pt>
                <c:pt idx="63">
                  <c:v>2.09722222222</c:v>
                </c:pt>
                <c:pt idx="64">
                  <c:v>2.13055555556</c:v>
                </c:pt>
                <c:pt idx="65">
                  <c:v>2.16388888889</c:v>
                </c:pt>
                <c:pt idx="66">
                  <c:v>2.19722222222</c:v>
                </c:pt>
                <c:pt idx="67">
                  <c:v>2.23055555556</c:v>
                </c:pt>
                <c:pt idx="68">
                  <c:v>2.26388888889</c:v>
                </c:pt>
                <c:pt idx="69">
                  <c:v>2.29722222222</c:v>
                </c:pt>
                <c:pt idx="70">
                  <c:v>2.33055555556</c:v>
                </c:pt>
                <c:pt idx="71">
                  <c:v>2.36388888889</c:v>
                </c:pt>
                <c:pt idx="72">
                  <c:v>2.39722222222</c:v>
                </c:pt>
                <c:pt idx="73">
                  <c:v>2.43055555556</c:v>
                </c:pt>
                <c:pt idx="74">
                  <c:v>2.46388888889</c:v>
                </c:pt>
                <c:pt idx="75">
                  <c:v>2.49722222222</c:v>
                </c:pt>
                <c:pt idx="76">
                  <c:v>2.52777777778</c:v>
                </c:pt>
                <c:pt idx="77">
                  <c:v>2.56111111111</c:v>
                </c:pt>
                <c:pt idx="78">
                  <c:v>2.59444444444</c:v>
                </c:pt>
                <c:pt idx="79">
                  <c:v>2.62777777778</c:v>
                </c:pt>
                <c:pt idx="80">
                  <c:v>2.66111111111</c:v>
                </c:pt>
                <c:pt idx="81">
                  <c:v>2.69444444444</c:v>
                </c:pt>
                <c:pt idx="82">
                  <c:v>2.72777777778</c:v>
                </c:pt>
                <c:pt idx="83">
                  <c:v>2.76111111111</c:v>
                </c:pt>
                <c:pt idx="84">
                  <c:v>2.79444444444</c:v>
                </c:pt>
                <c:pt idx="85">
                  <c:v>2.82777777778</c:v>
                </c:pt>
                <c:pt idx="86">
                  <c:v>2.86111111111</c:v>
                </c:pt>
                <c:pt idx="87">
                  <c:v>2.89444444444</c:v>
                </c:pt>
                <c:pt idx="88">
                  <c:v>2.92777777778</c:v>
                </c:pt>
                <c:pt idx="89">
                  <c:v>2.96111111111</c:v>
                </c:pt>
                <c:pt idx="90">
                  <c:v>2.99444444444</c:v>
                </c:pt>
                <c:pt idx="91">
                  <c:v>3.02777777778</c:v>
                </c:pt>
                <c:pt idx="92">
                  <c:v>3.06111111111</c:v>
                </c:pt>
                <c:pt idx="93">
                  <c:v>3.09444444444</c:v>
                </c:pt>
                <c:pt idx="94">
                  <c:v>3.12777777778</c:v>
                </c:pt>
                <c:pt idx="95">
                  <c:v>3.16111111111</c:v>
                </c:pt>
                <c:pt idx="96">
                  <c:v>3.19444444444</c:v>
                </c:pt>
                <c:pt idx="97">
                  <c:v>3.22777777778</c:v>
                </c:pt>
                <c:pt idx="98">
                  <c:v>3.26111111111</c:v>
                </c:pt>
                <c:pt idx="99">
                  <c:v>3.29444444444</c:v>
                </c:pt>
                <c:pt idx="100">
                  <c:v>3.32777777778</c:v>
                </c:pt>
                <c:pt idx="101">
                  <c:v>3.36111111111</c:v>
                </c:pt>
                <c:pt idx="102">
                  <c:v>3.39444444444</c:v>
                </c:pt>
                <c:pt idx="103">
                  <c:v>3.42777777778</c:v>
                </c:pt>
                <c:pt idx="104">
                  <c:v>3.46111111111</c:v>
                </c:pt>
                <c:pt idx="105">
                  <c:v>3.49444444444</c:v>
                </c:pt>
                <c:pt idx="106">
                  <c:v>3.52777777778</c:v>
                </c:pt>
                <c:pt idx="107">
                  <c:v>3.56111111111</c:v>
                </c:pt>
                <c:pt idx="108">
                  <c:v>3.59444444444</c:v>
                </c:pt>
                <c:pt idx="109">
                  <c:v>3.62777777778</c:v>
                </c:pt>
                <c:pt idx="110">
                  <c:v>3.66111111111</c:v>
                </c:pt>
                <c:pt idx="111">
                  <c:v>3.69444444444</c:v>
                </c:pt>
                <c:pt idx="112">
                  <c:v>3.72777777778</c:v>
                </c:pt>
                <c:pt idx="113">
                  <c:v>3.76111111111</c:v>
                </c:pt>
                <c:pt idx="114">
                  <c:v>3.79444444444</c:v>
                </c:pt>
                <c:pt idx="115">
                  <c:v>3.82777777778</c:v>
                </c:pt>
                <c:pt idx="116">
                  <c:v>3.86111111111</c:v>
                </c:pt>
                <c:pt idx="117">
                  <c:v>3.89444444444</c:v>
                </c:pt>
                <c:pt idx="118">
                  <c:v>3.92777777778</c:v>
                </c:pt>
                <c:pt idx="119">
                  <c:v>3.96111111111</c:v>
                </c:pt>
                <c:pt idx="120">
                  <c:v>3.99444444444</c:v>
                </c:pt>
                <c:pt idx="121">
                  <c:v>4.025</c:v>
                </c:pt>
                <c:pt idx="122">
                  <c:v>4.05833333333</c:v>
                </c:pt>
                <c:pt idx="123">
                  <c:v>4.09166666667</c:v>
                </c:pt>
                <c:pt idx="124">
                  <c:v>4.125</c:v>
                </c:pt>
                <c:pt idx="125">
                  <c:v>4.15833333333</c:v>
                </c:pt>
                <c:pt idx="126">
                  <c:v>4.19166666667</c:v>
                </c:pt>
                <c:pt idx="127">
                  <c:v>4.225</c:v>
                </c:pt>
                <c:pt idx="128">
                  <c:v>4.25833333333</c:v>
                </c:pt>
                <c:pt idx="129">
                  <c:v>4.29166666667</c:v>
                </c:pt>
                <c:pt idx="130">
                  <c:v>4.325</c:v>
                </c:pt>
                <c:pt idx="131">
                  <c:v>4.35833333333</c:v>
                </c:pt>
                <c:pt idx="132">
                  <c:v>4.39166666667</c:v>
                </c:pt>
                <c:pt idx="133">
                  <c:v>4.425</c:v>
                </c:pt>
                <c:pt idx="134">
                  <c:v>4.45833333333</c:v>
                </c:pt>
                <c:pt idx="135">
                  <c:v>4.49166666667</c:v>
                </c:pt>
                <c:pt idx="136">
                  <c:v>4.525</c:v>
                </c:pt>
                <c:pt idx="137">
                  <c:v>4.55833333333</c:v>
                </c:pt>
                <c:pt idx="138">
                  <c:v>4.59166666667</c:v>
                </c:pt>
                <c:pt idx="139">
                  <c:v>4.625</c:v>
                </c:pt>
                <c:pt idx="140">
                  <c:v>4.65833333333</c:v>
                </c:pt>
                <c:pt idx="141">
                  <c:v>4.69166666667</c:v>
                </c:pt>
                <c:pt idx="142">
                  <c:v>4.725</c:v>
                </c:pt>
                <c:pt idx="143">
                  <c:v>4.75833333333</c:v>
                </c:pt>
                <c:pt idx="144">
                  <c:v>4.79166666667</c:v>
                </c:pt>
                <c:pt idx="145">
                  <c:v>4.825</c:v>
                </c:pt>
                <c:pt idx="146">
                  <c:v>4.85833333333</c:v>
                </c:pt>
                <c:pt idx="147">
                  <c:v>4.89166666667</c:v>
                </c:pt>
                <c:pt idx="148">
                  <c:v>4.925</c:v>
                </c:pt>
                <c:pt idx="149">
                  <c:v>4.95833333333</c:v>
                </c:pt>
                <c:pt idx="150">
                  <c:v>4.99166666667</c:v>
                </c:pt>
                <c:pt idx="151">
                  <c:v>5.025</c:v>
                </c:pt>
                <c:pt idx="152">
                  <c:v>5.05833333333</c:v>
                </c:pt>
                <c:pt idx="153">
                  <c:v>5.09166666667</c:v>
                </c:pt>
                <c:pt idx="154">
                  <c:v>5.125</c:v>
                </c:pt>
                <c:pt idx="155">
                  <c:v>5.15833333333</c:v>
                </c:pt>
                <c:pt idx="156">
                  <c:v>5.19166666667</c:v>
                </c:pt>
                <c:pt idx="157">
                  <c:v>5.225</c:v>
                </c:pt>
                <c:pt idx="158">
                  <c:v>5.25833333333</c:v>
                </c:pt>
                <c:pt idx="159">
                  <c:v>5.29166666667</c:v>
                </c:pt>
                <c:pt idx="160">
                  <c:v>5.325</c:v>
                </c:pt>
                <c:pt idx="161">
                  <c:v>5.35833333333</c:v>
                </c:pt>
                <c:pt idx="162">
                  <c:v>5.39166666667</c:v>
                </c:pt>
                <c:pt idx="163">
                  <c:v>5.425</c:v>
                </c:pt>
                <c:pt idx="164">
                  <c:v>5.45833333333</c:v>
                </c:pt>
                <c:pt idx="165">
                  <c:v>5.49166666667</c:v>
                </c:pt>
                <c:pt idx="166">
                  <c:v>5.52222222222</c:v>
                </c:pt>
                <c:pt idx="167">
                  <c:v>5.55555555556</c:v>
                </c:pt>
                <c:pt idx="168">
                  <c:v>5.58888888889</c:v>
                </c:pt>
                <c:pt idx="169">
                  <c:v>5.62222222222</c:v>
                </c:pt>
                <c:pt idx="170">
                  <c:v>5.65555555556</c:v>
                </c:pt>
                <c:pt idx="171">
                  <c:v>5.68888888889</c:v>
                </c:pt>
                <c:pt idx="172">
                  <c:v>5.72222222222</c:v>
                </c:pt>
                <c:pt idx="173">
                  <c:v>5.75555555556</c:v>
                </c:pt>
                <c:pt idx="174">
                  <c:v>5.78888888889</c:v>
                </c:pt>
                <c:pt idx="175">
                  <c:v>5.82222222222</c:v>
                </c:pt>
                <c:pt idx="176">
                  <c:v>5.85555555556</c:v>
                </c:pt>
                <c:pt idx="177">
                  <c:v>5.88888888889</c:v>
                </c:pt>
                <c:pt idx="178">
                  <c:v>5.92222222222</c:v>
                </c:pt>
                <c:pt idx="179">
                  <c:v>5.95555555556</c:v>
                </c:pt>
                <c:pt idx="180">
                  <c:v>5.98888888889</c:v>
                </c:pt>
                <c:pt idx="181">
                  <c:v>6.02222222222</c:v>
                </c:pt>
                <c:pt idx="182">
                  <c:v>6.05555555556</c:v>
                </c:pt>
                <c:pt idx="183">
                  <c:v>6.08888888889</c:v>
                </c:pt>
                <c:pt idx="184">
                  <c:v>6.12222222222</c:v>
                </c:pt>
                <c:pt idx="185">
                  <c:v>6.15555555556</c:v>
                </c:pt>
                <c:pt idx="186">
                  <c:v>6.18888888889</c:v>
                </c:pt>
                <c:pt idx="187">
                  <c:v>6.22222222222</c:v>
                </c:pt>
                <c:pt idx="188">
                  <c:v>6.25555555556</c:v>
                </c:pt>
                <c:pt idx="189">
                  <c:v>6.28888888889</c:v>
                </c:pt>
                <c:pt idx="190">
                  <c:v>6.32222222222</c:v>
                </c:pt>
                <c:pt idx="191">
                  <c:v>6.35555555556</c:v>
                </c:pt>
                <c:pt idx="192">
                  <c:v>6.38888888889</c:v>
                </c:pt>
                <c:pt idx="193">
                  <c:v>6.42222222222</c:v>
                </c:pt>
                <c:pt idx="194">
                  <c:v>6.45555555556</c:v>
                </c:pt>
                <c:pt idx="195">
                  <c:v>6.48888888889</c:v>
                </c:pt>
                <c:pt idx="196">
                  <c:v>6.52222222222</c:v>
                </c:pt>
                <c:pt idx="197">
                  <c:v>6.55555555556</c:v>
                </c:pt>
                <c:pt idx="198">
                  <c:v>6.58888888889</c:v>
                </c:pt>
                <c:pt idx="199">
                  <c:v>6.62222222222</c:v>
                </c:pt>
                <c:pt idx="200">
                  <c:v>6.65555555556</c:v>
                </c:pt>
                <c:pt idx="201">
                  <c:v>6.68888888889</c:v>
                </c:pt>
                <c:pt idx="202">
                  <c:v>6.72222222222</c:v>
                </c:pt>
                <c:pt idx="203">
                  <c:v>6.75555555556</c:v>
                </c:pt>
                <c:pt idx="204">
                  <c:v>6.78888888889</c:v>
                </c:pt>
                <c:pt idx="205">
                  <c:v>6.82222222222</c:v>
                </c:pt>
                <c:pt idx="206">
                  <c:v>6.85555555556</c:v>
                </c:pt>
                <c:pt idx="207">
                  <c:v>6.88888888889</c:v>
                </c:pt>
                <c:pt idx="208">
                  <c:v>6.92222222222</c:v>
                </c:pt>
                <c:pt idx="209">
                  <c:v>6.95555555556</c:v>
                </c:pt>
                <c:pt idx="210">
                  <c:v>6.98888888889</c:v>
                </c:pt>
                <c:pt idx="211">
                  <c:v>7.01944444444</c:v>
                </c:pt>
                <c:pt idx="212">
                  <c:v>7.05277777778</c:v>
                </c:pt>
                <c:pt idx="213">
                  <c:v>7.08611111111</c:v>
                </c:pt>
                <c:pt idx="214">
                  <c:v>7.11944444444</c:v>
                </c:pt>
                <c:pt idx="215">
                  <c:v>7.15277777778</c:v>
                </c:pt>
                <c:pt idx="216">
                  <c:v>7.18611111111</c:v>
                </c:pt>
                <c:pt idx="217">
                  <c:v>7.21944444444</c:v>
                </c:pt>
                <c:pt idx="218">
                  <c:v>7.25277777778</c:v>
                </c:pt>
                <c:pt idx="219">
                  <c:v>7.28611111111</c:v>
                </c:pt>
                <c:pt idx="220">
                  <c:v>7.31944444444</c:v>
                </c:pt>
                <c:pt idx="221">
                  <c:v>7.35277777778</c:v>
                </c:pt>
                <c:pt idx="222">
                  <c:v>7.38611111111</c:v>
                </c:pt>
                <c:pt idx="223">
                  <c:v>7.41944444444</c:v>
                </c:pt>
                <c:pt idx="224">
                  <c:v>7.45277777778</c:v>
                </c:pt>
                <c:pt idx="225">
                  <c:v>7.48611111111</c:v>
                </c:pt>
                <c:pt idx="226">
                  <c:v>7.51944444444</c:v>
                </c:pt>
                <c:pt idx="227">
                  <c:v>7.55277777778</c:v>
                </c:pt>
                <c:pt idx="228">
                  <c:v>7.58611111111</c:v>
                </c:pt>
                <c:pt idx="229">
                  <c:v>7.61944444444</c:v>
                </c:pt>
                <c:pt idx="230">
                  <c:v>7.65277777778</c:v>
                </c:pt>
                <c:pt idx="231">
                  <c:v>7.68611111111</c:v>
                </c:pt>
                <c:pt idx="232">
                  <c:v>7.71944444444</c:v>
                </c:pt>
                <c:pt idx="233">
                  <c:v>7.75277777778</c:v>
                </c:pt>
                <c:pt idx="234">
                  <c:v>7.78611111111</c:v>
                </c:pt>
                <c:pt idx="235">
                  <c:v>7.81944444444</c:v>
                </c:pt>
                <c:pt idx="236">
                  <c:v>7.85277777778</c:v>
                </c:pt>
                <c:pt idx="237">
                  <c:v>7.88611111111</c:v>
                </c:pt>
                <c:pt idx="238">
                  <c:v>7.91944444444</c:v>
                </c:pt>
                <c:pt idx="239">
                  <c:v>7.95277777778</c:v>
                </c:pt>
                <c:pt idx="240">
                  <c:v>7.98611111111</c:v>
                </c:pt>
                <c:pt idx="241">
                  <c:v>8.01944444444</c:v>
                </c:pt>
                <c:pt idx="242">
                  <c:v>8.05277777778</c:v>
                </c:pt>
                <c:pt idx="243">
                  <c:v>8.08611111111</c:v>
                </c:pt>
                <c:pt idx="244">
                  <c:v>8.11944444444</c:v>
                </c:pt>
                <c:pt idx="245">
                  <c:v>8.15277777778</c:v>
                </c:pt>
                <c:pt idx="246">
                  <c:v>8.18611111111</c:v>
                </c:pt>
                <c:pt idx="247">
                  <c:v>8.21944444444</c:v>
                </c:pt>
                <c:pt idx="248">
                  <c:v>8.25277777778</c:v>
                </c:pt>
                <c:pt idx="249">
                  <c:v>8.28611111111</c:v>
                </c:pt>
                <c:pt idx="250">
                  <c:v>8.31944444444</c:v>
                </c:pt>
                <c:pt idx="251">
                  <c:v>8.35277777778</c:v>
                </c:pt>
                <c:pt idx="252">
                  <c:v>8.38611111111</c:v>
                </c:pt>
                <c:pt idx="253">
                  <c:v>8.41944444444</c:v>
                </c:pt>
                <c:pt idx="254">
                  <c:v>8.45277777778</c:v>
                </c:pt>
                <c:pt idx="255">
                  <c:v>8.48611111111</c:v>
                </c:pt>
                <c:pt idx="256">
                  <c:v>8.51666666667</c:v>
                </c:pt>
                <c:pt idx="257">
                  <c:v>8.55</c:v>
                </c:pt>
                <c:pt idx="258">
                  <c:v>8.58333333333</c:v>
                </c:pt>
                <c:pt idx="259">
                  <c:v>8.61666666667</c:v>
                </c:pt>
                <c:pt idx="260">
                  <c:v>8.65</c:v>
                </c:pt>
                <c:pt idx="261">
                  <c:v>8.68333333333</c:v>
                </c:pt>
                <c:pt idx="262">
                  <c:v>8.71666666667</c:v>
                </c:pt>
                <c:pt idx="263">
                  <c:v>8.75</c:v>
                </c:pt>
                <c:pt idx="264">
                  <c:v>8.78333333333</c:v>
                </c:pt>
                <c:pt idx="265">
                  <c:v>8.81666666667</c:v>
                </c:pt>
                <c:pt idx="266">
                  <c:v>8.85</c:v>
                </c:pt>
                <c:pt idx="267">
                  <c:v>8.88333333333</c:v>
                </c:pt>
                <c:pt idx="268">
                  <c:v>8.91666666667</c:v>
                </c:pt>
                <c:pt idx="269">
                  <c:v>8.95</c:v>
                </c:pt>
                <c:pt idx="270">
                  <c:v>8.98333333333</c:v>
                </c:pt>
                <c:pt idx="271">
                  <c:v>9.01666666667</c:v>
                </c:pt>
                <c:pt idx="272">
                  <c:v>9.05</c:v>
                </c:pt>
                <c:pt idx="273">
                  <c:v>9.08333333333</c:v>
                </c:pt>
                <c:pt idx="274">
                  <c:v>9.11666666667</c:v>
                </c:pt>
                <c:pt idx="275">
                  <c:v>9.15</c:v>
                </c:pt>
                <c:pt idx="276">
                  <c:v>9.18333333333</c:v>
                </c:pt>
                <c:pt idx="277">
                  <c:v>9.21666666667</c:v>
                </c:pt>
                <c:pt idx="278">
                  <c:v>9.25</c:v>
                </c:pt>
                <c:pt idx="279">
                  <c:v>9.28333333333</c:v>
                </c:pt>
                <c:pt idx="280">
                  <c:v>9.31666666667</c:v>
                </c:pt>
                <c:pt idx="281">
                  <c:v>9.35</c:v>
                </c:pt>
                <c:pt idx="282">
                  <c:v>9.38333333333</c:v>
                </c:pt>
                <c:pt idx="283">
                  <c:v>9.41666666667</c:v>
                </c:pt>
                <c:pt idx="284">
                  <c:v>9.45</c:v>
                </c:pt>
                <c:pt idx="285">
                  <c:v>9.48333333333</c:v>
                </c:pt>
                <c:pt idx="286">
                  <c:v>9.51666666667</c:v>
                </c:pt>
                <c:pt idx="287">
                  <c:v>9.55</c:v>
                </c:pt>
                <c:pt idx="288">
                  <c:v>9.58333333333</c:v>
                </c:pt>
                <c:pt idx="289">
                  <c:v>9.61666666667</c:v>
                </c:pt>
                <c:pt idx="290">
                  <c:v>9.65</c:v>
                </c:pt>
                <c:pt idx="291">
                  <c:v>9.68333333333</c:v>
                </c:pt>
                <c:pt idx="292">
                  <c:v>9.71666666667</c:v>
                </c:pt>
                <c:pt idx="293">
                  <c:v>9.75</c:v>
                </c:pt>
                <c:pt idx="294">
                  <c:v>9.78333333333</c:v>
                </c:pt>
                <c:pt idx="295">
                  <c:v>9.81666666667</c:v>
                </c:pt>
                <c:pt idx="296">
                  <c:v>9.85</c:v>
                </c:pt>
                <c:pt idx="297">
                  <c:v>9.88333333333</c:v>
                </c:pt>
                <c:pt idx="298">
                  <c:v>9.91666666667</c:v>
                </c:pt>
                <c:pt idx="299">
                  <c:v>9.95</c:v>
                </c:pt>
                <c:pt idx="300">
                  <c:v>9.98333333333</c:v>
                </c:pt>
                <c:pt idx="301">
                  <c:v>10.0138888889</c:v>
                </c:pt>
                <c:pt idx="302">
                  <c:v>10.0472222222</c:v>
                </c:pt>
                <c:pt idx="303">
                  <c:v>10.0805555556</c:v>
                </c:pt>
                <c:pt idx="304">
                  <c:v>10.1138888889</c:v>
                </c:pt>
                <c:pt idx="305">
                  <c:v>10.1472222222</c:v>
                </c:pt>
                <c:pt idx="306">
                  <c:v>10.1805555556</c:v>
                </c:pt>
                <c:pt idx="307">
                  <c:v>10.2138888889</c:v>
                </c:pt>
                <c:pt idx="308">
                  <c:v>10.2472222222</c:v>
                </c:pt>
                <c:pt idx="309">
                  <c:v>10.2805555556</c:v>
                </c:pt>
                <c:pt idx="310">
                  <c:v>10.3138888889</c:v>
                </c:pt>
                <c:pt idx="311">
                  <c:v>10.3472222222</c:v>
                </c:pt>
                <c:pt idx="312">
                  <c:v>10.3805555556</c:v>
                </c:pt>
                <c:pt idx="313">
                  <c:v>10.4138888889</c:v>
                </c:pt>
                <c:pt idx="314">
                  <c:v>10.4472222222</c:v>
                </c:pt>
                <c:pt idx="315">
                  <c:v>10.4805555556</c:v>
                </c:pt>
                <c:pt idx="316">
                  <c:v>10.5138888889</c:v>
                </c:pt>
                <c:pt idx="317">
                  <c:v>10.5472222222</c:v>
                </c:pt>
                <c:pt idx="318">
                  <c:v>10.5805555556</c:v>
                </c:pt>
                <c:pt idx="319">
                  <c:v>10.6138888889</c:v>
                </c:pt>
                <c:pt idx="320">
                  <c:v>10.6472222222</c:v>
                </c:pt>
                <c:pt idx="321">
                  <c:v>10.6805555556</c:v>
                </c:pt>
                <c:pt idx="322">
                  <c:v>10.7138888889</c:v>
                </c:pt>
                <c:pt idx="323">
                  <c:v>10.7472222222</c:v>
                </c:pt>
                <c:pt idx="324">
                  <c:v>10.7805555556</c:v>
                </c:pt>
                <c:pt idx="325">
                  <c:v>10.8138888889</c:v>
                </c:pt>
                <c:pt idx="326">
                  <c:v>10.8472222222</c:v>
                </c:pt>
                <c:pt idx="327">
                  <c:v>10.8805555556</c:v>
                </c:pt>
                <c:pt idx="328">
                  <c:v>10.9138888889</c:v>
                </c:pt>
                <c:pt idx="329">
                  <c:v>10.9472222222</c:v>
                </c:pt>
                <c:pt idx="330">
                  <c:v>10.9805555556</c:v>
                </c:pt>
                <c:pt idx="331">
                  <c:v>11.0138888889</c:v>
                </c:pt>
                <c:pt idx="332">
                  <c:v>11.0472222222</c:v>
                </c:pt>
                <c:pt idx="333">
                  <c:v>11.0805555556</c:v>
                </c:pt>
                <c:pt idx="334">
                  <c:v>11.1138888889</c:v>
                </c:pt>
                <c:pt idx="335">
                  <c:v>11.1472222222</c:v>
                </c:pt>
                <c:pt idx="336">
                  <c:v>11.1805555556</c:v>
                </c:pt>
                <c:pt idx="337">
                  <c:v>11.2138888889</c:v>
                </c:pt>
                <c:pt idx="338">
                  <c:v>11.2472222222</c:v>
                </c:pt>
                <c:pt idx="339">
                  <c:v>11.2805555556</c:v>
                </c:pt>
                <c:pt idx="340">
                  <c:v>11.3138888889</c:v>
                </c:pt>
                <c:pt idx="341">
                  <c:v>11.3472222222</c:v>
                </c:pt>
                <c:pt idx="342">
                  <c:v>11.3805555556</c:v>
                </c:pt>
                <c:pt idx="343">
                  <c:v>11.4138888889</c:v>
                </c:pt>
                <c:pt idx="344">
                  <c:v>11.4472222222</c:v>
                </c:pt>
                <c:pt idx="345">
                  <c:v>11.4805555556</c:v>
                </c:pt>
                <c:pt idx="346">
                  <c:v>11.5111111111</c:v>
                </c:pt>
                <c:pt idx="347">
                  <c:v>11.5444444444</c:v>
                </c:pt>
                <c:pt idx="348">
                  <c:v>11.5777777778</c:v>
                </c:pt>
                <c:pt idx="349">
                  <c:v>11.6111111111</c:v>
                </c:pt>
                <c:pt idx="350">
                  <c:v>11.6444444444</c:v>
                </c:pt>
                <c:pt idx="351">
                  <c:v>11.6777777778</c:v>
                </c:pt>
                <c:pt idx="352">
                  <c:v>11.7111111111</c:v>
                </c:pt>
                <c:pt idx="353">
                  <c:v>11.7444444444</c:v>
                </c:pt>
                <c:pt idx="354">
                  <c:v>11.7777777778</c:v>
                </c:pt>
                <c:pt idx="355">
                  <c:v>11.8111111111</c:v>
                </c:pt>
                <c:pt idx="356">
                  <c:v>11.8444444444</c:v>
                </c:pt>
                <c:pt idx="357">
                  <c:v>11.8777777778</c:v>
                </c:pt>
                <c:pt idx="358">
                  <c:v>11.9111111111</c:v>
                </c:pt>
                <c:pt idx="359">
                  <c:v>11.9444444444</c:v>
                </c:pt>
                <c:pt idx="360">
                  <c:v>11.9777777778</c:v>
                </c:pt>
                <c:pt idx="361">
                  <c:v>12.0111111111</c:v>
                </c:pt>
                <c:pt idx="362">
                  <c:v>12.0444444444</c:v>
                </c:pt>
                <c:pt idx="363">
                  <c:v>12.0777777778</c:v>
                </c:pt>
                <c:pt idx="364">
                  <c:v>12.1111111111</c:v>
                </c:pt>
                <c:pt idx="365">
                  <c:v>12.1444444444</c:v>
                </c:pt>
                <c:pt idx="366">
                  <c:v>12.1777777778</c:v>
                </c:pt>
                <c:pt idx="367">
                  <c:v>12.2111111111</c:v>
                </c:pt>
                <c:pt idx="368">
                  <c:v>12.2444444444</c:v>
                </c:pt>
                <c:pt idx="369">
                  <c:v>12.2777777778</c:v>
                </c:pt>
                <c:pt idx="370">
                  <c:v>12.3111111111</c:v>
                </c:pt>
                <c:pt idx="371">
                  <c:v>12.3444444444</c:v>
                </c:pt>
                <c:pt idx="372">
                  <c:v>12.3777777778</c:v>
                </c:pt>
                <c:pt idx="373">
                  <c:v>12.4111111111</c:v>
                </c:pt>
                <c:pt idx="374">
                  <c:v>12.4444444444</c:v>
                </c:pt>
                <c:pt idx="375">
                  <c:v>12.4777777778</c:v>
                </c:pt>
                <c:pt idx="376">
                  <c:v>12.5111111111</c:v>
                </c:pt>
                <c:pt idx="377">
                  <c:v>12.5444444444</c:v>
                </c:pt>
                <c:pt idx="378">
                  <c:v>12.5777777778</c:v>
                </c:pt>
                <c:pt idx="379">
                  <c:v>12.6111111111</c:v>
                </c:pt>
                <c:pt idx="380">
                  <c:v>12.6444444444</c:v>
                </c:pt>
                <c:pt idx="381">
                  <c:v>12.6777777778</c:v>
                </c:pt>
                <c:pt idx="382">
                  <c:v>12.7111111111</c:v>
                </c:pt>
                <c:pt idx="383">
                  <c:v>12.7444444444</c:v>
                </c:pt>
                <c:pt idx="384">
                  <c:v>12.7777777778</c:v>
                </c:pt>
                <c:pt idx="385">
                  <c:v>12.8111111111</c:v>
                </c:pt>
                <c:pt idx="386">
                  <c:v>12.8444444444</c:v>
                </c:pt>
                <c:pt idx="387">
                  <c:v>12.8777777778</c:v>
                </c:pt>
                <c:pt idx="388">
                  <c:v>12.9111111111</c:v>
                </c:pt>
                <c:pt idx="389">
                  <c:v>12.9444444444</c:v>
                </c:pt>
                <c:pt idx="390">
                  <c:v>12.9777777778</c:v>
                </c:pt>
                <c:pt idx="391">
                  <c:v>13.0083333333</c:v>
                </c:pt>
                <c:pt idx="392">
                  <c:v>13.0416666667</c:v>
                </c:pt>
                <c:pt idx="393">
                  <c:v>13.075</c:v>
                </c:pt>
                <c:pt idx="394">
                  <c:v>13.1083333333</c:v>
                </c:pt>
                <c:pt idx="395">
                  <c:v>13.1416666667</c:v>
                </c:pt>
                <c:pt idx="396">
                  <c:v>13.175</c:v>
                </c:pt>
                <c:pt idx="397">
                  <c:v>13.2083333333</c:v>
                </c:pt>
                <c:pt idx="398">
                  <c:v>13.2416666667</c:v>
                </c:pt>
                <c:pt idx="399">
                  <c:v>13.275</c:v>
                </c:pt>
                <c:pt idx="400">
                  <c:v>13.3083333333</c:v>
                </c:pt>
                <c:pt idx="401">
                  <c:v>13.3416666667</c:v>
                </c:pt>
                <c:pt idx="402">
                  <c:v>13.375</c:v>
                </c:pt>
                <c:pt idx="403">
                  <c:v>13.4083333333</c:v>
                </c:pt>
                <c:pt idx="404">
                  <c:v>13.4416666667</c:v>
                </c:pt>
                <c:pt idx="405">
                  <c:v>13.475</c:v>
                </c:pt>
                <c:pt idx="406">
                  <c:v>13.5083333333</c:v>
                </c:pt>
                <c:pt idx="407">
                  <c:v>13.5416666667</c:v>
                </c:pt>
                <c:pt idx="408">
                  <c:v>13.575</c:v>
                </c:pt>
                <c:pt idx="409">
                  <c:v>13.6083333333</c:v>
                </c:pt>
                <c:pt idx="410">
                  <c:v>13.6416666667</c:v>
                </c:pt>
                <c:pt idx="411">
                  <c:v>13.675</c:v>
                </c:pt>
                <c:pt idx="412">
                  <c:v>13.7083333333</c:v>
                </c:pt>
                <c:pt idx="413">
                  <c:v>13.7416666667</c:v>
                </c:pt>
                <c:pt idx="414">
                  <c:v>13.775</c:v>
                </c:pt>
                <c:pt idx="415">
                  <c:v>13.8083333333</c:v>
                </c:pt>
                <c:pt idx="416">
                  <c:v>13.8416666667</c:v>
                </c:pt>
                <c:pt idx="417">
                  <c:v>13.875</c:v>
                </c:pt>
                <c:pt idx="418">
                  <c:v>13.9083333333</c:v>
                </c:pt>
                <c:pt idx="419">
                  <c:v>13.9416666667</c:v>
                </c:pt>
                <c:pt idx="420">
                  <c:v>13.975</c:v>
                </c:pt>
                <c:pt idx="421">
                  <c:v>14.0083333333</c:v>
                </c:pt>
                <c:pt idx="422">
                  <c:v>14.0416666667</c:v>
                </c:pt>
                <c:pt idx="423">
                  <c:v>14.075</c:v>
                </c:pt>
                <c:pt idx="424">
                  <c:v>14.1083333333</c:v>
                </c:pt>
                <c:pt idx="425">
                  <c:v>14.1416666667</c:v>
                </c:pt>
                <c:pt idx="426">
                  <c:v>14.175</c:v>
                </c:pt>
                <c:pt idx="427">
                  <c:v>14.2083333333</c:v>
                </c:pt>
                <c:pt idx="428">
                  <c:v>14.2416666667</c:v>
                </c:pt>
                <c:pt idx="429">
                  <c:v>14.275</c:v>
                </c:pt>
                <c:pt idx="430">
                  <c:v>14.3083333333</c:v>
                </c:pt>
                <c:pt idx="431">
                  <c:v>14.3416666667</c:v>
                </c:pt>
                <c:pt idx="432">
                  <c:v>14.375</c:v>
                </c:pt>
                <c:pt idx="433">
                  <c:v>14.4083333333</c:v>
                </c:pt>
                <c:pt idx="434">
                  <c:v>14.4416666667</c:v>
                </c:pt>
                <c:pt idx="435">
                  <c:v>14.475</c:v>
                </c:pt>
                <c:pt idx="436">
                  <c:v>14.5055555556</c:v>
                </c:pt>
                <c:pt idx="437">
                  <c:v>14.5388888889</c:v>
                </c:pt>
                <c:pt idx="438">
                  <c:v>14.5722222222</c:v>
                </c:pt>
                <c:pt idx="439">
                  <c:v>14.6055555556</c:v>
                </c:pt>
                <c:pt idx="440">
                  <c:v>14.6388888889</c:v>
                </c:pt>
                <c:pt idx="441">
                  <c:v>14.6722222222</c:v>
                </c:pt>
                <c:pt idx="442">
                  <c:v>14.7055555556</c:v>
                </c:pt>
                <c:pt idx="443">
                  <c:v>14.7388888889</c:v>
                </c:pt>
                <c:pt idx="444">
                  <c:v>14.7722222222</c:v>
                </c:pt>
                <c:pt idx="445">
                  <c:v>14.8055555556</c:v>
                </c:pt>
                <c:pt idx="446">
                  <c:v>14.8388888889</c:v>
                </c:pt>
                <c:pt idx="447">
                  <c:v>14.8722222222</c:v>
                </c:pt>
                <c:pt idx="448">
                  <c:v>14.9055555556</c:v>
                </c:pt>
                <c:pt idx="449">
                  <c:v>14.9388888889</c:v>
                </c:pt>
                <c:pt idx="450">
                  <c:v>14.9722222222</c:v>
                </c:pt>
                <c:pt idx="451">
                  <c:v>15.0055555556</c:v>
                </c:pt>
                <c:pt idx="452">
                  <c:v>15.0388888889</c:v>
                </c:pt>
                <c:pt idx="453">
                  <c:v>15.0722222222</c:v>
                </c:pt>
                <c:pt idx="454">
                  <c:v>15.1055555556</c:v>
                </c:pt>
                <c:pt idx="455">
                  <c:v>15.1388888889</c:v>
                </c:pt>
                <c:pt idx="456">
                  <c:v>15.1722222222</c:v>
                </c:pt>
                <c:pt idx="457">
                  <c:v>15.2055555556</c:v>
                </c:pt>
                <c:pt idx="458">
                  <c:v>15.2388888889</c:v>
                </c:pt>
                <c:pt idx="459">
                  <c:v>15.2722222222</c:v>
                </c:pt>
                <c:pt idx="460">
                  <c:v>15.3055555556</c:v>
                </c:pt>
                <c:pt idx="461">
                  <c:v>15.3388888889</c:v>
                </c:pt>
                <c:pt idx="462">
                  <c:v>15.3722222222</c:v>
                </c:pt>
                <c:pt idx="463">
                  <c:v>15.4055555556</c:v>
                </c:pt>
                <c:pt idx="464">
                  <c:v>15.4388888889</c:v>
                </c:pt>
                <c:pt idx="465">
                  <c:v>15.4722222222</c:v>
                </c:pt>
                <c:pt idx="466">
                  <c:v>15.5055555556</c:v>
                </c:pt>
                <c:pt idx="467">
                  <c:v>15.5388888889</c:v>
                </c:pt>
                <c:pt idx="468">
                  <c:v>15.5722222222</c:v>
                </c:pt>
                <c:pt idx="469">
                  <c:v>15.6055555556</c:v>
                </c:pt>
                <c:pt idx="470">
                  <c:v>15.6388888889</c:v>
                </c:pt>
                <c:pt idx="471">
                  <c:v>15.6722222222</c:v>
                </c:pt>
                <c:pt idx="472">
                  <c:v>15.7055555556</c:v>
                </c:pt>
                <c:pt idx="473">
                  <c:v>15.7388888889</c:v>
                </c:pt>
                <c:pt idx="474">
                  <c:v>15.7722222222</c:v>
                </c:pt>
                <c:pt idx="475">
                  <c:v>15.8055555556</c:v>
                </c:pt>
                <c:pt idx="476">
                  <c:v>15.8388888889</c:v>
                </c:pt>
                <c:pt idx="477">
                  <c:v>15.8722222222</c:v>
                </c:pt>
                <c:pt idx="478">
                  <c:v>15.9055555556</c:v>
                </c:pt>
                <c:pt idx="479">
                  <c:v>15.9388888889</c:v>
                </c:pt>
                <c:pt idx="480">
                  <c:v>15.9722222222</c:v>
                </c:pt>
                <c:pt idx="481">
                  <c:v>16.0027777778</c:v>
                </c:pt>
                <c:pt idx="482">
                  <c:v>16.0361111111</c:v>
                </c:pt>
                <c:pt idx="483">
                  <c:v>16.0694444444</c:v>
                </c:pt>
                <c:pt idx="484">
                  <c:v>16.1027777778</c:v>
                </c:pt>
                <c:pt idx="485">
                  <c:v>16.1361111111</c:v>
                </c:pt>
                <c:pt idx="486">
                  <c:v>16.1694444444</c:v>
                </c:pt>
                <c:pt idx="487">
                  <c:v>16.2027777778</c:v>
                </c:pt>
                <c:pt idx="488">
                  <c:v>16.2361111111</c:v>
                </c:pt>
                <c:pt idx="489">
                  <c:v>16.2694444444</c:v>
                </c:pt>
                <c:pt idx="490">
                  <c:v>16.3027777778</c:v>
                </c:pt>
                <c:pt idx="491">
                  <c:v>16.3361111111</c:v>
                </c:pt>
                <c:pt idx="492">
                  <c:v>16.3694444444</c:v>
                </c:pt>
                <c:pt idx="493">
                  <c:v>16.4027777778</c:v>
                </c:pt>
                <c:pt idx="494">
                  <c:v>16.4361111111</c:v>
                </c:pt>
                <c:pt idx="495">
                  <c:v>16.4694444444</c:v>
                </c:pt>
                <c:pt idx="496">
                  <c:v>16.5027777778</c:v>
                </c:pt>
                <c:pt idx="497">
                  <c:v>16.5361111111</c:v>
                </c:pt>
                <c:pt idx="498">
                  <c:v>16.5694444444</c:v>
                </c:pt>
                <c:pt idx="499">
                  <c:v>16.6027777778</c:v>
                </c:pt>
                <c:pt idx="500">
                  <c:v>16.6361111111</c:v>
                </c:pt>
                <c:pt idx="501">
                  <c:v>16.6694444444</c:v>
                </c:pt>
                <c:pt idx="502">
                  <c:v>16.7027777778</c:v>
                </c:pt>
                <c:pt idx="503">
                  <c:v>16.7361111111</c:v>
                </c:pt>
                <c:pt idx="504">
                  <c:v>16.7694444444</c:v>
                </c:pt>
                <c:pt idx="505">
                  <c:v>16.8027777778</c:v>
                </c:pt>
                <c:pt idx="506">
                  <c:v>16.8361111111</c:v>
                </c:pt>
                <c:pt idx="507">
                  <c:v>16.8694444444</c:v>
                </c:pt>
                <c:pt idx="508">
                  <c:v>16.9027777778</c:v>
                </c:pt>
                <c:pt idx="509">
                  <c:v>16.9361111111</c:v>
                </c:pt>
                <c:pt idx="510">
                  <c:v>16.9694444444</c:v>
                </c:pt>
                <c:pt idx="511">
                  <c:v>17.0027777778</c:v>
                </c:pt>
                <c:pt idx="512">
                  <c:v>17.0361111111</c:v>
                </c:pt>
                <c:pt idx="513">
                  <c:v>17.0694444444</c:v>
                </c:pt>
                <c:pt idx="514">
                  <c:v>17.1027777778</c:v>
                </c:pt>
                <c:pt idx="515">
                  <c:v>17.1361111111</c:v>
                </c:pt>
                <c:pt idx="516">
                  <c:v>17.1694444444</c:v>
                </c:pt>
                <c:pt idx="517">
                  <c:v>17.2027777778</c:v>
                </c:pt>
                <c:pt idx="518">
                  <c:v>17.2361111111</c:v>
                </c:pt>
                <c:pt idx="519">
                  <c:v>17.2694444444</c:v>
                </c:pt>
                <c:pt idx="520">
                  <c:v>17.3027777778</c:v>
                </c:pt>
                <c:pt idx="521">
                  <c:v>17.3361111111</c:v>
                </c:pt>
                <c:pt idx="522">
                  <c:v>17.3694444444</c:v>
                </c:pt>
                <c:pt idx="523">
                  <c:v>17.4027777778</c:v>
                </c:pt>
                <c:pt idx="524">
                  <c:v>17.4361111111</c:v>
                </c:pt>
                <c:pt idx="525">
                  <c:v>17.4694444444</c:v>
                </c:pt>
                <c:pt idx="526">
                  <c:v>17.5</c:v>
                </c:pt>
                <c:pt idx="527">
                  <c:v>17.5333333333</c:v>
                </c:pt>
                <c:pt idx="528">
                  <c:v>17.5666666667</c:v>
                </c:pt>
                <c:pt idx="529">
                  <c:v>17.6</c:v>
                </c:pt>
                <c:pt idx="530">
                  <c:v>17.6333333333</c:v>
                </c:pt>
                <c:pt idx="531">
                  <c:v>17.6666666667</c:v>
                </c:pt>
                <c:pt idx="532">
                  <c:v>17.7</c:v>
                </c:pt>
                <c:pt idx="533">
                  <c:v>17.7333333333</c:v>
                </c:pt>
                <c:pt idx="534">
                  <c:v>17.7666666667</c:v>
                </c:pt>
                <c:pt idx="535">
                  <c:v>17.8</c:v>
                </c:pt>
                <c:pt idx="536">
                  <c:v>17.8333333333</c:v>
                </c:pt>
                <c:pt idx="537">
                  <c:v>17.8666666667</c:v>
                </c:pt>
                <c:pt idx="538">
                  <c:v>17.9</c:v>
                </c:pt>
                <c:pt idx="539">
                  <c:v>17.9333333333</c:v>
                </c:pt>
                <c:pt idx="540">
                  <c:v>17.9666666667</c:v>
                </c:pt>
                <c:pt idx="541">
                  <c:v>18</c:v>
                </c:pt>
                <c:pt idx="542">
                  <c:v>18.0333333333</c:v>
                </c:pt>
                <c:pt idx="543">
                  <c:v>18.0666666667</c:v>
                </c:pt>
                <c:pt idx="544">
                  <c:v>18.1</c:v>
                </c:pt>
                <c:pt idx="545">
                  <c:v>18.1333333333</c:v>
                </c:pt>
                <c:pt idx="546">
                  <c:v>18.1666666667</c:v>
                </c:pt>
                <c:pt idx="547">
                  <c:v>18.2</c:v>
                </c:pt>
                <c:pt idx="548">
                  <c:v>18.2333333333</c:v>
                </c:pt>
                <c:pt idx="549">
                  <c:v>18.2666666667</c:v>
                </c:pt>
                <c:pt idx="550">
                  <c:v>18.3</c:v>
                </c:pt>
                <c:pt idx="551">
                  <c:v>18.3333333333</c:v>
                </c:pt>
                <c:pt idx="552">
                  <c:v>18.3666666667</c:v>
                </c:pt>
                <c:pt idx="553">
                  <c:v>18.4</c:v>
                </c:pt>
                <c:pt idx="554">
                  <c:v>18.4333333333</c:v>
                </c:pt>
                <c:pt idx="555">
                  <c:v>18.4666666667</c:v>
                </c:pt>
                <c:pt idx="556">
                  <c:v>18.5</c:v>
                </c:pt>
                <c:pt idx="557">
                  <c:v>18.5333333333</c:v>
                </c:pt>
                <c:pt idx="558">
                  <c:v>18.5666666667</c:v>
                </c:pt>
                <c:pt idx="559">
                  <c:v>18.6</c:v>
                </c:pt>
                <c:pt idx="560">
                  <c:v>18.6333333333</c:v>
                </c:pt>
                <c:pt idx="561">
                  <c:v>18.6666666667</c:v>
                </c:pt>
                <c:pt idx="562">
                  <c:v>18.7</c:v>
                </c:pt>
                <c:pt idx="563">
                  <c:v>18.7333333333</c:v>
                </c:pt>
                <c:pt idx="564">
                  <c:v>18.7666666667</c:v>
                </c:pt>
                <c:pt idx="565">
                  <c:v>18.8</c:v>
                </c:pt>
                <c:pt idx="566">
                  <c:v>18.8333333333</c:v>
                </c:pt>
                <c:pt idx="567">
                  <c:v>18.8666666667</c:v>
                </c:pt>
                <c:pt idx="568">
                  <c:v>18.9</c:v>
                </c:pt>
                <c:pt idx="569">
                  <c:v>18.9333333333</c:v>
                </c:pt>
                <c:pt idx="570">
                  <c:v>18.9666666667</c:v>
                </c:pt>
                <c:pt idx="571">
                  <c:v>19</c:v>
                </c:pt>
                <c:pt idx="572">
                  <c:v>19.0305555556</c:v>
                </c:pt>
                <c:pt idx="573">
                  <c:v>19.0638888889</c:v>
                </c:pt>
                <c:pt idx="574">
                  <c:v>19.0972222222</c:v>
                </c:pt>
                <c:pt idx="575">
                  <c:v>19.1305555556</c:v>
                </c:pt>
                <c:pt idx="576">
                  <c:v>19.1638888889</c:v>
                </c:pt>
                <c:pt idx="577">
                  <c:v>19.1972222222</c:v>
                </c:pt>
                <c:pt idx="578">
                  <c:v>19.2305555556</c:v>
                </c:pt>
                <c:pt idx="579">
                  <c:v>19.2638888889</c:v>
                </c:pt>
                <c:pt idx="580">
                  <c:v>19.2972222222</c:v>
                </c:pt>
                <c:pt idx="581">
                  <c:v>19.3305555556</c:v>
                </c:pt>
                <c:pt idx="582">
                  <c:v>19.3638888889</c:v>
                </c:pt>
                <c:pt idx="583">
                  <c:v>19.3972222222</c:v>
                </c:pt>
                <c:pt idx="584">
                  <c:v>19.4305555556</c:v>
                </c:pt>
                <c:pt idx="585">
                  <c:v>19.4638888889</c:v>
                </c:pt>
                <c:pt idx="586">
                  <c:v>19.4972222222</c:v>
                </c:pt>
                <c:pt idx="587">
                  <c:v>19.5305555556</c:v>
                </c:pt>
                <c:pt idx="588">
                  <c:v>19.5638888889</c:v>
                </c:pt>
                <c:pt idx="589">
                  <c:v>19.5972222222</c:v>
                </c:pt>
                <c:pt idx="590">
                  <c:v>19.6305555556</c:v>
                </c:pt>
                <c:pt idx="591">
                  <c:v>19.6638888889</c:v>
                </c:pt>
                <c:pt idx="592">
                  <c:v>19.6972222222</c:v>
                </c:pt>
                <c:pt idx="593">
                  <c:v>19.7305555556</c:v>
                </c:pt>
                <c:pt idx="594">
                  <c:v>19.7638888889</c:v>
                </c:pt>
                <c:pt idx="595">
                  <c:v>19.7972222222</c:v>
                </c:pt>
                <c:pt idx="596">
                  <c:v>19.8305555556</c:v>
                </c:pt>
                <c:pt idx="597">
                  <c:v>19.8638888889</c:v>
                </c:pt>
                <c:pt idx="598">
                  <c:v>19.8972222222</c:v>
                </c:pt>
                <c:pt idx="599">
                  <c:v>19.9305555556</c:v>
                </c:pt>
                <c:pt idx="600">
                  <c:v>19.9638888889</c:v>
                </c:pt>
                <c:pt idx="601">
                  <c:v>19.9972222222</c:v>
                </c:pt>
                <c:pt idx="602">
                  <c:v>20.0305555556</c:v>
                </c:pt>
                <c:pt idx="603">
                  <c:v>20.0638888889</c:v>
                </c:pt>
                <c:pt idx="604">
                  <c:v>20.0972222222</c:v>
                </c:pt>
                <c:pt idx="605">
                  <c:v>20.1305555556</c:v>
                </c:pt>
                <c:pt idx="606">
                  <c:v>20.1638888889</c:v>
                </c:pt>
                <c:pt idx="607">
                  <c:v>20.1972222222</c:v>
                </c:pt>
                <c:pt idx="608">
                  <c:v>20.2305555556</c:v>
                </c:pt>
                <c:pt idx="609">
                  <c:v>20.2638888889</c:v>
                </c:pt>
                <c:pt idx="610">
                  <c:v>20.2972222222</c:v>
                </c:pt>
                <c:pt idx="611">
                  <c:v>20.3305555556</c:v>
                </c:pt>
                <c:pt idx="612">
                  <c:v>20.3638888889</c:v>
                </c:pt>
                <c:pt idx="613">
                  <c:v>20.3972222222</c:v>
                </c:pt>
                <c:pt idx="614">
                  <c:v>20.4305555556</c:v>
                </c:pt>
                <c:pt idx="615">
                  <c:v>20.4638888889</c:v>
                </c:pt>
                <c:pt idx="616">
                  <c:v>20.4972222222</c:v>
                </c:pt>
                <c:pt idx="617">
                  <c:v>20.5277777778</c:v>
                </c:pt>
                <c:pt idx="618">
                  <c:v>20.5611111111</c:v>
                </c:pt>
                <c:pt idx="619">
                  <c:v>20.5944444444</c:v>
                </c:pt>
                <c:pt idx="620">
                  <c:v>20.6277777778</c:v>
                </c:pt>
                <c:pt idx="621">
                  <c:v>20.6611111111</c:v>
                </c:pt>
                <c:pt idx="622">
                  <c:v>20.6944444444</c:v>
                </c:pt>
                <c:pt idx="623">
                  <c:v>20.7277777778</c:v>
                </c:pt>
                <c:pt idx="624">
                  <c:v>20.7611111111</c:v>
                </c:pt>
                <c:pt idx="625">
                  <c:v>20.7944444444</c:v>
                </c:pt>
                <c:pt idx="626">
                  <c:v>20.8277777778</c:v>
                </c:pt>
                <c:pt idx="627">
                  <c:v>20.8611111111</c:v>
                </c:pt>
                <c:pt idx="628">
                  <c:v>20.8944444444</c:v>
                </c:pt>
                <c:pt idx="629">
                  <c:v>20.9277777778</c:v>
                </c:pt>
                <c:pt idx="630">
                  <c:v>20.9611111111</c:v>
                </c:pt>
                <c:pt idx="631">
                  <c:v>20.9944444444</c:v>
                </c:pt>
                <c:pt idx="632">
                  <c:v>21.0277777778</c:v>
                </c:pt>
                <c:pt idx="633">
                  <c:v>21.0611111111</c:v>
                </c:pt>
                <c:pt idx="634">
                  <c:v>21.0944444444</c:v>
                </c:pt>
                <c:pt idx="635">
                  <c:v>21.1277777778</c:v>
                </c:pt>
                <c:pt idx="636">
                  <c:v>21.1611111111</c:v>
                </c:pt>
                <c:pt idx="637">
                  <c:v>21.1944444444</c:v>
                </c:pt>
                <c:pt idx="638">
                  <c:v>21.2277777778</c:v>
                </c:pt>
                <c:pt idx="639">
                  <c:v>21.2611111111</c:v>
                </c:pt>
                <c:pt idx="640">
                  <c:v>21.2944444444</c:v>
                </c:pt>
                <c:pt idx="641">
                  <c:v>21.3277777778</c:v>
                </c:pt>
                <c:pt idx="642">
                  <c:v>21.3611111111</c:v>
                </c:pt>
                <c:pt idx="643">
                  <c:v>21.3944444444</c:v>
                </c:pt>
                <c:pt idx="644">
                  <c:v>21.4277777778</c:v>
                </c:pt>
                <c:pt idx="645">
                  <c:v>21.4611111111</c:v>
                </c:pt>
                <c:pt idx="646">
                  <c:v>21.4944444444</c:v>
                </c:pt>
                <c:pt idx="647">
                  <c:v>21.5277777778</c:v>
                </c:pt>
                <c:pt idx="648">
                  <c:v>21.5611111111</c:v>
                </c:pt>
                <c:pt idx="649">
                  <c:v>21.5944444444</c:v>
                </c:pt>
                <c:pt idx="650">
                  <c:v>21.6277777778</c:v>
                </c:pt>
                <c:pt idx="651">
                  <c:v>21.6611111111</c:v>
                </c:pt>
                <c:pt idx="652">
                  <c:v>21.6944444444</c:v>
                </c:pt>
                <c:pt idx="653">
                  <c:v>21.7277777778</c:v>
                </c:pt>
                <c:pt idx="654">
                  <c:v>21.7611111111</c:v>
                </c:pt>
                <c:pt idx="655">
                  <c:v>21.7944444444</c:v>
                </c:pt>
                <c:pt idx="656">
                  <c:v>21.8277777778</c:v>
                </c:pt>
                <c:pt idx="657">
                  <c:v>21.8611111111</c:v>
                </c:pt>
                <c:pt idx="658">
                  <c:v>21.8944444444</c:v>
                </c:pt>
                <c:pt idx="659">
                  <c:v>21.9277777778</c:v>
                </c:pt>
                <c:pt idx="660">
                  <c:v>21.9611111111</c:v>
                </c:pt>
                <c:pt idx="661">
                  <c:v>21.9944444444</c:v>
                </c:pt>
                <c:pt idx="662">
                  <c:v>22.025</c:v>
                </c:pt>
                <c:pt idx="663">
                  <c:v>22.0583333333</c:v>
                </c:pt>
                <c:pt idx="664">
                  <c:v>22.0916666667</c:v>
                </c:pt>
                <c:pt idx="665">
                  <c:v>22.125</c:v>
                </c:pt>
                <c:pt idx="666">
                  <c:v>22.1583333333</c:v>
                </c:pt>
                <c:pt idx="667">
                  <c:v>22.1916666667</c:v>
                </c:pt>
                <c:pt idx="668">
                  <c:v>22.225</c:v>
                </c:pt>
                <c:pt idx="669">
                  <c:v>22.2583333333</c:v>
                </c:pt>
                <c:pt idx="670">
                  <c:v>22.2916666667</c:v>
                </c:pt>
                <c:pt idx="671">
                  <c:v>22.325</c:v>
                </c:pt>
                <c:pt idx="672">
                  <c:v>22.3583333333</c:v>
                </c:pt>
                <c:pt idx="673">
                  <c:v>22.3916666667</c:v>
                </c:pt>
                <c:pt idx="674">
                  <c:v>22.425</c:v>
                </c:pt>
                <c:pt idx="675">
                  <c:v>22.4583333333</c:v>
                </c:pt>
                <c:pt idx="676">
                  <c:v>22.4916666667</c:v>
                </c:pt>
                <c:pt idx="677">
                  <c:v>22.525</c:v>
                </c:pt>
                <c:pt idx="678">
                  <c:v>22.5583333333</c:v>
                </c:pt>
                <c:pt idx="679">
                  <c:v>22.5916666667</c:v>
                </c:pt>
                <c:pt idx="680">
                  <c:v>22.625</c:v>
                </c:pt>
                <c:pt idx="681">
                  <c:v>22.6583333333</c:v>
                </c:pt>
                <c:pt idx="682">
                  <c:v>22.6916666667</c:v>
                </c:pt>
                <c:pt idx="683">
                  <c:v>22.725</c:v>
                </c:pt>
                <c:pt idx="684">
                  <c:v>22.7583333333</c:v>
                </c:pt>
                <c:pt idx="685">
                  <c:v>22.7916666667</c:v>
                </c:pt>
                <c:pt idx="686">
                  <c:v>22.825</c:v>
                </c:pt>
                <c:pt idx="687">
                  <c:v>22.8583333333</c:v>
                </c:pt>
                <c:pt idx="688">
                  <c:v>22.8916666667</c:v>
                </c:pt>
                <c:pt idx="689">
                  <c:v>22.925</c:v>
                </c:pt>
                <c:pt idx="690">
                  <c:v>22.9583333333</c:v>
                </c:pt>
                <c:pt idx="691">
                  <c:v>22.9916666667</c:v>
                </c:pt>
                <c:pt idx="692">
                  <c:v>23.025</c:v>
                </c:pt>
                <c:pt idx="693">
                  <c:v>23.0583333333</c:v>
                </c:pt>
                <c:pt idx="694">
                  <c:v>23.0916666667</c:v>
                </c:pt>
                <c:pt idx="695">
                  <c:v>23.125</c:v>
                </c:pt>
                <c:pt idx="696">
                  <c:v>23.1583333333</c:v>
                </c:pt>
                <c:pt idx="697">
                  <c:v>23.1916666667</c:v>
                </c:pt>
                <c:pt idx="698">
                  <c:v>23.225</c:v>
                </c:pt>
                <c:pt idx="699">
                  <c:v>23.2583333333</c:v>
                </c:pt>
                <c:pt idx="700">
                  <c:v>23.2916666667</c:v>
                </c:pt>
                <c:pt idx="701">
                  <c:v>23.325</c:v>
                </c:pt>
                <c:pt idx="702">
                  <c:v>23.3583333333</c:v>
                </c:pt>
                <c:pt idx="703">
                  <c:v>23.3916666667</c:v>
                </c:pt>
                <c:pt idx="704">
                  <c:v>23.425</c:v>
                </c:pt>
                <c:pt idx="705">
                  <c:v>23.4583333333</c:v>
                </c:pt>
                <c:pt idx="706">
                  <c:v>23.4916666667</c:v>
                </c:pt>
                <c:pt idx="707">
                  <c:v>23.5222222222</c:v>
                </c:pt>
                <c:pt idx="708">
                  <c:v>23.5555555556</c:v>
                </c:pt>
                <c:pt idx="709">
                  <c:v>23.5888888889</c:v>
                </c:pt>
                <c:pt idx="710">
                  <c:v>23.6222222222</c:v>
                </c:pt>
                <c:pt idx="711">
                  <c:v>23.6555555556</c:v>
                </c:pt>
                <c:pt idx="712">
                  <c:v>23.6888888889</c:v>
                </c:pt>
                <c:pt idx="713">
                  <c:v>23.7222222222</c:v>
                </c:pt>
                <c:pt idx="714">
                  <c:v>23.7555555556</c:v>
                </c:pt>
                <c:pt idx="715">
                  <c:v>23.7888888889</c:v>
                </c:pt>
                <c:pt idx="716">
                  <c:v>23.8222222222</c:v>
                </c:pt>
                <c:pt idx="717">
                  <c:v>23.8555555556</c:v>
                </c:pt>
                <c:pt idx="718">
                  <c:v>23.8888888889</c:v>
                </c:pt>
                <c:pt idx="719">
                  <c:v>23.9222222222</c:v>
                </c:pt>
                <c:pt idx="720">
                  <c:v>23.9555555556</c:v>
                </c:pt>
                <c:pt idx="721">
                  <c:v>23.9888888889</c:v>
                </c:pt>
                <c:pt idx="722">
                  <c:v>24</c:v>
                </c:pt>
              </c:numCache>
            </c:numRef>
          </c:xVal>
          <c:yVal>
            <c:numRef>
              <c:f>'Chart Data'!$F$2:$F$724</c:f>
              <c:numCache>
                <c:formatCode>General</c:formatCode>
                <c:ptCount val="723"/>
                <c:pt idx="0">
                  <c:v>20</c:v>
                </c:pt>
                <c:pt idx="1">
                  <c:v>22.23981103</c:v>
                </c:pt>
                <c:pt idx="2">
                  <c:v>24.176854657</c:v>
                </c:pt>
                <c:pt idx="3">
                  <c:v>25.836565285</c:v>
                </c:pt>
                <c:pt idx="4">
                  <c:v>27.259108336</c:v>
                </c:pt>
                <c:pt idx="5">
                  <c:v>28.484287668</c:v>
                </c:pt>
                <c:pt idx="6">
                  <c:v>29.545863867</c:v>
                </c:pt>
                <c:pt idx="7">
                  <c:v>30.471368464</c:v>
                </c:pt>
                <c:pt idx="8">
                  <c:v>31.283121154</c:v>
                </c:pt>
                <c:pt idx="9">
                  <c:v>31.999288433</c:v>
                </c:pt>
                <c:pt idx="10">
                  <c:v>32.634748848</c:v>
                </c:pt>
                <c:pt idx="11">
                  <c:v>33.20176919</c:v>
                </c:pt>
                <c:pt idx="12">
                  <c:v>33.71052672</c:v>
                </c:pt>
                <c:pt idx="13">
                  <c:v>34.16951396</c:v>
                </c:pt>
                <c:pt idx="14">
                  <c:v>34.585850019</c:v>
                </c:pt>
                <c:pt idx="15">
                  <c:v>34.964980573</c:v>
                </c:pt>
                <c:pt idx="16">
                  <c:v>35.310517551</c:v>
                </c:pt>
                <c:pt idx="17">
                  <c:v>35.626042229</c:v>
                </c:pt>
                <c:pt idx="18">
                  <c:v>35.915075049</c:v>
                </c:pt>
                <c:pt idx="19">
                  <c:v>36.180797519</c:v>
                </c:pt>
                <c:pt idx="20">
                  <c:v>36.426000675</c:v>
                </c:pt>
                <c:pt idx="21">
                  <c:v>36.653114009</c:v>
                </c:pt>
                <c:pt idx="22">
                  <c:v>36.864250104</c:v>
                </c:pt>
                <c:pt idx="23">
                  <c:v>37.061247456</c:v>
                </c:pt>
                <c:pt idx="24">
                  <c:v>37.245707992</c:v>
                </c:pt>
                <c:pt idx="25">
                  <c:v>37.419029279</c:v>
                </c:pt>
                <c:pt idx="26">
                  <c:v>37.582432083</c:v>
                </c:pt>
                <c:pt idx="27">
                  <c:v>37.736983974</c:v>
                </c:pt>
                <c:pt idx="28">
                  <c:v>37.883619614</c:v>
                </c:pt>
                <c:pt idx="29">
                  <c:v>38.023158207</c:v>
                </c:pt>
                <c:pt idx="30">
                  <c:v>38.156318564</c:v>
                </c:pt>
                <c:pt idx="31">
                  <c:v>38.273012313</c:v>
                </c:pt>
                <c:pt idx="32">
                  <c:v>38.392579932</c:v>
                </c:pt>
                <c:pt idx="33">
                  <c:v>38.503106698</c:v>
                </c:pt>
                <c:pt idx="34">
                  <c:v>38.605318505</c:v>
                </c:pt>
                <c:pt idx="35">
                  <c:v>38.700324594</c:v>
                </c:pt>
                <c:pt idx="36">
                  <c:v>38.789135948</c:v>
                </c:pt>
                <c:pt idx="37">
                  <c:v>38.872584986</c:v>
                </c:pt>
                <c:pt idx="38">
                  <c:v>38.951342519</c:v>
                </c:pt>
                <c:pt idx="39">
                  <c:v>39.025949315</c:v>
                </c:pt>
                <c:pt idx="40">
                  <c:v>39.096844265</c:v>
                </c:pt>
                <c:pt idx="41">
                  <c:v>39.164386676</c:v>
                </c:pt>
                <c:pt idx="42">
                  <c:v>39.228873412</c:v>
                </c:pt>
                <c:pt idx="43">
                  <c:v>39.290552018</c:v>
                </c:pt>
                <c:pt idx="44">
                  <c:v>39.349630799</c:v>
                </c:pt>
                <c:pt idx="45">
                  <c:v>39.406286606</c:v>
                </c:pt>
                <c:pt idx="46">
                  <c:v>39.461440649</c:v>
                </c:pt>
                <c:pt idx="47">
                  <c:v>39.519430232</c:v>
                </c:pt>
                <c:pt idx="48">
                  <c:v>39.582569207</c:v>
                </c:pt>
                <c:pt idx="49">
                  <c:v>39.650737351</c:v>
                </c:pt>
                <c:pt idx="50">
                  <c:v>39.723225977</c:v>
                </c:pt>
                <c:pt idx="51">
                  <c:v>39.799272571</c:v>
                </c:pt>
                <c:pt idx="52">
                  <c:v>39.877286843</c:v>
                </c:pt>
                <c:pt idx="53">
                  <c:v>39.955470367</c:v>
                </c:pt>
                <c:pt idx="54">
                  <c:v>40.032965367</c:v>
                </c:pt>
                <c:pt idx="55">
                  <c:v>40.109399668</c:v>
                </c:pt>
                <c:pt idx="56">
                  <c:v>40.184588423</c:v>
                </c:pt>
                <c:pt idx="57">
                  <c:v>40.258430902</c:v>
                </c:pt>
                <c:pt idx="58">
                  <c:v>40.330873947</c:v>
                </c:pt>
                <c:pt idx="59">
                  <c:v>40.401895656</c:v>
                </c:pt>
                <c:pt idx="60">
                  <c:v>40.471495962</c:v>
                </c:pt>
                <c:pt idx="61">
                  <c:v>40.539690278</c:v>
                </c:pt>
                <c:pt idx="62">
                  <c:v>40.606504919</c:v>
                </c:pt>
                <c:pt idx="63">
                  <c:v>40.671973728</c:v>
                </c:pt>
                <c:pt idx="64">
                  <c:v>40.736135581</c:v>
                </c:pt>
                <c:pt idx="65">
                  <c:v>40.79903253</c:v>
                </c:pt>
                <c:pt idx="66">
                  <c:v>40.860708428</c:v>
                </c:pt>
                <c:pt idx="67">
                  <c:v>40.92120792</c:v>
                </c:pt>
                <c:pt idx="68">
                  <c:v>40.980575699</c:v>
                </c:pt>
                <c:pt idx="69">
                  <c:v>41.038855968</c:v>
                </c:pt>
                <c:pt idx="70">
                  <c:v>41.096092056</c:v>
                </c:pt>
                <c:pt idx="71">
                  <c:v>41.152326147</c:v>
                </c:pt>
                <c:pt idx="72">
                  <c:v>41.207599102</c:v>
                </c:pt>
                <c:pt idx="73">
                  <c:v>41.261950337</c:v>
                </c:pt>
                <c:pt idx="74">
                  <c:v>41.315417755</c:v>
                </c:pt>
                <c:pt idx="75">
                  <c:v>41.368037719</c:v>
                </c:pt>
                <c:pt idx="76">
                  <c:v>41.415339571</c:v>
                </c:pt>
                <c:pt idx="77">
                  <c:v>41.463692925</c:v>
                </c:pt>
                <c:pt idx="78">
                  <c:v>41.507036188</c:v>
                </c:pt>
                <c:pt idx="79">
                  <c:v>41.54560706</c:v>
                </c:pt>
                <c:pt idx="80">
                  <c:v>41.580152864</c:v>
                </c:pt>
                <c:pt idx="81">
                  <c:v>41.611383098</c:v>
                </c:pt>
                <c:pt idx="82">
                  <c:v>41.639867074</c:v>
                </c:pt>
                <c:pt idx="83">
                  <c:v>41.666042954</c:v>
                </c:pt>
                <c:pt idx="84">
                  <c:v>41.690245124</c:v>
                </c:pt>
                <c:pt idx="85">
                  <c:v>41.712729241</c:v>
                </c:pt>
                <c:pt idx="86">
                  <c:v>41.733691856</c:v>
                </c:pt>
                <c:pt idx="87">
                  <c:v>41.753285171</c:v>
                </c:pt>
                <c:pt idx="88">
                  <c:v>41.77162805</c:v>
                </c:pt>
                <c:pt idx="89">
                  <c:v>41.788814198</c:v>
                </c:pt>
                <c:pt idx="90">
                  <c:v>41.804918273</c:v>
                </c:pt>
                <c:pt idx="91">
                  <c:v>41.820576094</c:v>
                </c:pt>
                <c:pt idx="92">
                  <c:v>41.839877775</c:v>
                </c:pt>
                <c:pt idx="93">
                  <c:v>41.865364132</c:v>
                </c:pt>
                <c:pt idx="94">
                  <c:v>41.896955768</c:v>
                </c:pt>
                <c:pt idx="95">
                  <c:v>41.933897553</c:v>
                </c:pt>
                <c:pt idx="96">
                  <c:v>41.975385615</c:v>
                </c:pt>
                <c:pt idx="97">
                  <c:v>42.019879222</c:v>
                </c:pt>
                <c:pt idx="98">
                  <c:v>42.065472019</c:v>
                </c:pt>
                <c:pt idx="99">
                  <c:v>42.111202239</c:v>
                </c:pt>
                <c:pt idx="100">
                  <c:v>42.156636397</c:v>
                </c:pt>
                <c:pt idx="101">
                  <c:v>42.201546445</c:v>
                </c:pt>
                <c:pt idx="102">
                  <c:v>42.245796265</c:v>
                </c:pt>
                <c:pt idx="103">
                  <c:v>42.289301752</c:v>
                </c:pt>
                <c:pt idx="104">
                  <c:v>42.33201325</c:v>
                </c:pt>
                <c:pt idx="105">
                  <c:v>42.373905511</c:v>
                </c:pt>
                <c:pt idx="106">
                  <c:v>42.414970928</c:v>
                </c:pt>
                <c:pt idx="107">
                  <c:v>42.455214646</c:v>
                </c:pt>
                <c:pt idx="108">
                  <c:v>42.494650942</c:v>
                </c:pt>
                <c:pt idx="109">
                  <c:v>42.533300523</c:v>
                </c:pt>
                <c:pt idx="110">
                  <c:v>42.571188497</c:v>
                </c:pt>
                <c:pt idx="111">
                  <c:v>42.608342861</c:v>
                </c:pt>
                <c:pt idx="112">
                  <c:v>42.644793363</c:v>
                </c:pt>
                <c:pt idx="113">
                  <c:v>42.680570661</c:v>
                </c:pt>
                <c:pt idx="114">
                  <c:v>42.715705695</c:v>
                </c:pt>
                <c:pt idx="115">
                  <c:v>42.750229227</c:v>
                </c:pt>
                <c:pt idx="116">
                  <c:v>42.784171506</c:v>
                </c:pt>
                <c:pt idx="117">
                  <c:v>42.817562028</c:v>
                </c:pt>
                <c:pt idx="118">
                  <c:v>42.85042937</c:v>
                </c:pt>
                <c:pt idx="119">
                  <c:v>42.882801076</c:v>
                </c:pt>
                <c:pt idx="120">
                  <c:v>42.914703591</c:v>
                </c:pt>
                <c:pt idx="121">
                  <c:v>42.943408587</c:v>
                </c:pt>
                <c:pt idx="122">
                  <c:v>42.972059114</c:v>
                </c:pt>
                <c:pt idx="123">
                  <c:v>42.996101517</c:v>
                </c:pt>
                <c:pt idx="124">
                  <c:v>43.015669407</c:v>
                </c:pt>
                <c:pt idx="125">
                  <c:v>43.03149161</c:v>
                </c:pt>
                <c:pt idx="126">
                  <c:v>43.044279848</c:v>
                </c:pt>
                <c:pt idx="127">
                  <c:v>43.054607513</c:v>
                </c:pt>
                <c:pt idx="128">
                  <c:v>43.062914912</c:v>
                </c:pt>
                <c:pt idx="129">
                  <c:v>43.069536432</c:v>
                </c:pt>
                <c:pt idx="130">
                  <c:v>43.074726054</c:v>
                </c:pt>
                <c:pt idx="131">
                  <c:v>43.078677443</c:v>
                </c:pt>
                <c:pt idx="132">
                  <c:v>43.081539086</c:v>
                </c:pt>
                <c:pt idx="133">
                  <c:v>43.083425561</c:v>
                </c:pt>
                <c:pt idx="134">
                  <c:v>43.084425931</c:v>
                </c:pt>
                <c:pt idx="135">
                  <c:v>43.08460998</c:v>
                </c:pt>
                <c:pt idx="136">
                  <c:v>43.084449314</c:v>
                </c:pt>
                <c:pt idx="137">
                  <c:v>43.087810962</c:v>
                </c:pt>
                <c:pt idx="138">
                  <c:v>43.097533362</c:v>
                </c:pt>
                <c:pt idx="139">
                  <c:v>43.113653865</c:v>
                </c:pt>
                <c:pt idx="140">
                  <c:v>43.135429523</c:v>
                </c:pt>
                <c:pt idx="141">
                  <c:v>43.162058675</c:v>
                </c:pt>
                <c:pt idx="142">
                  <c:v>43.192095314</c:v>
                </c:pt>
                <c:pt idx="143">
                  <c:v>43.223575432</c:v>
                </c:pt>
                <c:pt idx="144">
                  <c:v>43.255464047</c:v>
                </c:pt>
                <c:pt idx="145">
                  <c:v>43.287295905</c:v>
                </c:pt>
                <c:pt idx="146">
                  <c:v>43.318827689</c:v>
                </c:pt>
                <c:pt idx="147">
                  <c:v>43.349913634</c:v>
                </c:pt>
                <c:pt idx="148">
                  <c:v>43.380462225</c:v>
                </c:pt>
                <c:pt idx="149">
                  <c:v>43.410417586</c:v>
                </c:pt>
                <c:pt idx="150">
                  <c:v>43.439749021</c:v>
                </c:pt>
                <c:pt idx="151">
                  <c:v>43.468444044</c:v>
                </c:pt>
                <c:pt idx="152">
                  <c:v>43.496503353</c:v>
                </c:pt>
                <c:pt idx="153">
                  <c:v>43.523937117</c:v>
                </c:pt>
                <c:pt idx="154">
                  <c:v>43.550762202</c:v>
                </c:pt>
                <c:pt idx="155">
                  <c:v>43.577000099</c:v>
                </c:pt>
                <c:pt idx="156">
                  <c:v>43.602675362</c:v>
                </c:pt>
                <c:pt idx="157">
                  <c:v>43.627814451</c:v>
                </c:pt>
                <c:pt idx="158">
                  <c:v>43.65244486</c:v>
                </c:pt>
                <c:pt idx="159">
                  <c:v>43.67659448</c:v>
                </c:pt>
                <c:pt idx="160">
                  <c:v>43.700291117</c:v>
                </c:pt>
                <c:pt idx="161">
                  <c:v>43.723562154</c:v>
                </c:pt>
                <c:pt idx="162">
                  <c:v>43.746434299</c:v>
                </c:pt>
                <c:pt idx="163">
                  <c:v>43.768933414</c:v>
                </c:pt>
                <c:pt idx="164">
                  <c:v>43.791084394</c:v>
                </c:pt>
                <c:pt idx="165">
                  <c:v>43.812911098</c:v>
                </c:pt>
                <c:pt idx="166">
                  <c:v>43.832558139</c:v>
                </c:pt>
                <c:pt idx="167">
                  <c:v>43.851705184</c:v>
                </c:pt>
                <c:pt idx="168">
                  <c:v>43.866445962</c:v>
                </c:pt>
                <c:pt idx="169">
                  <c:v>43.87680351</c:v>
                </c:pt>
                <c:pt idx="170">
                  <c:v>43.883489983</c:v>
                </c:pt>
                <c:pt idx="171">
                  <c:v>43.887224257</c:v>
                </c:pt>
                <c:pt idx="172">
                  <c:v>43.888589375</c:v>
                </c:pt>
                <c:pt idx="173">
                  <c:v>43.888033325</c:v>
                </c:pt>
                <c:pt idx="174">
                  <c:v>43.88589584</c:v>
                </c:pt>
                <c:pt idx="175">
                  <c:v>43.882434354</c:v>
                </c:pt>
                <c:pt idx="176">
                  <c:v>43.877844556</c:v>
                </c:pt>
                <c:pt idx="177">
                  <c:v>43.872275917</c:v>
                </c:pt>
                <c:pt idx="178">
                  <c:v>43.865843247</c:v>
                </c:pt>
                <c:pt idx="179">
                  <c:v>43.858635293</c:v>
                </c:pt>
                <c:pt idx="180">
                  <c:v>43.850721137</c:v>
                </c:pt>
                <c:pt idx="181">
                  <c:v>43.842444117</c:v>
                </c:pt>
                <c:pt idx="182">
                  <c:v>43.837407252</c:v>
                </c:pt>
                <c:pt idx="183">
                  <c:v>43.838744763</c:v>
                </c:pt>
                <c:pt idx="184">
                  <c:v>43.846630075</c:v>
                </c:pt>
                <c:pt idx="185">
                  <c:v>43.860340863</c:v>
                </c:pt>
                <c:pt idx="186">
                  <c:v>43.879076356</c:v>
                </c:pt>
                <c:pt idx="187">
                  <c:v>43.901488209</c:v>
                </c:pt>
                <c:pt idx="188">
                  <c:v>43.925570609</c:v>
                </c:pt>
                <c:pt idx="189">
                  <c:v>43.95021409</c:v>
                </c:pt>
                <c:pt idx="190">
                  <c:v>43.97492213</c:v>
                </c:pt>
                <c:pt idx="191">
                  <c:v>43.999438094</c:v>
                </c:pt>
                <c:pt idx="192">
                  <c:v>44.023608917</c:v>
                </c:pt>
                <c:pt idx="193">
                  <c:v>44.0473381</c:v>
                </c:pt>
                <c:pt idx="194">
                  <c:v>44.070565941</c:v>
                </c:pt>
                <c:pt idx="195">
                  <c:v>44.093258651</c:v>
                </c:pt>
                <c:pt idx="196">
                  <c:v>44.115401158</c:v>
                </c:pt>
                <c:pt idx="197">
                  <c:v>44.136991958</c:v>
                </c:pt>
                <c:pt idx="198">
                  <c:v>44.158039304</c:v>
                </c:pt>
                <c:pt idx="199">
                  <c:v>44.178558362</c:v>
                </c:pt>
                <c:pt idx="200">
                  <c:v>44.198569089</c:v>
                </c:pt>
                <c:pt idx="201">
                  <c:v>44.218094635</c:v>
                </c:pt>
                <c:pt idx="202">
                  <c:v>44.237160155</c:v>
                </c:pt>
                <c:pt idx="203">
                  <c:v>44.255791919</c:v>
                </c:pt>
                <c:pt idx="204">
                  <c:v>44.274016651</c:v>
                </c:pt>
                <c:pt idx="205">
                  <c:v>44.291861048</c:v>
                </c:pt>
                <c:pt idx="206">
                  <c:v>44.309351419</c:v>
                </c:pt>
                <c:pt idx="207">
                  <c:v>44.326513435</c:v>
                </c:pt>
                <c:pt idx="208">
                  <c:v>44.343371947</c:v>
                </c:pt>
                <c:pt idx="209">
                  <c:v>44.359950869</c:v>
                </c:pt>
                <c:pt idx="210">
                  <c:v>44.376273092</c:v>
                </c:pt>
                <c:pt idx="211">
                  <c:v>44.390971341</c:v>
                </c:pt>
                <c:pt idx="212">
                  <c:v>44.405026527</c:v>
                </c:pt>
                <c:pt idx="213">
                  <c:v>44.414820264</c:v>
                </c:pt>
                <c:pt idx="214">
                  <c:v>44.420253533</c:v>
                </c:pt>
                <c:pt idx="215">
                  <c:v>44.422018863</c:v>
                </c:pt>
                <c:pt idx="216">
                  <c:v>44.420842875</c:v>
                </c:pt>
                <c:pt idx="217">
                  <c:v>44.417319734</c:v>
                </c:pt>
                <c:pt idx="218">
                  <c:v>44.411906712</c:v>
                </c:pt>
                <c:pt idx="219">
                  <c:v>44.40495047</c:v>
                </c:pt>
                <c:pt idx="220">
                  <c:v>44.396713396</c:v>
                </c:pt>
                <c:pt idx="221">
                  <c:v>44.387394644</c:v>
                </c:pt>
                <c:pt idx="222">
                  <c:v>44.377146046</c:v>
                </c:pt>
                <c:pt idx="223">
                  <c:v>44.36608396</c:v>
                </c:pt>
                <c:pt idx="224">
                  <c:v>44.354298084</c:v>
                </c:pt>
                <c:pt idx="225">
                  <c:v>44.341858016</c:v>
                </c:pt>
                <c:pt idx="226">
                  <c:v>44.329008822</c:v>
                </c:pt>
                <c:pt idx="227">
                  <c:v>44.319054452</c:v>
                </c:pt>
                <c:pt idx="228">
                  <c:v>44.315412641</c:v>
                </c:pt>
                <c:pt idx="229">
                  <c:v>44.318410487</c:v>
                </c:pt>
                <c:pt idx="230">
                  <c:v>44.327352469</c:v>
                </c:pt>
                <c:pt idx="231">
                  <c:v>44.34143716</c:v>
                </c:pt>
                <c:pt idx="232">
                  <c:v>44.359410752</c:v>
                </c:pt>
                <c:pt idx="233">
                  <c:v>44.379241656</c:v>
                </c:pt>
                <c:pt idx="234">
                  <c:v>44.399742707</c:v>
                </c:pt>
                <c:pt idx="235">
                  <c:v>44.420384457</c:v>
                </c:pt>
                <c:pt idx="236">
                  <c:v>44.440896913</c:v>
                </c:pt>
                <c:pt idx="237">
                  <c:v>44.461120212</c:v>
                </c:pt>
                <c:pt idx="238">
                  <c:v>44.480953515</c:v>
                </c:pt>
                <c:pt idx="239">
                  <c:v>44.50033398</c:v>
                </c:pt>
                <c:pt idx="240">
                  <c:v>44.519225412</c:v>
                </c:pt>
                <c:pt idx="241">
                  <c:v>44.537610852</c:v>
                </c:pt>
                <c:pt idx="242">
                  <c:v>44.555487281</c:v>
                </c:pt>
                <c:pt idx="243">
                  <c:v>44.572861715</c:v>
                </c:pt>
                <c:pt idx="244">
                  <c:v>44.589748297</c:v>
                </c:pt>
                <c:pt idx="245">
                  <c:v>44.606166115</c:v>
                </c:pt>
                <c:pt idx="246">
                  <c:v>44.622137573</c:v>
                </c:pt>
                <c:pt idx="247">
                  <c:v>44.637687168</c:v>
                </c:pt>
                <c:pt idx="248">
                  <c:v>44.652840581</c:v>
                </c:pt>
                <c:pt idx="249">
                  <c:v>44.667624002</c:v>
                </c:pt>
                <c:pt idx="250">
                  <c:v>44.682063628</c:v>
                </c:pt>
                <c:pt idx="251">
                  <c:v>44.696185305</c:v>
                </c:pt>
                <c:pt idx="252">
                  <c:v>44.710014259</c:v>
                </c:pt>
                <c:pt idx="253">
                  <c:v>44.723574918</c:v>
                </c:pt>
                <c:pt idx="254">
                  <c:v>44.736890783</c:v>
                </c:pt>
                <c:pt idx="255">
                  <c:v>44.749984346</c:v>
                </c:pt>
                <c:pt idx="256">
                  <c:v>44.761779039</c:v>
                </c:pt>
                <c:pt idx="257">
                  <c:v>44.772938464</c:v>
                </c:pt>
                <c:pt idx="258">
                  <c:v>44.779967008</c:v>
                </c:pt>
                <c:pt idx="259">
                  <c:v>44.782630794</c:v>
                </c:pt>
                <c:pt idx="260">
                  <c:v>44.781598386</c:v>
                </c:pt>
                <c:pt idx="261">
                  <c:v>44.777603712</c:v>
                </c:pt>
                <c:pt idx="262">
                  <c:v>44.771252602</c:v>
                </c:pt>
                <c:pt idx="263">
                  <c:v>44.763012341</c:v>
                </c:pt>
                <c:pt idx="264">
                  <c:v>44.753237224</c:v>
                </c:pt>
                <c:pt idx="265">
                  <c:v>44.742195262</c:v>
                </c:pt>
                <c:pt idx="266">
                  <c:v>44.730089696</c:v>
                </c:pt>
                <c:pt idx="267">
                  <c:v>44.717075296</c:v>
                </c:pt>
                <c:pt idx="268">
                  <c:v>44.703270516</c:v>
                </c:pt>
                <c:pt idx="269">
                  <c:v>44.688766524</c:v>
                </c:pt>
                <c:pt idx="270">
                  <c:v>44.673633926</c:v>
                </c:pt>
                <c:pt idx="271">
                  <c:v>44.6580454</c:v>
                </c:pt>
                <c:pt idx="272">
                  <c:v>44.644979667</c:v>
                </c:pt>
                <c:pt idx="273">
                  <c:v>44.638116518</c:v>
                </c:pt>
                <c:pt idx="274">
                  <c:v>44.637954876</c:v>
                </c:pt>
                <c:pt idx="275">
                  <c:v>44.643832179</c:v>
                </c:pt>
                <c:pt idx="276">
                  <c:v>44.654945148</c:v>
                </c:pt>
                <c:pt idx="277">
                  <c:v>44.670128487</c:v>
                </c:pt>
                <c:pt idx="278">
                  <c:v>44.687341679</c:v>
                </c:pt>
                <c:pt idx="279">
                  <c:v>44.705316505</c:v>
                </c:pt>
                <c:pt idx="280">
                  <c:v>44.723488176</c:v>
                </c:pt>
                <c:pt idx="281">
                  <c:v>44.741572724</c:v>
                </c:pt>
                <c:pt idx="282">
                  <c:v>44.759403478</c:v>
                </c:pt>
                <c:pt idx="283">
                  <c:v>44.776875426</c:v>
                </c:pt>
                <c:pt idx="284">
                  <c:v>44.793922808</c:v>
                </c:pt>
                <c:pt idx="285">
                  <c:v>44.810507269</c:v>
                </c:pt>
                <c:pt idx="286">
                  <c:v>44.826610211</c:v>
                </c:pt>
                <c:pt idx="287">
                  <c:v>44.84222736</c:v>
                </c:pt>
                <c:pt idx="288">
                  <c:v>44.857364761</c:v>
                </c:pt>
                <c:pt idx="289">
                  <c:v>44.872035796</c:v>
                </c:pt>
                <c:pt idx="290">
                  <c:v>44.88625895</c:v>
                </c:pt>
                <c:pt idx="291">
                  <c:v>44.900056145</c:v>
                </c:pt>
                <c:pt idx="292">
                  <c:v>44.913451484</c:v>
                </c:pt>
                <c:pt idx="293">
                  <c:v>44.92647032</c:v>
                </c:pt>
                <c:pt idx="294">
                  <c:v>44.939138566</c:v>
                </c:pt>
                <c:pt idx="295">
                  <c:v>44.951482181</c:v>
                </c:pt>
                <c:pt idx="296">
                  <c:v>44.963526797</c:v>
                </c:pt>
                <c:pt idx="297">
                  <c:v>44.975297449</c:v>
                </c:pt>
                <c:pt idx="298">
                  <c:v>44.986818387</c:v>
                </c:pt>
                <c:pt idx="299">
                  <c:v>44.998112945</c:v>
                </c:pt>
                <c:pt idx="300">
                  <c:v>45.00920346</c:v>
                </c:pt>
                <c:pt idx="301">
                  <c:v>45.019194308</c:v>
                </c:pt>
                <c:pt idx="302">
                  <c:v>45.028633819</c:v>
                </c:pt>
                <c:pt idx="303">
                  <c:v>45.034076135</c:v>
                </c:pt>
                <c:pt idx="304">
                  <c:v>45.035139215</c:v>
                </c:pt>
                <c:pt idx="305">
                  <c:v>45.032462497</c:v>
                </c:pt>
                <c:pt idx="306">
                  <c:v>45.026786326</c:v>
                </c:pt>
                <c:pt idx="307">
                  <c:v>45.018728425</c:v>
                </c:pt>
                <c:pt idx="308">
                  <c:v>45.008766519</c:v>
                </c:pt>
                <c:pt idx="309">
                  <c:v>44.99726297</c:v>
                </c:pt>
                <c:pt idx="310">
                  <c:v>44.984491798</c:v>
                </c:pt>
                <c:pt idx="311">
                  <c:v>44.970660677</c:v>
                </c:pt>
                <c:pt idx="312">
                  <c:v>44.955927628</c:v>
                </c:pt>
                <c:pt idx="313">
                  <c:v>44.940413485</c:v>
                </c:pt>
                <c:pt idx="314">
                  <c:v>44.924211153</c:v>
                </c:pt>
                <c:pt idx="315">
                  <c:v>44.90739249</c:v>
                </c:pt>
                <c:pt idx="316">
                  <c:v>44.890079717</c:v>
                </c:pt>
                <c:pt idx="317">
                  <c:v>44.874910092</c:v>
                </c:pt>
                <c:pt idx="318">
                  <c:v>44.865795569</c:v>
                </c:pt>
                <c:pt idx="319">
                  <c:v>44.863425348</c:v>
                </c:pt>
                <c:pt idx="320">
                  <c:v>44.867176494</c:v>
                </c:pt>
                <c:pt idx="321">
                  <c:v>44.876243709</c:v>
                </c:pt>
                <c:pt idx="322">
                  <c:v>44.889541676</c:v>
                </c:pt>
                <c:pt idx="323">
                  <c:v>44.905038695</c:v>
                </c:pt>
                <c:pt idx="324">
                  <c:v>44.921382479</c:v>
                </c:pt>
                <c:pt idx="325">
                  <c:v>44.937970112</c:v>
                </c:pt>
                <c:pt idx="326">
                  <c:v>44.954502772</c:v>
                </c:pt>
                <c:pt idx="327">
                  <c:v>44.97080677</c:v>
                </c:pt>
                <c:pt idx="328">
                  <c:v>44.986772911</c:v>
                </c:pt>
                <c:pt idx="329">
                  <c:v>45.002332572</c:v>
                </c:pt>
                <c:pt idx="330">
                  <c:v>45.01744532</c:v>
                </c:pt>
                <c:pt idx="331">
                  <c:v>45.032091014</c:v>
                </c:pt>
                <c:pt idx="332">
                  <c:v>45.046264229</c:v>
                </c:pt>
                <c:pt idx="333">
                  <c:v>45.059970147</c:v>
                </c:pt>
                <c:pt idx="334">
                  <c:v>45.073221502</c:v>
                </c:pt>
                <c:pt idx="335">
                  <c:v>45.086036296</c:v>
                </c:pt>
                <c:pt idx="336">
                  <c:v>45.098436085</c:v>
                </c:pt>
                <c:pt idx="337">
                  <c:v>45.110444697</c:v>
                </c:pt>
                <c:pt idx="338">
                  <c:v>45.122087279</c:v>
                </c:pt>
                <c:pt idx="339">
                  <c:v>45.133389589</c:v>
                </c:pt>
                <c:pt idx="340">
                  <c:v>45.144377463</c:v>
                </c:pt>
                <c:pt idx="341">
                  <c:v>45.155076442</c:v>
                </c:pt>
                <c:pt idx="342">
                  <c:v>45.165511487</c:v>
                </c:pt>
                <c:pt idx="343">
                  <c:v>45.17570679</c:v>
                </c:pt>
                <c:pt idx="344">
                  <c:v>45.185685634</c:v>
                </c:pt>
                <c:pt idx="345">
                  <c:v>45.195470312</c:v>
                </c:pt>
                <c:pt idx="346">
                  <c:v>45.204281834</c:v>
                </c:pt>
                <c:pt idx="347">
                  <c:v>45.212661682</c:v>
                </c:pt>
                <c:pt idx="348">
                  <c:v>45.217189448</c:v>
                </c:pt>
                <c:pt idx="349">
                  <c:v>45.217321577</c:v>
                </c:pt>
                <c:pt idx="350">
                  <c:v>45.213662499</c:v>
                </c:pt>
                <c:pt idx="351">
                  <c:v>45.206957805</c:v>
                </c:pt>
                <c:pt idx="352">
                  <c:v>45.197837171</c:v>
                </c:pt>
                <c:pt idx="353">
                  <c:v>45.186789074</c:v>
                </c:pt>
                <c:pt idx="354">
                  <c:v>45.17418425</c:v>
                </c:pt>
                <c:pt idx="355">
                  <c:v>45.160303004</c:v>
                </c:pt>
                <c:pt idx="356">
                  <c:v>45.145357674</c:v>
                </c:pt>
                <c:pt idx="357">
                  <c:v>45.129509736</c:v>
                </c:pt>
                <c:pt idx="358">
                  <c:v>45.112882581</c:v>
                </c:pt>
                <c:pt idx="359">
                  <c:v>45.095571003</c:v>
                </c:pt>
                <c:pt idx="360">
                  <c:v>45.07764826</c:v>
                </c:pt>
                <c:pt idx="361">
                  <c:v>45.059204127</c:v>
                </c:pt>
                <c:pt idx="362">
                  <c:v>45.042528542</c:v>
                </c:pt>
                <c:pt idx="363">
                  <c:v>45.031727195</c:v>
                </c:pt>
                <c:pt idx="364">
                  <c:v>45.027698575</c:v>
                </c:pt>
                <c:pt idx="365">
                  <c:v>45.029866671</c:v>
                </c:pt>
                <c:pt idx="366">
                  <c:v>45.037424976</c:v>
                </c:pt>
                <c:pt idx="367">
                  <c:v>45.04935774</c:v>
                </c:pt>
                <c:pt idx="368">
                  <c:v>45.063660265</c:v>
                </c:pt>
                <c:pt idx="369">
                  <c:v>45.078893911</c:v>
                </c:pt>
                <c:pt idx="370">
                  <c:v>45.09441457</c:v>
                </c:pt>
                <c:pt idx="371">
                  <c:v>45.109907488</c:v>
                </c:pt>
                <c:pt idx="372">
                  <c:v>45.125191647</c:v>
                </c:pt>
                <c:pt idx="373">
                  <c:v>45.140153587</c:v>
                </c:pt>
                <c:pt idx="374">
                  <c:v>45.154721801</c:v>
                </c:pt>
                <c:pt idx="375">
                  <c:v>45.168853787</c:v>
                </c:pt>
                <c:pt idx="376">
                  <c:v>45.182527888</c:v>
                </c:pt>
                <c:pt idx="377">
                  <c:v>45.195737563</c:v>
                </c:pt>
                <c:pt idx="378">
                  <c:v>45.208487172</c:v>
                </c:pt>
                <c:pt idx="379">
                  <c:v>45.220788853</c:v>
                </c:pt>
                <c:pt idx="380">
                  <c:v>45.232660172</c:v>
                </c:pt>
                <c:pt idx="381">
                  <c:v>45.244122375</c:v>
                </c:pt>
                <c:pt idx="382">
                  <c:v>45.255199072</c:v>
                </c:pt>
                <c:pt idx="383">
                  <c:v>45.265915261</c:v>
                </c:pt>
                <c:pt idx="384">
                  <c:v>45.276296599</c:v>
                </c:pt>
                <c:pt idx="385">
                  <c:v>45.286368864</c:v>
                </c:pt>
                <c:pt idx="386">
                  <c:v>45.29615756</c:v>
                </c:pt>
                <c:pt idx="387">
                  <c:v>45.305687636</c:v>
                </c:pt>
                <c:pt idx="388">
                  <c:v>45.314983282</c:v>
                </c:pt>
                <c:pt idx="389">
                  <c:v>45.324067791</c:v>
                </c:pt>
                <c:pt idx="390">
                  <c:v>45.332963469</c:v>
                </c:pt>
                <c:pt idx="391">
                  <c:v>45.340968855</c:v>
                </c:pt>
                <c:pt idx="392">
                  <c:v>45.34867461</c:v>
                </c:pt>
                <c:pt idx="393">
                  <c:v>45.352688985</c:v>
                </c:pt>
                <c:pt idx="394">
                  <c:v>45.352294021</c:v>
                </c:pt>
                <c:pt idx="395">
                  <c:v>45.348052546</c:v>
                </c:pt>
                <c:pt idx="396">
                  <c:v>45.340713956</c:v>
                </c:pt>
                <c:pt idx="397">
                  <c:v>45.330919855</c:v>
                </c:pt>
                <c:pt idx="398">
                  <c:v>45.319169713</c:v>
                </c:pt>
                <c:pt idx="399">
                  <c:v>45.305842899</c:v>
                </c:pt>
                <c:pt idx="400">
                  <c:v>45.291226221</c:v>
                </c:pt>
                <c:pt idx="401">
                  <c:v>45.275536864</c:v>
                </c:pt>
                <c:pt idx="402">
                  <c:v>45.258939908</c:v>
                </c:pt>
                <c:pt idx="403">
                  <c:v>45.241561426</c:v>
                </c:pt>
                <c:pt idx="404">
                  <c:v>45.223498209</c:v>
                </c:pt>
                <c:pt idx="405">
                  <c:v>45.204825003</c:v>
                </c:pt>
                <c:pt idx="406">
                  <c:v>45.185613158</c:v>
                </c:pt>
                <c:pt idx="407">
                  <c:v>45.16781016</c:v>
                </c:pt>
                <c:pt idx="408">
                  <c:v>45.155668501</c:v>
                </c:pt>
                <c:pt idx="409">
                  <c:v>45.150315402</c:v>
                </c:pt>
                <c:pt idx="410">
                  <c:v>45.151229859</c:v>
                </c:pt>
                <c:pt idx="411">
                  <c:v>45.157605677</c:v>
                </c:pt>
                <c:pt idx="412">
                  <c:v>45.168485347</c:v>
                </c:pt>
                <c:pt idx="413">
                  <c:v>45.181908847</c:v>
                </c:pt>
                <c:pt idx="414">
                  <c:v>45.19635011</c:v>
                </c:pt>
                <c:pt idx="415">
                  <c:v>45.211120455</c:v>
                </c:pt>
                <c:pt idx="416">
                  <c:v>45.225887998</c:v>
                </c:pt>
                <c:pt idx="417">
                  <c:v>45.240464011</c:v>
                </c:pt>
                <c:pt idx="418">
                  <c:v>45.254730633</c:v>
                </c:pt>
                <c:pt idx="419">
                  <c:v>45.26861342</c:v>
                </c:pt>
                <c:pt idx="420">
                  <c:v>45.282067778</c:v>
                </c:pt>
                <c:pt idx="421">
                  <c:v>45.295070527</c:v>
                </c:pt>
                <c:pt idx="422">
                  <c:v>45.307614011</c:v>
                </c:pt>
                <c:pt idx="423">
                  <c:v>45.319701782</c:v>
                </c:pt>
                <c:pt idx="424">
                  <c:v>45.331345392</c:v>
                </c:pt>
                <c:pt idx="425">
                  <c:v>45.342561995</c:v>
                </c:pt>
                <c:pt idx="426">
                  <c:v>45.353372548</c:v>
                </c:pt>
                <c:pt idx="427">
                  <c:v>45.36380047</c:v>
                </c:pt>
                <c:pt idx="428">
                  <c:v>45.373870635</c:v>
                </c:pt>
                <c:pt idx="429">
                  <c:v>45.383608629</c:v>
                </c:pt>
                <c:pt idx="430">
                  <c:v>45.393040198</c:v>
                </c:pt>
                <c:pt idx="431">
                  <c:v>45.402190843</c:v>
                </c:pt>
                <c:pt idx="432">
                  <c:v>45.411085526</c:v>
                </c:pt>
                <c:pt idx="433">
                  <c:v>45.419748468</c:v>
                </c:pt>
                <c:pt idx="434">
                  <c:v>45.428203</c:v>
                </c:pt>
                <c:pt idx="435">
                  <c:v>45.436471472</c:v>
                </c:pt>
                <c:pt idx="436">
                  <c:v>45.443905631</c:v>
                </c:pt>
                <c:pt idx="437">
                  <c:v>45.451170421</c:v>
                </c:pt>
                <c:pt idx="438">
                  <c:v>45.454921991</c:v>
                </c:pt>
                <c:pt idx="439">
                  <c:v>45.454256103</c:v>
                </c:pt>
                <c:pt idx="440">
                  <c:v>45.449686687</c:v>
                </c:pt>
                <c:pt idx="441">
                  <c:v>45.44196526</c:v>
                </c:pt>
                <c:pt idx="442">
                  <c:v>45.431745232</c:v>
                </c:pt>
                <c:pt idx="443">
                  <c:v>45.419537277</c:v>
                </c:pt>
                <c:pt idx="444">
                  <c:v>45.405729627</c:v>
                </c:pt>
                <c:pt idx="445">
                  <c:v>45.390615791</c:v>
                </c:pt>
                <c:pt idx="446">
                  <c:v>45.374417954</c:v>
                </c:pt>
                <c:pt idx="447">
                  <c:v>45.357304925</c:v>
                </c:pt>
                <c:pt idx="448">
                  <c:v>45.339405559</c:v>
                </c:pt>
                <c:pt idx="449">
                  <c:v>45.320818726</c:v>
                </c:pt>
                <c:pt idx="450">
                  <c:v>45.301620731</c:v>
                </c:pt>
                <c:pt idx="451">
                  <c:v>45.28187455</c:v>
                </c:pt>
                <c:pt idx="452">
                  <c:v>45.263200477</c:v>
                </c:pt>
                <c:pt idx="453">
                  <c:v>45.249943326</c:v>
                </c:pt>
                <c:pt idx="454">
                  <c:v>45.243478271</c:v>
                </c:pt>
                <c:pt idx="455">
                  <c:v>45.243348189</c:v>
                </c:pt>
                <c:pt idx="456">
                  <c:v>45.248749266</c:v>
                </c:pt>
                <c:pt idx="457">
                  <c:v>45.25877119</c:v>
                </c:pt>
                <c:pt idx="458">
                  <c:v>45.271514465</c:v>
                </c:pt>
                <c:pt idx="459">
                  <c:v>45.285366171</c:v>
                </c:pt>
                <c:pt idx="460">
                  <c:v>45.299589479</c:v>
                </c:pt>
                <c:pt idx="461">
                  <c:v>45.313834031</c:v>
                </c:pt>
                <c:pt idx="462">
                  <c:v>45.32790295</c:v>
                </c:pt>
                <c:pt idx="463">
                  <c:v>45.341673816</c:v>
                </c:pt>
                <c:pt idx="464">
                  <c:v>45.355069176</c:v>
                </c:pt>
                <c:pt idx="465">
                  <c:v>45.368042302</c:v>
                </c:pt>
                <c:pt idx="466">
                  <c:v>45.380568465</c:v>
                </c:pt>
                <c:pt idx="467">
                  <c:v>45.392638883</c:v>
                </c:pt>
                <c:pt idx="468">
                  <c:v>45.404256291</c:v>
                </c:pt>
                <c:pt idx="469">
                  <c:v>45.415431658</c:v>
                </c:pt>
                <c:pt idx="470">
                  <c:v>45.426181729</c:v>
                </c:pt>
                <c:pt idx="471">
                  <c:v>45.436527179</c:v>
                </c:pt>
                <c:pt idx="472">
                  <c:v>45.446491245</c:v>
                </c:pt>
                <c:pt idx="473">
                  <c:v>45.456098689</c:v>
                </c:pt>
                <c:pt idx="474">
                  <c:v>45.46537504</c:v>
                </c:pt>
                <c:pt idx="475">
                  <c:v>45.474346026</c:v>
                </c:pt>
                <c:pt idx="476">
                  <c:v>45.483037156</c:v>
                </c:pt>
                <c:pt idx="477">
                  <c:v>45.491473425</c:v>
                </c:pt>
                <c:pt idx="478">
                  <c:v>45.499679097</c:v>
                </c:pt>
                <c:pt idx="479">
                  <c:v>45.507677559</c:v>
                </c:pt>
                <c:pt idx="480">
                  <c:v>45.515491222</c:v>
                </c:pt>
                <c:pt idx="481">
                  <c:v>45.522509723</c:v>
                </c:pt>
                <c:pt idx="482">
                  <c:v>45.529478729</c:v>
                </c:pt>
                <c:pt idx="483">
                  <c:v>45.533130365</c:v>
                </c:pt>
                <c:pt idx="484">
                  <c:v>45.532364106</c:v>
                </c:pt>
                <c:pt idx="485">
                  <c:v>45.527636931</c:v>
                </c:pt>
                <c:pt idx="486">
                  <c:v>45.519700503</c:v>
                </c:pt>
                <c:pt idx="487">
                  <c:v>45.50921986</c:v>
                </c:pt>
                <c:pt idx="488">
                  <c:v>45.496717066</c:v>
                </c:pt>
                <c:pt idx="489">
                  <c:v>45.482589432</c:v>
                </c:pt>
                <c:pt idx="490">
                  <c:v>45.467137349</c:v>
                </c:pt>
                <c:pt idx="491">
                  <c:v>45.450588149</c:v>
                </c:pt>
                <c:pt idx="492">
                  <c:v>45.433114483</c:v>
                </c:pt>
                <c:pt idx="493">
                  <c:v>45.414848073</c:v>
                </c:pt>
                <c:pt idx="494">
                  <c:v>45.39588994</c:v>
                </c:pt>
                <c:pt idx="495">
                  <c:v>45.376318</c:v>
                </c:pt>
                <c:pt idx="496">
                  <c:v>45.356193163</c:v>
                </c:pt>
                <c:pt idx="497">
                  <c:v>45.336833552</c:v>
                </c:pt>
                <c:pt idx="498">
                  <c:v>45.322615032</c:v>
                </c:pt>
                <c:pt idx="499">
                  <c:v>45.315179402</c:v>
                </c:pt>
                <c:pt idx="500">
                  <c:v>45.31414318</c:v>
                </c:pt>
                <c:pt idx="501">
                  <c:v>45.318707411</c:v>
                </c:pt>
                <c:pt idx="502">
                  <c:v>45.327998516</c:v>
                </c:pt>
                <c:pt idx="503">
                  <c:v>45.340191226</c:v>
                </c:pt>
                <c:pt idx="504">
                  <c:v>45.353588229</c:v>
                </c:pt>
                <c:pt idx="505">
                  <c:v>45.367400726</c:v>
                </c:pt>
                <c:pt idx="506">
                  <c:v>45.381258407</c:v>
                </c:pt>
                <c:pt idx="507">
                  <c:v>45.394955767</c:v>
                </c:pt>
                <c:pt idx="508">
                  <c:v>45.408365643</c:v>
                </c:pt>
                <c:pt idx="509">
                  <c:v>45.421407486</c:v>
                </c:pt>
                <c:pt idx="510">
                  <c:v>45.434032381</c:v>
                </c:pt>
                <c:pt idx="511">
                  <c:v>45.446214019</c:v>
                </c:pt>
                <c:pt idx="512">
                  <c:v>45.457942466</c:v>
                </c:pt>
                <c:pt idx="513">
                  <c:v>45.469219629</c:v>
                </c:pt>
                <c:pt idx="514">
                  <c:v>45.480055886</c:v>
                </c:pt>
                <c:pt idx="515">
                  <c:v>45.490467566</c:v>
                </c:pt>
                <c:pt idx="516">
                  <c:v>45.500475064</c:v>
                </c:pt>
                <c:pt idx="517">
                  <c:v>45.510101434</c:v>
                </c:pt>
                <c:pt idx="518">
                  <c:v>45.519371333</c:v>
                </c:pt>
                <c:pt idx="519">
                  <c:v>45.528310235</c:v>
                </c:pt>
                <c:pt idx="520">
                  <c:v>45.536943857</c:v>
                </c:pt>
                <c:pt idx="521">
                  <c:v>45.545297726</c:v>
                </c:pt>
                <c:pt idx="522">
                  <c:v>45.553396873</c:v>
                </c:pt>
                <c:pt idx="523">
                  <c:v>45.561265617</c:v>
                </c:pt>
                <c:pt idx="524">
                  <c:v>45.568927406</c:v>
                </c:pt>
                <c:pt idx="525">
                  <c:v>45.576404721</c:v>
                </c:pt>
                <c:pt idx="526">
                  <c:v>45.58311521</c:v>
                </c:pt>
                <c:pt idx="527">
                  <c:v>45.589881106</c:v>
                </c:pt>
                <c:pt idx="528">
                  <c:v>45.593541952</c:v>
                </c:pt>
                <c:pt idx="529">
                  <c:v>45.592793853</c:v>
                </c:pt>
                <c:pt idx="530">
                  <c:v>45.588027992</c:v>
                </c:pt>
                <c:pt idx="531">
                  <c:v>45.579993926</c:v>
                </c:pt>
                <c:pt idx="532">
                  <c:v>45.569368058</c:v>
                </c:pt>
                <c:pt idx="533">
                  <c:v>45.556684003</c:v>
                </c:pt>
                <c:pt idx="534">
                  <c:v>45.542348368</c:v>
                </c:pt>
                <c:pt idx="535">
                  <c:v>45.526668602</c:v>
                </c:pt>
                <c:pt idx="536">
                  <c:v>45.509877325</c:v>
                </c:pt>
                <c:pt idx="537">
                  <c:v>45.492151134</c:v>
                </c:pt>
                <c:pt idx="538">
                  <c:v>45.473624705</c:v>
                </c:pt>
                <c:pt idx="539">
                  <c:v>45.454401268</c:v>
                </c:pt>
                <c:pt idx="540">
                  <c:v>45.434560403</c:v>
                </c:pt>
                <c:pt idx="541">
                  <c:v>45.414163841</c:v>
                </c:pt>
                <c:pt idx="542">
                  <c:v>45.394260651</c:v>
                </c:pt>
                <c:pt idx="543">
                  <c:v>45.379192592</c:v>
                </c:pt>
                <c:pt idx="544">
                  <c:v>45.370884284</c:v>
                </c:pt>
                <c:pt idx="545">
                  <c:v>45.369036825</c:v>
                </c:pt>
                <c:pt idx="546">
                  <c:v>45.372858834</c:v>
                </c:pt>
                <c:pt idx="547">
                  <c:v>45.3815044</c:v>
                </c:pt>
                <c:pt idx="548">
                  <c:v>45.393233213</c:v>
                </c:pt>
                <c:pt idx="549">
                  <c:v>45.406268186</c:v>
                </c:pt>
                <c:pt idx="550">
                  <c:v>45.419764549</c:v>
                </c:pt>
                <c:pt idx="551">
                  <c:v>45.433330407</c:v>
                </c:pt>
                <c:pt idx="552">
                  <c:v>45.446751088</c:v>
                </c:pt>
                <c:pt idx="553">
                  <c:v>45.459894489</c:v>
                </c:pt>
                <c:pt idx="554">
                  <c:v>45.47267687</c:v>
                </c:pt>
                <c:pt idx="555">
                  <c:v>45.485047075</c:v>
                </c:pt>
                <c:pt idx="556">
                  <c:v>45.496977172</c:v>
                </c:pt>
                <c:pt idx="557">
                  <c:v>45.508456053</c:v>
                </c:pt>
                <c:pt idx="558">
                  <c:v>45.519484775</c:v>
                </c:pt>
                <c:pt idx="559">
                  <c:v>45.530073111</c:v>
                </c:pt>
                <c:pt idx="560">
                  <c:v>45.540236967</c:v>
                </c:pt>
                <c:pt idx="561">
                  <c:v>45.549996454</c:v>
                </c:pt>
                <c:pt idx="562">
                  <c:v>45.559374442</c:v>
                </c:pt>
                <c:pt idx="563">
                  <c:v>45.568395477</c:v>
                </c:pt>
                <c:pt idx="564">
                  <c:v>45.577084986</c:v>
                </c:pt>
                <c:pt idx="565">
                  <c:v>45.585468671</c:v>
                </c:pt>
                <c:pt idx="566">
                  <c:v>45.593572082</c:v>
                </c:pt>
                <c:pt idx="567">
                  <c:v>45.601420292</c:v>
                </c:pt>
                <c:pt idx="568">
                  <c:v>45.609037676</c:v>
                </c:pt>
                <c:pt idx="569">
                  <c:v>45.61644775</c:v>
                </c:pt>
                <c:pt idx="570">
                  <c:v>45.623673069</c:v>
                </c:pt>
                <c:pt idx="571">
                  <c:v>45.630735161</c:v>
                </c:pt>
                <c:pt idx="572">
                  <c:v>45.636775714</c:v>
                </c:pt>
                <c:pt idx="573">
                  <c:v>45.640520172</c:v>
                </c:pt>
                <c:pt idx="574">
                  <c:v>45.639875548</c:v>
                </c:pt>
                <c:pt idx="575">
                  <c:v>45.63515759</c:v>
                </c:pt>
                <c:pt idx="576">
                  <c:v>45.627111158</c:v>
                </c:pt>
                <c:pt idx="577">
                  <c:v>45.616423681</c:v>
                </c:pt>
                <c:pt idx="578">
                  <c:v>45.603640479</c:v>
                </c:pt>
                <c:pt idx="579">
                  <c:v>45.589177655</c:v>
                </c:pt>
                <c:pt idx="580">
                  <c:v>45.573349899</c:v>
                </c:pt>
                <c:pt idx="581">
                  <c:v>45.556395254</c:v>
                </c:pt>
                <c:pt idx="582">
                  <c:v>45.53849437</c:v>
                </c:pt>
                <c:pt idx="583">
                  <c:v>45.519784952</c:v>
                </c:pt>
                <c:pt idx="584">
                  <c:v>45.500372506</c:v>
                </c:pt>
                <c:pt idx="585">
                  <c:v>45.480338319</c:v>
                </c:pt>
                <c:pt idx="586">
                  <c:v>45.459745411</c:v>
                </c:pt>
                <c:pt idx="587">
                  <c:v>45.4394124</c:v>
                </c:pt>
                <c:pt idx="588">
                  <c:v>45.423579812</c:v>
                </c:pt>
                <c:pt idx="589">
                  <c:v>45.414468837</c:v>
                </c:pt>
                <c:pt idx="590">
                  <c:v>45.411876966</c:v>
                </c:pt>
                <c:pt idx="591">
                  <c:v>45.415023536</c:v>
                </c:pt>
                <c:pt idx="592">
                  <c:v>45.423082227</c:v>
                </c:pt>
                <c:pt idx="593">
                  <c:v>45.434405714</c:v>
                </c:pt>
                <c:pt idx="594">
                  <c:v>45.447143838</c:v>
                </c:pt>
                <c:pt idx="595">
                  <c:v>45.460391724</c:v>
                </c:pt>
                <c:pt idx="596">
                  <c:v>45.473734098</c:v>
                </c:pt>
                <c:pt idx="597">
                  <c:v>45.486946533</c:v>
                </c:pt>
                <c:pt idx="598">
                  <c:v>45.499891772</c:v>
                </c:pt>
                <c:pt idx="599">
                  <c:v>45.512482781</c:v>
                </c:pt>
                <c:pt idx="600">
                  <c:v>45.524666099</c:v>
                </c:pt>
                <c:pt idx="601">
                  <c:v>45.536412132</c:v>
                </c:pt>
                <c:pt idx="602">
                  <c:v>45.547708566</c:v>
                </c:pt>
                <c:pt idx="603">
                  <c:v>45.558555588</c:v>
                </c:pt>
                <c:pt idx="604">
                  <c:v>45.568962351</c:v>
                </c:pt>
                <c:pt idx="605">
                  <c:v>45.578944326</c:v>
                </c:pt>
                <c:pt idx="606">
                  <c:v>45.588521333</c:v>
                </c:pt>
                <c:pt idx="607">
                  <c:v>45.59771605</c:v>
                </c:pt>
                <c:pt idx="608">
                  <c:v>45.606552918</c:v>
                </c:pt>
                <c:pt idx="609">
                  <c:v>45.615057305</c:v>
                </c:pt>
                <c:pt idx="610">
                  <c:v>45.623254907</c:v>
                </c:pt>
                <c:pt idx="611">
                  <c:v>45.631171293</c:v>
                </c:pt>
                <c:pt idx="612">
                  <c:v>45.63883158</c:v>
                </c:pt>
                <c:pt idx="613">
                  <c:v>45.646260202</c:v>
                </c:pt>
                <c:pt idx="614">
                  <c:v>45.653480744</c:v>
                </c:pt>
                <c:pt idx="615">
                  <c:v>45.660515839</c:v>
                </c:pt>
                <c:pt idx="616">
                  <c:v>45.667387095</c:v>
                </c:pt>
                <c:pt idx="617">
                  <c:v>45.673341117</c:v>
                </c:pt>
                <c:pt idx="618">
                  <c:v>45.67721988</c:v>
                </c:pt>
                <c:pt idx="619">
                  <c:v>45.676741784</c:v>
                </c:pt>
                <c:pt idx="620">
                  <c:v>45.672136686</c:v>
                </c:pt>
                <c:pt idx="621">
                  <c:v>45.664141835</c:v>
                </c:pt>
                <c:pt idx="622">
                  <c:v>45.653455231</c:v>
                </c:pt>
                <c:pt idx="623">
                  <c:v>45.640634031</c:v>
                </c:pt>
                <c:pt idx="624">
                  <c:v>45.626104046</c:v>
                </c:pt>
                <c:pt idx="625">
                  <c:v>45.61018738</c:v>
                </c:pt>
                <c:pt idx="626">
                  <c:v>45.593127639</c:v>
                </c:pt>
                <c:pt idx="627">
                  <c:v>45.575109631</c:v>
                </c:pt>
                <c:pt idx="628">
                  <c:v>45.556274173</c:v>
                </c:pt>
                <c:pt idx="629">
                  <c:v>45.536729099</c:v>
                </c:pt>
                <c:pt idx="630">
                  <c:v>45.516557454</c:v>
                </c:pt>
                <c:pt idx="631">
                  <c:v>45.49582358</c:v>
                </c:pt>
                <c:pt idx="632">
                  <c:v>45.475153093</c:v>
                </c:pt>
                <c:pt idx="633">
                  <c:v>45.458624072</c:v>
                </c:pt>
                <c:pt idx="634">
                  <c:v>45.448761935</c:v>
                </c:pt>
                <c:pt idx="635">
                  <c:v>45.445473586</c:v>
                </c:pt>
                <c:pt idx="636">
                  <c:v>45.44799262</c:v>
                </c:pt>
                <c:pt idx="637">
                  <c:v>45.45550554</c:v>
                </c:pt>
                <c:pt idx="638">
                  <c:v>45.466463008</c:v>
                </c:pt>
                <c:pt idx="639">
                  <c:v>45.478950727</c:v>
                </c:pt>
                <c:pt idx="640">
                  <c:v>45.491999436</c:v>
                </c:pt>
                <c:pt idx="641">
                  <c:v>45.505168542</c:v>
                </c:pt>
                <c:pt idx="642">
                  <c:v>45.518223212</c:v>
                </c:pt>
                <c:pt idx="643">
                  <c:v>45.531020798</c:v>
                </c:pt>
                <c:pt idx="644">
                  <c:v>45.543470867</c:v>
                </c:pt>
                <c:pt idx="645">
                  <c:v>45.555517586</c:v>
                </c:pt>
                <c:pt idx="646">
                  <c:v>45.567129658</c:v>
                </c:pt>
                <c:pt idx="647">
                  <c:v>45.578293528</c:v>
                </c:pt>
                <c:pt idx="648">
                  <c:v>45.589008492</c:v>
                </c:pt>
                <c:pt idx="649">
                  <c:v>45.599283062</c:v>
                </c:pt>
                <c:pt idx="650">
                  <c:v>45.609132267</c:v>
                </c:pt>
                <c:pt idx="651">
                  <c:v>45.618575624</c:v>
                </c:pt>
                <c:pt idx="652">
                  <c:v>45.627635618</c:v>
                </c:pt>
                <c:pt idx="653">
                  <c:v>45.636336571</c:v>
                </c:pt>
                <c:pt idx="654">
                  <c:v>45.6447038</c:v>
                </c:pt>
                <c:pt idx="655">
                  <c:v>45.652762988</c:v>
                </c:pt>
                <c:pt idx="656">
                  <c:v>45.660539724</c:v>
                </c:pt>
                <c:pt idx="657">
                  <c:v>45.668059169</c:v>
                </c:pt>
                <c:pt idx="658">
                  <c:v>45.675345816</c:v>
                </c:pt>
                <c:pt idx="659">
                  <c:v>45.682423323</c:v>
                </c:pt>
                <c:pt idx="660">
                  <c:v>45.689314399</c:v>
                </c:pt>
                <c:pt idx="661">
                  <c:v>45.696040736</c:v>
                </c:pt>
                <c:pt idx="662">
                  <c:v>45.701931096</c:v>
                </c:pt>
                <c:pt idx="663">
                  <c:v>45.705977844</c:v>
                </c:pt>
                <c:pt idx="664">
                  <c:v>45.705713723</c:v>
                </c:pt>
                <c:pt idx="665">
                  <c:v>45.70127147</c:v>
                </c:pt>
                <c:pt idx="666">
                  <c:v>45.693377378</c:v>
                </c:pt>
                <c:pt idx="667">
                  <c:v>45.682739497</c:v>
                </c:pt>
                <c:pt idx="668">
                  <c:v>45.669926929</c:v>
                </c:pt>
                <c:pt idx="669">
                  <c:v>45.655375392</c:v>
                </c:pt>
                <c:pt idx="670">
                  <c:v>45.639414586</c:v>
                </c:pt>
                <c:pt idx="671">
                  <c:v>45.622293822</c:v>
                </c:pt>
                <c:pt idx="672">
                  <c:v>45.604202169</c:v>
                </c:pt>
                <c:pt idx="673">
                  <c:v>45.585283632</c:v>
                </c:pt>
                <c:pt idx="674">
                  <c:v>45.565648441</c:v>
                </c:pt>
                <c:pt idx="675">
                  <c:v>45.545381437</c:v>
                </c:pt>
                <c:pt idx="676">
                  <c:v>45.524548321</c:v>
                </c:pt>
                <c:pt idx="677">
                  <c:v>45.503616565</c:v>
                </c:pt>
                <c:pt idx="678">
                  <c:v>45.486448119</c:v>
                </c:pt>
                <c:pt idx="679">
                  <c:v>45.475873634</c:v>
                </c:pt>
                <c:pt idx="680">
                  <c:v>45.471923554</c:v>
                </c:pt>
                <c:pt idx="681">
                  <c:v>45.473849679</c:v>
                </c:pt>
                <c:pt idx="682">
                  <c:v>45.480845982</c:v>
                </c:pt>
                <c:pt idx="683">
                  <c:v>45.491463031</c:v>
                </c:pt>
                <c:pt idx="684">
                  <c:v>45.503733475</c:v>
                </c:pt>
                <c:pt idx="685">
                  <c:v>45.516619359</c:v>
                </c:pt>
                <c:pt idx="686">
                  <c:v>45.52965264</c:v>
                </c:pt>
                <c:pt idx="687">
                  <c:v>45.542587372</c:v>
                </c:pt>
                <c:pt idx="688">
                  <c:v>45.555275267</c:v>
                </c:pt>
                <c:pt idx="689">
                  <c:v>45.567622372</c:v>
                </c:pt>
                <c:pt idx="690">
                  <c:v>45.57957042</c:v>
                </c:pt>
                <c:pt idx="691">
                  <c:v>45.591086361</c:v>
                </c:pt>
                <c:pt idx="692">
                  <c:v>45.602155368</c:v>
                </c:pt>
                <c:pt idx="693">
                  <c:v>45.612775819</c:v>
                </c:pt>
                <c:pt idx="694">
                  <c:v>45.622955572</c:v>
                </c:pt>
                <c:pt idx="695">
                  <c:v>45.632709198</c:v>
                </c:pt>
                <c:pt idx="696">
                  <c:v>45.642055901</c:v>
                </c:pt>
                <c:pt idx="697">
                  <c:v>45.651017965</c:v>
                </c:pt>
                <c:pt idx="698">
                  <c:v>45.659619593</c:v>
                </c:pt>
                <c:pt idx="699">
                  <c:v>45.667886042</c:v>
                </c:pt>
                <c:pt idx="700">
                  <c:v>45.675842983</c:v>
                </c:pt>
                <c:pt idx="701">
                  <c:v>45.683516024</c:v>
                </c:pt>
                <c:pt idx="702">
                  <c:v>45.690930369</c:v>
                </c:pt>
                <c:pt idx="703">
                  <c:v>45.698110571</c:v>
                </c:pt>
                <c:pt idx="704">
                  <c:v>45.705080358</c:v>
                </c:pt>
                <c:pt idx="705">
                  <c:v>45.711862521</c:v>
                </c:pt>
                <c:pt idx="706">
                  <c:v>45.718478832</c:v>
                </c:pt>
                <c:pt idx="707">
                  <c:v>45.724320457</c:v>
                </c:pt>
                <c:pt idx="708">
                  <c:v>45.7285561</c:v>
                </c:pt>
                <c:pt idx="709">
                  <c:v>45.728542017</c:v>
                </c:pt>
                <c:pt idx="710">
                  <c:v>45.724301846</c:v>
                </c:pt>
                <c:pt idx="711">
                  <c:v>45.716547159</c:v>
                </c:pt>
                <c:pt idx="712">
                  <c:v>45.705995401</c:v>
                </c:pt>
                <c:pt idx="713">
                  <c:v>45.693227705</c:v>
                </c:pt>
                <c:pt idx="714">
                  <c:v>45.678689902</c:v>
                </c:pt>
                <c:pt idx="715">
                  <c:v>45.66271947</c:v>
                </c:pt>
                <c:pt idx="716">
                  <c:v>45.645571564</c:v>
                </c:pt>
                <c:pt idx="717">
                  <c:v>45.627439624</c:v>
                </c:pt>
                <c:pt idx="718">
                  <c:v>45.608470926</c:v>
                </c:pt>
                <c:pt idx="719">
                  <c:v>45.588778149</c:v>
                </c:pt>
                <c:pt idx="720">
                  <c:v>45.568447981</c:v>
                </c:pt>
                <c:pt idx="721">
                  <c:v>45.547547514</c:v>
                </c:pt>
                <c:pt idx="722">
                  <c:v>45.540463346</c:v>
                </c:pt>
              </c:numCache>
            </c:numRef>
          </c:yVal>
        </c:ser>
        <c:ser>
          <c:idx val="3"/>
          <c:order val="3"/>
          <c:tx>
            <c:v>Payload, 10 m²</c:v>
          </c:tx>
          <c:spPr>
            <a:ln xmlns:a="http://schemas.openxmlformats.org/drawingml/2006/main" w="23813">
              <a:solidFill>
                <a:srgbClr val="4675AD"/>
              </a:solidFill>
            </a:ln>
          </c:spPr>
          <c:marker>
            <c:symbol val="none"/>
          </c:marker>
          <c:xVal>
            <c:numRef>
              <c:f>'Chart Data'!$G$2:$G$724</c:f>
              <c:numCache>
                <c:formatCode>General</c:formatCode>
                <c:ptCount val="723"/>
                <c:pt idx="0">
                  <c:v>0</c:v>
                </c:pt>
                <c:pt idx="1">
                  <c:v>0.0333333333333</c:v>
                </c:pt>
                <c:pt idx="2">
                  <c:v>0.0666666666667</c:v>
                </c:pt>
                <c:pt idx="3">
                  <c:v>0.1</c:v>
                </c:pt>
                <c:pt idx="4">
                  <c:v>0.133333333333</c:v>
                </c:pt>
                <c:pt idx="5">
                  <c:v>0.166666666667</c:v>
                </c:pt>
                <c:pt idx="6">
                  <c:v>0.2</c:v>
                </c:pt>
                <c:pt idx="7">
                  <c:v>0.233333333333</c:v>
                </c:pt>
                <c:pt idx="8">
                  <c:v>0.266666666667</c:v>
                </c:pt>
                <c:pt idx="9">
                  <c:v>0.3</c:v>
                </c:pt>
                <c:pt idx="10">
                  <c:v>0.333333333333</c:v>
                </c:pt>
                <c:pt idx="11">
                  <c:v>0.366666666667</c:v>
                </c:pt>
                <c:pt idx="12">
                  <c:v>0.4</c:v>
                </c:pt>
                <c:pt idx="13">
                  <c:v>0.433333333333</c:v>
                </c:pt>
                <c:pt idx="14">
                  <c:v>0.466666666667</c:v>
                </c:pt>
                <c:pt idx="15">
                  <c:v>0.5</c:v>
                </c:pt>
                <c:pt idx="16">
                  <c:v>0.533333333333</c:v>
                </c:pt>
                <c:pt idx="17">
                  <c:v>0.566666666667</c:v>
                </c:pt>
                <c:pt idx="18">
                  <c:v>0.6</c:v>
                </c:pt>
                <c:pt idx="19">
                  <c:v>0.633333333333</c:v>
                </c:pt>
                <c:pt idx="20">
                  <c:v>0.666666666667</c:v>
                </c:pt>
                <c:pt idx="21">
                  <c:v>0.7</c:v>
                </c:pt>
                <c:pt idx="22">
                  <c:v>0.733333333333</c:v>
                </c:pt>
                <c:pt idx="23">
                  <c:v>0.766666666667</c:v>
                </c:pt>
                <c:pt idx="24">
                  <c:v>0.8</c:v>
                </c:pt>
                <c:pt idx="25">
                  <c:v>0.833333333333</c:v>
                </c:pt>
                <c:pt idx="26">
                  <c:v>0.866666666667</c:v>
                </c:pt>
                <c:pt idx="27">
                  <c:v>0.9</c:v>
                </c:pt>
                <c:pt idx="28">
                  <c:v>0.933333333333</c:v>
                </c:pt>
                <c:pt idx="29">
                  <c:v>0.966666666667</c:v>
                </c:pt>
                <c:pt idx="30">
                  <c:v>1</c:v>
                </c:pt>
                <c:pt idx="31">
                  <c:v>1.03055555556</c:v>
                </c:pt>
                <c:pt idx="32">
                  <c:v>1.06388888889</c:v>
                </c:pt>
                <c:pt idx="33">
                  <c:v>1.09722222222</c:v>
                </c:pt>
                <c:pt idx="34">
                  <c:v>1.13055555556</c:v>
                </c:pt>
                <c:pt idx="35">
                  <c:v>1.16388888889</c:v>
                </c:pt>
                <c:pt idx="36">
                  <c:v>1.19722222222</c:v>
                </c:pt>
                <c:pt idx="37">
                  <c:v>1.23055555556</c:v>
                </c:pt>
                <c:pt idx="38">
                  <c:v>1.26388888889</c:v>
                </c:pt>
                <c:pt idx="39">
                  <c:v>1.29722222222</c:v>
                </c:pt>
                <c:pt idx="40">
                  <c:v>1.33055555556</c:v>
                </c:pt>
                <c:pt idx="41">
                  <c:v>1.36388888889</c:v>
                </c:pt>
                <c:pt idx="42">
                  <c:v>1.39722222222</c:v>
                </c:pt>
                <c:pt idx="43">
                  <c:v>1.43055555556</c:v>
                </c:pt>
                <c:pt idx="44">
                  <c:v>1.46388888889</c:v>
                </c:pt>
                <c:pt idx="45">
                  <c:v>1.49722222222</c:v>
                </c:pt>
                <c:pt idx="46">
                  <c:v>1.53055555556</c:v>
                </c:pt>
                <c:pt idx="47">
                  <c:v>1.56388888889</c:v>
                </c:pt>
                <c:pt idx="48">
                  <c:v>1.59722222222</c:v>
                </c:pt>
                <c:pt idx="49">
                  <c:v>1.63055555556</c:v>
                </c:pt>
                <c:pt idx="50">
                  <c:v>1.66388888889</c:v>
                </c:pt>
                <c:pt idx="51">
                  <c:v>1.69722222222</c:v>
                </c:pt>
                <c:pt idx="52">
                  <c:v>1.73055555556</c:v>
                </c:pt>
                <c:pt idx="53">
                  <c:v>1.76388888889</c:v>
                </c:pt>
                <c:pt idx="54">
                  <c:v>1.79722222222</c:v>
                </c:pt>
                <c:pt idx="55">
                  <c:v>1.83055555556</c:v>
                </c:pt>
                <c:pt idx="56">
                  <c:v>1.86388888889</c:v>
                </c:pt>
                <c:pt idx="57">
                  <c:v>1.89722222222</c:v>
                </c:pt>
                <c:pt idx="58">
                  <c:v>1.93055555556</c:v>
                </c:pt>
                <c:pt idx="59">
                  <c:v>1.96388888889</c:v>
                </c:pt>
                <c:pt idx="60">
                  <c:v>1.99722222222</c:v>
                </c:pt>
                <c:pt idx="61">
                  <c:v>2.03055555556</c:v>
                </c:pt>
                <c:pt idx="62">
                  <c:v>2.06388888889</c:v>
                </c:pt>
                <c:pt idx="63">
                  <c:v>2.09722222222</c:v>
                </c:pt>
                <c:pt idx="64">
                  <c:v>2.13055555556</c:v>
                </c:pt>
                <c:pt idx="65">
                  <c:v>2.16388888889</c:v>
                </c:pt>
                <c:pt idx="66">
                  <c:v>2.19722222222</c:v>
                </c:pt>
                <c:pt idx="67">
                  <c:v>2.23055555556</c:v>
                </c:pt>
                <c:pt idx="68">
                  <c:v>2.26388888889</c:v>
                </c:pt>
                <c:pt idx="69">
                  <c:v>2.29722222222</c:v>
                </c:pt>
                <c:pt idx="70">
                  <c:v>2.33055555556</c:v>
                </c:pt>
                <c:pt idx="71">
                  <c:v>2.36388888889</c:v>
                </c:pt>
                <c:pt idx="72">
                  <c:v>2.39722222222</c:v>
                </c:pt>
                <c:pt idx="73">
                  <c:v>2.43055555556</c:v>
                </c:pt>
                <c:pt idx="74">
                  <c:v>2.46388888889</c:v>
                </c:pt>
                <c:pt idx="75">
                  <c:v>2.49722222222</c:v>
                </c:pt>
                <c:pt idx="76">
                  <c:v>2.52777777778</c:v>
                </c:pt>
                <c:pt idx="77">
                  <c:v>2.56111111111</c:v>
                </c:pt>
                <c:pt idx="78">
                  <c:v>2.59444444444</c:v>
                </c:pt>
                <c:pt idx="79">
                  <c:v>2.62777777778</c:v>
                </c:pt>
                <c:pt idx="80">
                  <c:v>2.66111111111</c:v>
                </c:pt>
                <c:pt idx="81">
                  <c:v>2.69444444444</c:v>
                </c:pt>
                <c:pt idx="82">
                  <c:v>2.72777777778</c:v>
                </c:pt>
                <c:pt idx="83">
                  <c:v>2.76111111111</c:v>
                </c:pt>
                <c:pt idx="84">
                  <c:v>2.79444444444</c:v>
                </c:pt>
                <c:pt idx="85">
                  <c:v>2.82777777778</c:v>
                </c:pt>
                <c:pt idx="86">
                  <c:v>2.86111111111</c:v>
                </c:pt>
                <c:pt idx="87">
                  <c:v>2.89444444444</c:v>
                </c:pt>
                <c:pt idx="88">
                  <c:v>2.92777777778</c:v>
                </c:pt>
                <c:pt idx="89">
                  <c:v>2.96111111111</c:v>
                </c:pt>
                <c:pt idx="90">
                  <c:v>2.99444444444</c:v>
                </c:pt>
                <c:pt idx="91">
                  <c:v>3.02777777778</c:v>
                </c:pt>
                <c:pt idx="92">
                  <c:v>3.06111111111</c:v>
                </c:pt>
                <c:pt idx="93">
                  <c:v>3.09444444444</c:v>
                </c:pt>
                <c:pt idx="94">
                  <c:v>3.12777777778</c:v>
                </c:pt>
                <c:pt idx="95">
                  <c:v>3.16111111111</c:v>
                </c:pt>
                <c:pt idx="96">
                  <c:v>3.19444444444</c:v>
                </c:pt>
                <c:pt idx="97">
                  <c:v>3.22777777778</c:v>
                </c:pt>
                <c:pt idx="98">
                  <c:v>3.26111111111</c:v>
                </c:pt>
                <c:pt idx="99">
                  <c:v>3.29444444444</c:v>
                </c:pt>
                <c:pt idx="100">
                  <c:v>3.32777777778</c:v>
                </c:pt>
                <c:pt idx="101">
                  <c:v>3.36111111111</c:v>
                </c:pt>
                <c:pt idx="102">
                  <c:v>3.39444444444</c:v>
                </c:pt>
                <c:pt idx="103">
                  <c:v>3.42777777778</c:v>
                </c:pt>
                <c:pt idx="104">
                  <c:v>3.46111111111</c:v>
                </c:pt>
                <c:pt idx="105">
                  <c:v>3.49444444444</c:v>
                </c:pt>
                <c:pt idx="106">
                  <c:v>3.52777777778</c:v>
                </c:pt>
                <c:pt idx="107">
                  <c:v>3.56111111111</c:v>
                </c:pt>
                <c:pt idx="108">
                  <c:v>3.59444444444</c:v>
                </c:pt>
                <c:pt idx="109">
                  <c:v>3.62777777778</c:v>
                </c:pt>
                <c:pt idx="110">
                  <c:v>3.66111111111</c:v>
                </c:pt>
                <c:pt idx="111">
                  <c:v>3.69444444444</c:v>
                </c:pt>
                <c:pt idx="112">
                  <c:v>3.72777777778</c:v>
                </c:pt>
                <c:pt idx="113">
                  <c:v>3.76111111111</c:v>
                </c:pt>
                <c:pt idx="114">
                  <c:v>3.79444444444</c:v>
                </c:pt>
                <c:pt idx="115">
                  <c:v>3.82777777778</c:v>
                </c:pt>
                <c:pt idx="116">
                  <c:v>3.86111111111</c:v>
                </c:pt>
                <c:pt idx="117">
                  <c:v>3.89444444444</c:v>
                </c:pt>
                <c:pt idx="118">
                  <c:v>3.92777777778</c:v>
                </c:pt>
                <c:pt idx="119">
                  <c:v>3.96111111111</c:v>
                </c:pt>
                <c:pt idx="120">
                  <c:v>3.99444444444</c:v>
                </c:pt>
                <c:pt idx="121">
                  <c:v>4.025</c:v>
                </c:pt>
                <c:pt idx="122">
                  <c:v>4.05833333333</c:v>
                </c:pt>
                <c:pt idx="123">
                  <c:v>4.09166666667</c:v>
                </c:pt>
                <c:pt idx="124">
                  <c:v>4.125</c:v>
                </c:pt>
                <c:pt idx="125">
                  <c:v>4.15833333333</c:v>
                </c:pt>
                <c:pt idx="126">
                  <c:v>4.19166666667</c:v>
                </c:pt>
                <c:pt idx="127">
                  <c:v>4.225</c:v>
                </c:pt>
                <c:pt idx="128">
                  <c:v>4.25833333333</c:v>
                </c:pt>
                <c:pt idx="129">
                  <c:v>4.29166666667</c:v>
                </c:pt>
                <c:pt idx="130">
                  <c:v>4.325</c:v>
                </c:pt>
                <c:pt idx="131">
                  <c:v>4.35833333333</c:v>
                </c:pt>
                <c:pt idx="132">
                  <c:v>4.39166666667</c:v>
                </c:pt>
                <c:pt idx="133">
                  <c:v>4.425</c:v>
                </c:pt>
                <c:pt idx="134">
                  <c:v>4.45833333333</c:v>
                </c:pt>
                <c:pt idx="135">
                  <c:v>4.49166666667</c:v>
                </c:pt>
                <c:pt idx="136">
                  <c:v>4.525</c:v>
                </c:pt>
                <c:pt idx="137">
                  <c:v>4.55833333333</c:v>
                </c:pt>
                <c:pt idx="138">
                  <c:v>4.59166666667</c:v>
                </c:pt>
                <c:pt idx="139">
                  <c:v>4.625</c:v>
                </c:pt>
                <c:pt idx="140">
                  <c:v>4.65833333333</c:v>
                </c:pt>
                <c:pt idx="141">
                  <c:v>4.69166666667</c:v>
                </c:pt>
                <c:pt idx="142">
                  <c:v>4.725</c:v>
                </c:pt>
                <c:pt idx="143">
                  <c:v>4.75833333333</c:v>
                </c:pt>
                <c:pt idx="144">
                  <c:v>4.79166666667</c:v>
                </c:pt>
                <c:pt idx="145">
                  <c:v>4.825</c:v>
                </c:pt>
                <c:pt idx="146">
                  <c:v>4.85833333333</c:v>
                </c:pt>
                <c:pt idx="147">
                  <c:v>4.89166666667</c:v>
                </c:pt>
                <c:pt idx="148">
                  <c:v>4.925</c:v>
                </c:pt>
                <c:pt idx="149">
                  <c:v>4.95833333333</c:v>
                </c:pt>
                <c:pt idx="150">
                  <c:v>4.99166666667</c:v>
                </c:pt>
                <c:pt idx="151">
                  <c:v>5.025</c:v>
                </c:pt>
                <c:pt idx="152">
                  <c:v>5.05833333333</c:v>
                </c:pt>
                <c:pt idx="153">
                  <c:v>5.09166666667</c:v>
                </c:pt>
                <c:pt idx="154">
                  <c:v>5.125</c:v>
                </c:pt>
                <c:pt idx="155">
                  <c:v>5.15833333333</c:v>
                </c:pt>
                <c:pt idx="156">
                  <c:v>5.19166666667</c:v>
                </c:pt>
                <c:pt idx="157">
                  <c:v>5.225</c:v>
                </c:pt>
                <c:pt idx="158">
                  <c:v>5.25833333333</c:v>
                </c:pt>
                <c:pt idx="159">
                  <c:v>5.29166666667</c:v>
                </c:pt>
                <c:pt idx="160">
                  <c:v>5.325</c:v>
                </c:pt>
                <c:pt idx="161">
                  <c:v>5.35833333333</c:v>
                </c:pt>
                <c:pt idx="162">
                  <c:v>5.39166666667</c:v>
                </c:pt>
                <c:pt idx="163">
                  <c:v>5.425</c:v>
                </c:pt>
                <c:pt idx="164">
                  <c:v>5.45833333333</c:v>
                </c:pt>
                <c:pt idx="165">
                  <c:v>5.49166666667</c:v>
                </c:pt>
                <c:pt idx="166">
                  <c:v>5.52222222222</c:v>
                </c:pt>
                <c:pt idx="167">
                  <c:v>5.55555555556</c:v>
                </c:pt>
                <c:pt idx="168">
                  <c:v>5.58888888889</c:v>
                </c:pt>
                <c:pt idx="169">
                  <c:v>5.62222222222</c:v>
                </c:pt>
                <c:pt idx="170">
                  <c:v>5.65555555556</c:v>
                </c:pt>
                <c:pt idx="171">
                  <c:v>5.68888888889</c:v>
                </c:pt>
                <c:pt idx="172">
                  <c:v>5.72222222222</c:v>
                </c:pt>
                <c:pt idx="173">
                  <c:v>5.75555555556</c:v>
                </c:pt>
                <c:pt idx="174">
                  <c:v>5.78888888889</c:v>
                </c:pt>
                <c:pt idx="175">
                  <c:v>5.82222222222</c:v>
                </c:pt>
                <c:pt idx="176">
                  <c:v>5.85555555556</c:v>
                </c:pt>
                <c:pt idx="177">
                  <c:v>5.88888888889</c:v>
                </c:pt>
                <c:pt idx="178">
                  <c:v>5.92222222222</c:v>
                </c:pt>
                <c:pt idx="179">
                  <c:v>5.95555555556</c:v>
                </c:pt>
                <c:pt idx="180">
                  <c:v>5.98888888889</c:v>
                </c:pt>
                <c:pt idx="181">
                  <c:v>6.02222222222</c:v>
                </c:pt>
                <c:pt idx="182">
                  <c:v>6.05555555556</c:v>
                </c:pt>
                <c:pt idx="183">
                  <c:v>6.08888888889</c:v>
                </c:pt>
                <c:pt idx="184">
                  <c:v>6.12222222222</c:v>
                </c:pt>
                <c:pt idx="185">
                  <c:v>6.15555555556</c:v>
                </c:pt>
                <c:pt idx="186">
                  <c:v>6.18888888889</c:v>
                </c:pt>
                <c:pt idx="187">
                  <c:v>6.22222222222</c:v>
                </c:pt>
                <c:pt idx="188">
                  <c:v>6.25555555556</c:v>
                </c:pt>
                <c:pt idx="189">
                  <c:v>6.28888888889</c:v>
                </c:pt>
                <c:pt idx="190">
                  <c:v>6.32222222222</c:v>
                </c:pt>
                <c:pt idx="191">
                  <c:v>6.35555555556</c:v>
                </c:pt>
                <c:pt idx="192">
                  <c:v>6.38888888889</c:v>
                </c:pt>
                <c:pt idx="193">
                  <c:v>6.42222222222</c:v>
                </c:pt>
                <c:pt idx="194">
                  <c:v>6.45555555556</c:v>
                </c:pt>
                <c:pt idx="195">
                  <c:v>6.48888888889</c:v>
                </c:pt>
                <c:pt idx="196">
                  <c:v>6.52222222222</c:v>
                </c:pt>
                <c:pt idx="197">
                  <c:v>6.55555555556</c:v>
                </c:pt>
                <c:pt idx="198">
                  <c:v>6.58888888889</c:v>
                </c:pt>
                <c:pt idx="199">
                  <c:v>6.62222222222</c:v>
                </c:pt>
                <c:pt idx="200">
                  <c:v>6.65555555556</c:v>
                </c:pt>
                <c:pt idx="201">
                  <c:v>6.68888888889</c:v>
                </c:pt>
                <c:pt idx="202">
                  <c:v>6.72222222222</c:v>
                </c:pt>
                <c:pt idx="203">
                  <c:v>6.75555555556</c:v>
                </c:pt>
                <c:pt idx="204">
                  <c:v>6.78888888889</c:v>
                </c:pt>
                <c:pt idx="205">
                  <c:v>6.82222222222</c:v>
                </c:pt>
                <c:pt idx="206">
                  <c:v>6.85555555556</c:v>
                </c:pt>
                <c:pt idx="207">
                  <c:v>6.88888888889</c:v>
                </c:pt>
                <c:pt idx="208">
                  <c:v>6.92222222222</c:v>
                </c:pt>
                <c:pt idx="209">
                  <c:v>6.95555555556</c:v>
                </c:pt>
                <c:pt idx="210">
                  <c:v>6.98888888889</c:v>
                </c:pt>
                <c:pt idx="211">
                  <c:v>7.01944444444</c:v>
                </c:pt>
                <c:pt idx="212">
                  <c:v>7.05277777778</c:v>
                </c:pt>
                <c:pt idx="213">
                  <c:v>7.08611111111</c:v>
                </c:pt>
                <c:pt idx="214">
                  <c:v>7.11944444444</c:v>
                </c:pt>
                <c:pt idx="215">
                  <c:v>7.15277777778</c:v>
                </c:pt>
                <c:pt idx="216">
                  <c:v>7.18611111111</c:v>
                </c:pt>
                <c:pt idx="217">
                  <c:v>7.21944444444</c:v>
                </c:pt>
                <c:pt idx="218">
                  <c:v>7.25277777778</c:v>
                </c:pt>
                <c:pt idx="219">
                  <c:v>7.28611111111</c:v>
                </c:pt>
                <c:pt idx="220">
                  <c:v>7.31944444444</c:v>
                </c:pt>
                <c:pt idx="221">
                  <c:v>7.35277777778</c:v>
                </c:pt>
                <c:pt idx="222">
                  <c:v>7.38611111111</c:v>
                </c:pt>
                <c:pt idx="223">
                  <c:v>7.41944444444</c:v>
                </c:pt>
                <c:pt idx="224">
                  <c:v>7.45277777778</c:v>
                </c:pt>
                <c:pt idx="225">
                  <c:v>7.48611111111</c:v>
                </c:pt>
                <c:pt idx="226">
                  <c:v>7.51944444444</c:v>
                </c:pt>
                <c:pt idx="227">
                  <c:v>7.55277777778</c:v>
                </c:pt>
                <c:pt idx="228">
                  <c:v>7.58611111111</c:v>
                </c:pt>
                <c:pt idx="229">
                  <c:v>7.61944444444</c:v>
                </c:pt>
                <c:pt idx="230">
                  <c:v>7.65277777778</c:v>
                </c:pt>
                <c:pt idx="231">
                  <c:v>7.68611111111</c:v>
                </c:pt>
                <c:pt idx="232">
                  <c:v>7.71944444444</c:v>
                </c:pt>
                <c:pt idx="233">
                  <c:v>7.75277777778</c:v>
                </c:pt>
                <c:pt idx="234">
                  <c:v>7.78611111111</c:v>
                </c:pt>
                <c:pt idx="235">
                  <c:v>7.81944444444</c:v>
                </c:pt>
                <c:pt idx="236">
                  <c:v>7.85277777778</c:v>
                </c:pt>
                <c:pt idx="237">
                  <c:v>7.88611111111</c:v>
                </c:pt>
                <c:pt idx="238">
                  <c:v>7.91944444444</c:v>
                </c:pt>
                <c:pt idx="239">
                  <c:v>7.95277777778</c:v>
                </c:pt>
                <c:pt idx="240">
                  <c:v>7.98611111111</c:v>
                </c:pt>
                <c:pt idx="241">
                  <c:v>8.01944444444</c:v>
                </c:pt>
                <c:pt idx="242">
                  <c:v>8.05277777778</c:v>
                </c:pt>
                <c:pt idx="243">
                  <c:v>8.08611111111</c:v>
                </c:pt>
                <c:pt idx="244">
                  <c:v>8.11944444444</c:v>
                </c:pt>
                <c:pt idx="245">
                  <c:v>8.15277777778</c:v>
                </c:pt>
                <c:pt idx="246">
                  <c:v>8.18611111111</c:v>
                </c:pt>
                <c:pt idx="247">
                  <c:v>8.21944444444</c:v>
                </c:pt>
                <c:pt idx="248">
                  <c:v>8.25277777778</c:v>
                </c:pt>
                <c:pt idx="249">
                  <c:v>8.28611111111</c:v>
                </c:pt>
                <c:pt idx="250">
                  <c:v>8.31944444444</c:v>
                </c:pt>
                <c:pt idx="251">
                  <c:v>8.35277777778</c:v>
                </c:pt>
                <c:pt idx="252">
                  <c:v>8.38611111111</c:v>
                </c:pt>
                <c:pt idx="253">
                  <c:v>8.41944444444</c:v>
                </c:pt>
                <c:pt idx="254">
                  <c:v>8.45277777778</c:v>
                </c:pt>
                <c:pt idx="255">
                  <c:v>8.48611111111</c:v>
                </c:pt>
                <c:pt idx="256">
                  <c:v>8.51666666667</c:v>
                </c:pt>
                <c:pt idx="257">
                  <c:v>8.55</c:v>
                </c:pt>
                <c:pt idx="258">
                  <c:v>8.58333333333</c:v>
                </c:pt>
                <c:pt idx="259">
                  <c:v>8.61666666667</c:v>
                </c:pt>
                <c:pt idx="260">
                  <c:v>8.65</c:v>
                </c:pt>
                <c:pt idx="261">
                  <c:v>8.68333333333</c:v>
                </c:pt>
                <c:pt idx="262">
                  <c:v>8.71666666667</c:v>
                </c:pt>
                <c:pt idx="263">
                  <c:v>8.75</c:v>
                </c:pt>
                <c:pt idx="264">
                  <c:v>8.78333333333</c:v>
                </c:pt>
                <c:pt idx="265">
                  <c:v>8.81666666667</c:v>
                </c:pt>
                <c:pt idx="266">
                  <c:v>8.85</c:v>
                </c:pt>
                <c:pt idx="267">
                  <c:v>8.88333333333</c:v>
                </c:pt>
                <c:pt idx="268">
                  <c:v>8.91666666667</c:v>
                </c:pt>
                <c:pt idx="269">
                  <c:v>8.95</c:v>
                </c:pt>
                <c:pt idx="270">
                  <c:v>8.98333333333</c:v>
                </c:pt>
                <c:pt idx="271">
                  <c:v>9.01666666667</c:v>
                </c:pt>
                <c:pt idx="272">
                  <c:v>9.05</c:v>
                </c:pt>
                <c:pt idx="273">
                  <c:v>9.08333333333</c:v>
                </c:pt>
                <c:pt idx="274">
                  <c:v>9.11666666667</c:v>
                </c:pt>
                <c:pt idx="275">
                  <c:v>9.15</c:v>
                </c:pt>
                <c:pt idx="276">
                  <c:v>9.18333333333</c:v>
                </c:pt>
                <c:pt idx="277">
                  <c:v>9.21666666667</c:v>
                </c:pt>
                <c:pt idx="278">
                  <c:v>9.25</c:v>
                </c:pt>
                <c:pt idx="279">
                  <c:v>9.28333333333</c:v>
                </c:pt>
                <c:pt idx="280">
                  <c:v>9.31666666667</c:v>
                </c:pt>
                <c:pt idx="281">
                  <c:v>9.35</c:v>
                </c:pt>
                <c:pt idx="282">
                  <c:v>9.38333333333</c:v>
                </c:pt>
                <c:pt idx="283">
                  <c:v>9.41666666667</c:v>
                </c:pt>
                <c:pt idx="284">
                  <c:v>9.45</c:v>
                </c:pt>
                <c:pt idx="285">
                  <c:v>9.48333333333</c:v>
                </c:pt>
                <c:pt idx="286">
                  <c:v>9.51666666667</c:v>
                </c:pt>
                <c:pt idx="287">
                  <c:v>9.55</c:v>
                </c:pt>
                <c:pt idx="288">
                  <c:v>9.58333333333</c:v>
                </c:pt>
                <c:pt idx="289">
                  <c:v>9.61666666667</c:v>
                </c:pt>
                <c:pt idx="290">
                  <c:v>9.65</c:v>
                </c:pt>
                <c:pt idx="291">
                  <c:v>9.68333333333</c:v>
                </c:pt>
                <c:pt idx="292">
                  <c:v>9.71666666667</c:v>
                </c:pt>
                <c:pt idx="293">
                  <c:v>9.75</c:v>
                </c:pt>
                <c:pt idx="294">
                  <c:v>9.78333333333</c:v>
                </c:pt>
                <c:pt idx="295">
                  <c:v>9.81666666667</c:v>
                </c:pt>
                <c:pt idx="296">
                  <c:v>9.85</c:v>
                </c:pt>
                <c:pt idx="297">
                  <c:v>9.88333333333</c:v>
                </c:pt>
                <c:pt idx="298">
                  <c:v>9.91666666667</c:v>
                </c:pt>
                <c:pt idx="299">
                  <c:v>9.95</c:v>
                </c:pt>
                <c:pt idx="300">
                  <c:v>9.98333333333</c:v>
                </c:pt>
                <c:pt idx="301">
                  <c:v>10.0138888889</c:v>
                </c:pt>
                <c:pt idx="302">
                  <c:v>10.0472222222</c:v>
                </c:pt>
                <c:pt idx="303">
                  <c:v>10.0805555556</c:v>
                </c:pt>
                <c:pt idx="304">
                  <c:v>10.1138888889</c:v>
                </c:pt>
                <c:pt idx="305">
                  <c:v>10.1472222222</c:v>
                </c:pt>
                <c:pt idx="306">
                  <c:v>10.1805555556</c:v>
                </c:pt>
                <c:pt idx="307">
                  <c:v>10.2138888889</c:v>
                </c:pt>
                <c:pt idx="308">
                  <c:v>10.2472222222</c:v>
                </c:pt>
                <c:pt idx="309">
                  <c:v>10.2805555556</c:v>
                </c:pt>
                <c:pt idx="310">
                  <c:v>10.3138888889</c:v>
                </c:pt>
                <c:pt idx="311">
                  <c:v>10.3472222222</c:v>
                </c:pt>
                <c:pt idx="312">
                  <c:v>10.3805555556</c:v>
                </c:pt>
                <c:pt idx="313">
                  <c:v>10.4138888889</c:v>
                </c:pt>
                <c:pt idx="314">
                  <c:v>10.4472222222</c:v>
                </c:pt>
                <c:pt idx="315">
                  <c:v>10.4805555556</c:v>
                </c:pt>
                <c:pt idx="316">
                  <c:v>10.5138888889</c:v>
                </c:pt>
                <c:pt idx="317">
                  <c:v>10.5472222222</c:v>
                </c:pt>
                <c:pt idx="318">
                  <c:v>10.5805555556</c:v>
                </c:pt>
                <c:pt idx="319">
                  <c:v>10.6138888889</c:v>
                </c:pt>
                <c:pt idx="320">
                  <c:v>10.6472222222</c:v>
                </c:pt>
                <c:pt idx="321">
                  <c:v>10.6805555556</c:v>
                </c:pt>
                <c:pt idx="322">
                  <c:v>10.7138888889</c:v>
                </c:pt>
                <c:pt idx="323">
                  <c:v>10.7472222222</c:v>
                </c:pt>
                <c:pt idx="324">
                  <c:v>10.7805555556</c:v>
                </c:pt>
                <c:pt idx="325">
                  <c:v>10.8138888889</c:v>
                </c:pt>
                <c:pt idx="326">
                  <c:v>10.8472222222</c:v>
                </c:pt>
                <c:pt idx="327">
                  <c:v>10.8805555556</c:v>
                </c:pt>
                <c:pt idx="328">
                  <c:v>10.9138888889</c:v>
                </c:pt>
                <c:pt idx="329">
                  <c:v>10.9472222222</c:v>
                </c:pt>
                <c:pt idx="330">
                  <c:v>10.9805555556</c:v>
                </c:pt>
                <c:pt idx="331">
                  <c:v>11.0138888889</c:v>
                </c:pt>
                <c:pt idx="332">
                  <c:v>11.0472222222</c:v>
                </c:pt>
                <c:pt idx="333">
                  <c:v>11.0805555556</c:v>
                </c:pt>
                <c:pt idx="334">
                  <c:v>11.1138888889</c:v>
                </c:pt>
                <c:pt idx="335">
                  <c:v>11.1472222222</c:v>
                </c:pt>
                <c:pt idx="336">
                  <c:v>11.1805555556</c:v>
                </c:pt>
                <c:pt idx="337">
                  <c:v>11.2138888889</c:v>
                </c:pt>
                <c:pt idx="338">
                  <c:v>11.2472222222</c:v>
                </c:pt>
                <c:pt idx="339">
                  <c:v>11.2805555556</c:v>
                </c:pt>
                <c:pt idx="340">
                  <c:v>11.3138888889</c:v>
                </c:pt>
                <c:pt idx="341">
                  <c:v>11.3472222222</c:v>
                </c:pt>
                <c:pt idx="342">
                  <c:v>11.3805555556</c:v>
                </c:pt>
                <c:pt idx="343">
                  <c:v>11.4138888889</c:v>
                </c:pt>
                <c:pt idx="344">
                  <c:v>11.4472222222</c:v>
                </c:pt>
                <c:pt idx="345">
                  <c:v>11.4805555556</c:v>
                </c:pt>
                <c:pt idx="346">
                  <c:v>11.5111111111</c:v>
                </c:pt>
                <c:pt idx="347">
                  <c:v>11.5444444444</c:v>
                </c:pt>
                <c:pt idx="348">
                  <c:v>11.5777777778</c:v>
                </c:pt>
                <c:pt idx="349">
                  <c:v>11.6111111111</c:v>
                </c:pt>
                <c:pt idx="350">
                  <c:v>11.6444444444</c:v>
                </c:pt>
                <c:pt idx="351">
                  <c:v>11.6777777778</c:v>
                </c:pt>
                <c:pt idx="352">
                  <c:v>11.7111111111</c:v>
                </c:pt>
                <c:pt idx="353">
                  <c:v>11.7444444444</c:v>
                </c:pt>
                <c:pt idx="354">
                  <c:v>11.7777777778</c:v>
                </c:pt>
                <c:pt idx="355">
                  <c:v>11.8111111111</c:v>
                </c:pt>
                <c:pt idx="356">
                  <c:v>11.8444444444</c:v>
                </c:pt>
                <c:pt idx="357">
                  <c:v>11.8777777778</c:v>
                </c:pt>
                <c:pt idx="358">
                  <c:v>11.9111111111</c:v>
                </c:pt>
                <c:pt idx="359">
                  <c:v>11.9444444444</c:v>
                </c:pt>
                <c:pt idx="360">
                  <c:v>11.9777777778</c:v>
                </c:pt>
                <c:pt idx="361">
                  <c:v>12.0111111111</c:v>
                </c:pt>
                <c:pt idx="362">
                  <c:v>12.0444444444</c:v>
                </c:pt>
                <c:pt idx="363">
                  <c:v>12.0777777778</c:v>
                </c:pt>
                <c:pt idx="364">
                  <c:v>12.1111111111</c:v>
                </c:pt>
                <c:pt idx="365">
                  <c:v>12.1444444444</c:v>
                </c:pt>
                <c:pt idx="366">
                  <c:v>12.1777777778</c:v>
                </c:pt>
                <c:pt idx="367">
                  <c:v>12.2111111111</c:v>
                </c:pt>
                <c:pt idx="368">
                  <c:v>12.2444444444</c:v>
                </c:pt>
                <c:pt idx="369">
                  <c:v>12.2777777778</c:v>
                </c:pt>
                <c:pt idx="370">
                  <c:v>12.3111111111</c:v>
                </c:pt>
                <c:pt idx="371">
                  <c:v>12.3444444444</c:v>
                </c:pt>
                <c:pt idx="372">
                  <c:v>12.3777777778</c:v>
                </c:pt>
                <c:pt idx="373">
                  <c:v>12.4111111111</c:v>
                </c:pt>
                <c:pt idx="374">
                  <c:v>12.4444444444</c:v>
                </c:pt>
                <c:pt idx="375">
                  <c:v>12.4777777778</c:v>
                </c:pt>
                <c:pt idx="376">
                  <c:v>12.5111111111</c:v>
                </c:pt>
                <c:pt idx="377">
                  <c:v>12.5444444444</c:v>
                </c:pt>
                <c:pt idx="378">
                  <c:v>12.5777777778</c:v>
                </c:pt>
                <c:pt idx="379">
                  <c:v>12.6111111111</c:v>
                </c:pt>
                <c:pt idx="380">
                  <c:v>12.6444444444</c:v>
                </c:pt>
                <c:pt idx="381">
                  <c:v>12.6777777778</c:v>
                </c:pt>
                <c:pt idx="382">
                  <c:v>12.7111111111</c:v>
                </c:pt>
                <c:pt idx="383">
                  <c:v>12.7444444444</c:v>
                </c:pt>
                <c:pt idx="384">
                  <c:v>12.7777777778</c:v>
                </c:pt>
                <c:pt idx="385">
                  <c:v>12.8111111111</c:v>
                </c:pt>
                <c:pt idx="386">
                  <c:v>12.8444444444</c:v>
                </c:pt>
                <c:pt idx="387">
                  <c:v>12.8777777778</c:v>
                </c:pt>
                <c:pt idx="388">
                  <c:v>12.9111111111</c:v>
                </c:pt>
                <c:pt idx="389">
                  <c:v>12.9444444444</c:v>
                </c:pt>
                <c:pt idx="390">
                  <c:v>12.9777777778</c:v>
                </c:pt>
                <c:pt idx="391">
                  <c:v>13.0083333333</c:v>
                </c:pt>
                <c:pt idx="392">
                  <c:v>13.0416666667</c:v>
                </c:pt>
                <c:pt idx="393">
                  <c:v>13.075</c:v>
                </c:pt>
                <c:pt idx="394">
                  <c:v>13.1083333333</c:v>
                </c:pt>
                <c:pt idx="395">
                  <c:v>13.1416666667</c:v>
                </c:pt>
                <c:pt idx="396">
                  <c:v>13.175</c:v>
                </c:pt>
                <c:pt idx="397">
                  <c:v>13.2083333333</c:v>
                </c:pt>
                <c:pt idx="398">
                  <c:v>13.2416666667</c:v>
                </c:pt>
                <c:pt idx="399">
                  <c:v>13.275</c:v>
                </c:pt>
                <c:pt idx="400">
                  <c:v>13.3083333333</c:v>
                </c:pt>
                <c:pt idx="401">
                  <c:v>13.3416666667</c:v>
                </c:pt>
                <c:pt idx="402">
                  <c:v>13.375</c:v>
                </c:pt>
                <c:pt idx="403">
                  <c:v>13.4083333333</c:v>
                </c:pt>
                <c:pt idx="404">
                  <c:v>13.4416666667</c:v>
                </c:pt>
                <c:pt idx="405">
                  <c:v>13.475</c:v>
                </c:pt>
                <c:pt idx="406">
                  <c:v>13.5083333333</c:v>
                </c:pt>
                <c:pt idx="407">
                  <c:v>13.5416666667</c:v>
                </c:pt>
                <c:pt idx="408">
                  <c:v>13.575</c:v>
                </c:pt>
                <c:pt idx="409">
                  <c:v>13.6083333333</c:v>
                </c:pt>
                <c:pt idx="410">
                  <c:v>13.6416666667</c:v>
                </c:pt>
                <c:pt idx="411">
                  <c:v>13.675</c:v>
                </c:pt>
                <c:pt idx="412">
                  <c:v>13.7083333333</c:v>
                </c:pt>
                <c:pt idx="413">
                  <c:v>13.7416666667</c:v>
                </c:pt>
                <c:pt idx="414">
                  <c:v>13.775</c:v>
                </c:pt>
                <c:pt idx="415">
                  <c:v>13.8083333333</c:v>
                </c:pt>
                <c:pt idx="416">
                  <c:v>13.8416666667</c:v>
                </c:pt>
                <c:pt idx="417">
                  <c:v>13.875</c:v>
                </c:pt>
                <c:pt idx="418">
                  <c:v>13.9083333333</c:v>
                </c:pt>
                <c:pt idx="419">
                  <c:v>13.9416666667</c:v>
                </c:pt>
                <c:pt idx="420">
                  <c:v>13.975</c:v>
                </c:pt>
                <c:pt idx="421">
                  <c:v>14.0083333333</c:v>
                </c:pt>
                <c:pt idx="422">
                  <c:v>14.0416666667</c:v>
                </c:pt>
                <c:pt idx="423">
                  <c:v>14.075</c:v>
                </c:pt>
                <c:pt idx="424">
                  <c:v>14.1083333333</c:v>
                </c:pt>
                <c:pt idx="425">
                  <c:v>14.1416666667</c:v>
                </c:pt>
                <c:pt idx="426">
                  <c:v>14.175</c:v>
                </c:pt>
                <c:pt idx="427">
                  <c:v>14.2083333333</c:v>
                </c:pt>
                <c:pt idx="428">
                  <c:v>14.2416666667</c:v>
                </c:pt>
                <c:pt idx="429">
                  <c:v>14.275</c:v>
                </c:pt>
                <c:pt idx="430">
                  <c:v>14.3083333333</c:v>
                </c:pt>
                <c:pt idx="431">
                  <c:v>14.3416666667</c:v>
                </c:pt>
                <c:pt idx="432">
                  <c:v>14.375</c:v>
                </c:pt>
                <c:pt idx="433">
                  <c:v>14.4083333333</c:v>
                </c:pt>
                <c:pt idx="434">
                  <c:v>14.4416666667</c:v>
                </c:pt>
                <c:pt idx="435">
                  <c:v>14.475</c:v>
                </c:pt>
                <c:pt idx="436">
                  <c:v>14.5055555556</c:v>
                </c:pt>
                <c:pt idx="437">
                  <c:v>14.5388888889</c:v>
                </c:pt>
                <c:pt idx="438">
                  <c:v>14.5722222222</c:v>
                </c:pt>
                <c:pt idx="439">
                  <c:v>14.6055555556</c:v>
                </c:pt>
                <c:pt idx="440">
                  <c:v>14.6388888889</c:v>
                </c:pt>
                <c:pt idx="441">
                  <c:v>14.6722222222</c:v>
                </c:pt>
                <c:pt idx="442">
                  <c:v>14.7055555556</c:v>
                </c:pt>
                <c:pt idx="443">
                  <c:v>14.7388888889</c:v>
                </c:pt>
                <c:pt idx="444">
                  <c:v>14.7722222222</c:v>
                </c:pt>
                <c:pt idx="445">
                  <c:v>14.8055555556</c:v>
                </c:pt>
                <c:pt idx="446">
                  <c:v>14.8388888889</c:v>
                </c:pt>
                <c:pt idx="447">
                  <c:v>14.8722222222</c:v>
                </c:pt>
                <c:pt idx="448">
                  <c:v>14.9055555556</c:v>
                </c:pt>
                <c:pt idx="449">
                  <c:v>14.9388888889</c:v>
                </c:pt>
                <c:pt idx="450">
                  <c:v>14.9722222222</c:v>
                </c:pt>
                <c:pt idx="451">
                  <c:v>15.0055555556</c:v>
                </c:pt>
                <c:pt idx="452">
                  <c:v>15.0388888889</c:v>
                </c:pt>
                <c:pt idx="453">
                  <c:v>15.0722222222</c:v>
                </c:pt>
                <c:pt idx="454">
                  <c:v>15.1055555556</c:v>
                </c:pt>
                <c:pt idx="455">
                  <c:v>15.1388888889</c:v>
                </c:pt>
                <c:pt idx="456">
                  <c:v>15.1722222222</c:v>
                </c:pt>
                <c:pt idx="457">
                  <c:v>15.2055555556</c:v>
                </c:pt>
                <c:pt idx="458">
                  <c:v>15.2388888889</c:v>
                </c:pt>
                <c:pt idx="459">
                  <c:v>15.2722222222</c:v>
                </c:pt>
                <c:pt idx="460">
                  <c:v>15.3055555556</c:v>
                </c:pt>
                <c:pt idx="461">
                  <c:v>15.3388888889</c:v>
                </c:pt>
                <c:pt idx="462">
                  <c:v>15.3722222222</c:v>
                </c:pt>
                <c:pt idx="463">
                  <c:v>15.4055555556</c:v>
                </c:pt>
                <c:pt idx="464">
                  <c:v>15.4388888889</c:v>
                </c:pt>
                <c:pt idx="465">
                  <c:v>15.4722222222</c:v>
                </c:pt>
                <c:pt idx="466">
                  <c:v>15.5055555556</c:v>
                </c:pt>
                <c:pt idx="467">
                  <c:v>15.5388888889</c:v>
                </c:pt>
                <c:pt idx="468">
                  <c:v>15.5722222222</c:v>
                </c:pt>
                <c:pt idx="469">
                  <c:v>15.6055555556</c:v>
                </c:pt>
                <c:pt idx="470">
                  <c:v>15.6388888889</c:v>
                </c:pt>
                <c:pt idx="471">
                  <c:v>15.6722222222</c:v>
                </c:pt>
                <c:pt idx="472">
                  <c:v>15.7055555556</c:v>
                </c:pt>
                <c:pt idx="473">
                  <c:v>15.7388888889</c:v>
                </c:pt>
                <c:pt idx="474">
                  <c:v>15.7722222222</c:v>
                </c:pt>
                <c:pt idx="475">
                  <c:v>15.8055555556</c:v>
                </c:pt>
                <c:pt idx="476">
                  <c:v>15.8388888889</c:v>
                </c:pt>
                <c:pt idx="477">
                  <c:v>15.8722222222</c:v>
                </c:pt>
                <c:pt idx="478">
                  <c:v>15.9055555556</c:v>
                </c:pt>
                <c:pt idx="479">
                  <c:v>15.9388888889</c:v>
                </c:pt>
                <c:pt idx="480">
                  <c:v>15.9722222222</c:v>
                </c:pt>
                <c:pt idx="481">
                  <c:v>16.0027777778</c:v>
                </c:pt>
                <c:pt idx="482">
                  <c:v>16.0361111111</c:v>
                </c:pt>
                <c:pt idx="483">
                  <c:v>16.0694444444</c:v>
                </c:pt>
                <c:pt idx="484">
                  <c:v>16.1027777778</c:v>
                </c:pt>
                <c:pt idx="485">
                  <c:v>16.1361111111</c:v>
                </c:pt>
                <c:pt idx="486">
                  <c:v>16.1694444444</c:v>
                </c:pt>
                <c:pt idx="487">
                  <c:v>16.2027777778</c:v>
                </c:pt>
                <c:pt idx="488">
                  <c:v>16.2361111111</c:v>
                </c:pt>
                <c:pt idx="489">
                  <c:v>16.2694444444</c:v>
                </c:pt>
                <c:pt idx="490">
                  <c:v>16.3027777778</c:v>
                </c:pt>
                <c:pt idx="491">
                  <c:v>16.3361111111</c:v>
                </c:pt>
                <c:pt idx="492">
                  <c:v>16.3694444444</c:v>
                </c:pt>
                <c:pt idx="493">
                  <c:v>16.4027777778</c:v>
                </c:pt>
                <c:pt idx="494">
                  <c:v>16.4361111111</c:v>
                </c:pt>
                <c:pt idx="495">
                  <c:v>16.4694444444</c:v>
                </c:pt>
                <c:pt idx="496">
                  <c:v>16.5027777778</c:v>
                </c:pt>
                <c:pt idx="497">
                  <c:v>16.5361111111</c:v>
                </c:pt>
                <c:pt idx="498">
                  <c:v>16.5694444444</c:v>
                </c:pt>
                <c:pt idx="499">
                  <c:v>16.6027777778</c:v>
                </c:pt>
                <c:pt idx="500">
                  <c:v>16.6361111111</c:v>
                </c:pt>
                <c:pt idx="501">
                  <c:v>16.6694444444</c:v>
                </c:pt>
                <c:pt idx="502">
                  <c:v>16.7027777778</c:v>
                </c:pt>
                <c:pt idx="503">
                  <c:v>16.7361111111</c:v>
                </c:pt>
                <c:pt idx="504">
                  <c:v>16.7694444444</c:v>
                </c:pt>
                <c:pt idx="505">
                  <c:v>16.8027777778</c:v>
                </c:pt>
                <c:pt idx="506">
                  <c:v>16.8361111111</c:v>
                </c:pt>
                <c:pt idx="507">
                  <c:v>16.8694444444</c:v>
                </c:pt>
                <c:pt idx="508">
                  <c:v>16.9027777778</c:v>
                </c:pt>
                <c:pt idx="509">
                  <c:v>16.9361111111</c:v>
                </c:pt>
                <c:pt idx="510">
                  <c:v>16.9694444444</c:v>
                </c:pt>
                <c:pt idx="511">
                  <c:v>17.0027777778</c:v>
                </c:pt>
                <c:pt idx="512">
                  <c:v>17.0361111111</c:v>
                </c:pt>
                <c:pt idx="513">
                  <c:v>17.0694444444</c:v>
                </c:pt>
                <c:pt idx="514">
                  <c:v>17.1027777778</c:v>
                </c:pt>
                <c:pt idx="515">
                  <c:v>17.1361111111</c:v>
                </c:pt>
                <c:pt idx="516">
                  <c:v>17.1694444444</c:v>
                </c:pt>
                <c:pt idx="517">
                  <c:v>17.2027777778</c:v>
                </c:pt>
                <c:pt idx="518">
                  <c:v>17.2361111111</c:v>
                </c:pt>
                <c:pt idx="519">
                  <c:v>17.2694444444</c:v>
                </c:pt>
                <c:pt idx="520">
                  <c:v>17.3027777778</c:v>
                </c:pt>
                <c:pt idx="521">
                  <c:v>17.3361111111</c:v>
                </c:pt>
                <c:pt idx="522">
                  <c:v>17.3694444444</c:v>
                </c:pt>
                <c:pt idx="523">
                  <c:v>17.4027777778</c:v>
                </c:pt>
                <c:pt idx="524">
                  <c:v>17.4361111111</c:v>
                </c:pt>
                <c:pt idx="525">
                  <c:v>17.4694444444</c:v>
                </c:pt>
                <c:pt idx="526">
                  <c:v>17.5</c:v>
                </c:pt>
                <c:pt idx="527">
                  <c:v>17.5333333333</c:v>
                </c:pt>
                <c:pt idx="528">
                  <c:v>17.5666666667</c:v>
                </c:pt>
                <c:pt idx="529">
                  <c:v>17.6</c:v>
                </c:pt>
                <c:pt idx="530">
                  <c:v>17.6333333333</c:v>
                </c:pt>
                <c:pt idx="531">
                  <c:v>17.6666666667</c:v>
                </c:pt>
                <c:pt idx="532">
                  <c:v>17.7</c:v>
                </c:pt>
                <c:pt idx="533">
                  <c:v>17.7333333333</c:v>
                </c:pt>
                <c:pt idx="534">
                  <c:v>17.7666666667</c:v>
                </c:pt>
                <c:pt idx="535">
                  <c:v>17.8</c:v>
                </c:pt>
                <c:pt idx="536">
                  <c:v>17.8333333333</c:v>
                </c:pt>
                <c:pt idx="537">
                  <c:v>17.8666666667</c:v>
                </c:pt>
                <c:pt idx="538">
                  <c:v>17.9</c:v>
                </c:pt>
                <c:pt idx="539">
                  <c:v>17.9333333333</c:v>
                </c:pt>
                <c:pt idx="540">
                  <c:v>17.9666666667</c:v>
                </c:pt>
                <c:pt idx="541">
                  <c:v>18</c:v>
                </c:pt>
                <c:pt idx="542">
                  <c:v>18.0333333333</c:v>
                </c:pt>
                <c:pt idx="543">
                  <c:v>18.0666666667</c:v>
                </c:pt>
                <c:pt idx="544">
                  <c:v>18.1</c:v>
                </c:pt>
                <c:pt idx="545">
                  <c:v>18.1333333333</c:v>
                </c:pt>
                <c:pt idx="546">
                  <c:v>18.1666666667</c:v>
                </c:pt>
                <c:pt idx="547">
                  <c:v>18.2</c:v>
                </c:pt>
                <c:pt idx="548">
                  <c:v>18.2333333333</c:v>
                </c:pt>
                <c:pt idx="549">
                  <c:v>18.2666666667</c:v>
                </c:pt>
                <c:pt idx="550">
                  <c:v>18.3</c:v>
                </c:pt>
                <c:pt idx="551">
                  <c:v>18.3333333333</c:v>
                </c:pt>
                <c:pt idx="552">
                  <c:v>18.3666666667</c:v>
                </c:pt>
                <c:pt idx="553">
                  <c:v>18.4</c:v>
                </c:pt>
                <c:pt idx="554">
                  <c:v>18.4333333333</c:v>
                </c:pt>
                <c:pt idx="555">
                  <c:v>18.4666666667</c:v>
                </c:pt>
                <c:pt idx="556">
                  <c:v>18.5</c:v>
                </c:pt>
                <c:pt idx="557">
                  <c:v>18.5333333333</c:v>
                </c:pt>
                <c:pt idx="558">
                  <c:v>18.5666666667</c:v>
                </c:pt>
                <c:pt idx="559">
                  <c:v>18.6</c:v>
                </c:pt>
                <c:pt idx="560">
                  <c:v>18.6333333333</c:v>
                </c:pt>
                <c:pt idx="561">
                  <c:v>18.6666666667</c:v>
                </c:pt>
                <c:pt idx="562">
                  <c:v>18.7</c:v>
                </c:pt>
                <c:pt idx="563">
                  <c:v>18.7333333333</c:v>
                </c:pt>
                <c:pt idx="564">
                  <c:v>18.7666666667</c:v>
                </c:pt>
                <c:pt idx="565">
                  <c:v>18.8</c:v>
                </c:pt>
                <c:pt idx="566">
                  <c:v>18.8333333333</c:v>
                </c:pt>
                <c:pt idx="567">
                  <c:v>18.8666666667</c:v>
                </c:pt>
                <c:pt idx="568">
                  <c:v>18.9</c:v>
                </c:pt>
                <c:pt idx="569">
                  <c:v>18.9333333333</c:v>
                </c:pt>
                <c:pt idx="570">
                  <c:v>18.9666666667</c:v>
                </c:pt>
                <c:pt idx="571">
                  <c:v>19</c:v>
                </c:pt>
                <c:pt idx="572">
                  <c:v>19.0305555556</c:v>
                </c:pt>
                <c:pt idx="573">
                  <c:v>19.0638888889</c:v>
                </c:pt>
                <c:pt idx="574">
                  <c:v>19.0972222222</c:v>
                </c:pt>
                <c:pt idx="575">
                  <c:v>19.1305555556</c:v>
                </c:pt>
                <c:pt idx="576">
                  <c:v>19.1638888889</c:v>
                </c:pt>
                <c:pt idx="577">
                  <c:v>19.1972222222</c:v>
                </c:pt>
                <c:pt idx="578">
                  <c:v>19.2305555556</c:v>
                </c:pt>
                <c:pt idx="579">
                  <c:v>19.2638888889</c:v>
                </c:pt>
                <c:pt idx="580">
                  <c:v>19.2972222222</c:v>
                </c:pt>
                <c:pt idx="581">
                  <c:v>19.3305555556</c:v>
                </c:pt>
                <c:pt idx="582">
                  <c:v>19.3638888889</c:v>
                </c:pt>
                <c:pt idx="583">
                  <c:v>19.3972222222</c:v>
                </c:pt>
                <c:pt idx="584">
                  <c:v>19.4305555556</c:v>
                </c:pt>
                <c:pt idx="585">
                  <c:v>19.4638888889</c:v>
                </c:pt>
                <c:pt idx="586">
                  <c:v>19.4972222222</c:v>
                </c:pt>
                <c:pt idx="587">
                  <c:v>19.5305555556</c:v>
                </c:pt>
                <c:pt idx="588">
                  <c:v>19.5638888889</c:v>
                </c:pt>
                <c:pt idx="589">
                  <c:v>19.5972222222</c:v>
                </c:pt>
                <c:pt idx="590">
                  <c:v>19.6305555556</c:v>
                </c:pt>
                <c:pt idx="591">
                  <c:v>19.6638888889</c:v>
                </c:pt>
                <c:pt idx="592">
                  <c:v>19.6972222222</c:v>
                </c:pt>
                <c:pt idx="593">
                  <c:v>19.7305555556</c:v>
                </c:pt>
                <c:pt idx="594">
                  <c:v>19.7638888889</c:v>
                </c:pt>
                <c:pt idx="595">
                  <c:v>19.7972222222</c:v>
                </c:pt>
                <c:pt idx="596">
                  <c:v>19.8305555556</c:v>
                </c:pt>
                <c:pt idx="597">
                  <c:v>19.8638888889</c:v>
                </c:pt>
                <c:pt idx="598">
                  <c:v>19.8972222222</c:v>
                </c:pt>
                <c:pt idx="599">
                  <c:v>19.9305555556</c:v>
                </c:pt>
                <c:pt idx="600">
                  <c:v>19.9638888889</c:v>
                </c:pt>
                <c:pt idx="601">
                  <c:v>19.9972222222</c:v>
                </c:pt>
                <c:pt idx="602">
                  <c:v>20.0305555556</c:v>
                </c:pt>
                <c:pt idx="603">
                  <c:v>20.0638888889</c:v>
                </c:pt>
                <c:pt idx="604">
                  <c:v>20.0972222222</c:v>
                </c:pt>
                <c:pt idx="605">
                  <c:v>20.1305555556</c:v>
                </c:pt>
                <c:pt idx="606">
                  <c:v>20.1638888889</c:v>
                </c:pt>
                <c:pt idx="607">
                  <c:v>20.1972222222</c:v>
                </c:pt>
                <c:pt idx="608">
                  <c:v>20.2305555556</c:v>
                </c:pt>
                <c:pt idx="609">
                  <c:v>20.2638888889</c:v>
                </c:pt>
                <c:pt idx="610">
                  <c:v>20.2972222222</c:v>
                </c:pt>
                <c:pt idx="611">
                  <c:v>20.3305555556</c:v>
                </c:pt>
                <c:pt idx="612">
                  <c:v>20.3638888889</c:v>
                </c:pt>
                <c:pt idx="613">
                  <c:v>20.3972222222</c:v>
                </c:pt>
                <c:pt idx="614">
                  <c:v>20.4305555556</c:v>
                </c:pt>
                <c:pt idx="615">
                  <c:v>20.4638888889</c:v>
                </c:pt>
                <c:pt idx="616">
                  <c:v>20.4972222222</c:v>
                </c:pt>
                <c:pt idx="617">
                  <c:v>20.5277777778</c:v>
                </c:pt>
                <c:pt idx="618">
                  <c:v>20.5611111111</c:v>
                </c:pt>
                <c:pt idx="619">
                  <c:v>20.5944444444</c:v>
                </c:pt>
                <c:pt idx="620">
                  <c:v>20.6277777778</c:v>
                </c:pt>
                <c:pt idx="621">
                  <c:v>20.6611111111</c:v>
                </c:pt>
                <c:pt idx="622">
                  <c:v>20.6944444444</c:v>
                </c:pt>
                <c:pt idx="623">
                  <c:v>20.7277777778</c:v>
                </c:pt>
                <c:pt idx="624">
                  <c:v>20.7611111111</c:v>
                </c:pt>
                <c:pt idx="625">
                  <c:v>20.7944444444</c:v>
                </c:pt>
                <c:pt idx="626">
                  <c:v>20.8277777778</c:v>
                </c:pt>
                <c:pt idx="627">
                  <c:v>20.8611111111</c:v>
                </c:pt>
                <c:pt idx="628">
                  <c:v>20.8944444444</c:v>
                </c:pt>
                <c:pt idx="629">
                  <c:v>20.9277777778</c:v>
                </c:pt>
                <c:pt idx="630">
                  <c:v>20.9611111111</c:v>
                </c:pt>
                <c:pt idx="631">
                  <c:v>20.9944444444</c:v>
                </c:pt>
                <c:pt idx="632">
                  <c:v>21.0277777778</c:v>
                </c:pt>
                <c:pt idx="633">
                  <c:v>21.0611111111</c:v>
                </c:pt>
                <c:pt idx="634">
                  <c:v>21.0944444444</c:v>
                </c:pt>
                <c:pt idx="635">
                  <c:v>21.1277777778</c:v>
                </c:pt>
                <c:pt idx="636">
                  <c:v>21.1611111111</c:v>
                </c:pt>
                <c:pt idx="637">
                  <c:v>21.1944444444</c:v>
                </c:pt>
                <c:pt idx="638">
                  <c:v>21.2277777778</c:v>
                </c:pt>
                <c:pt idx="639">
                  <c:v>21.2611111111</c:v>
                </c:pt>
                <c:pt idx="640">
                  <c:v>21.2944444444</c:v>
                </c:pt>
                <c:pt idx="641">
                  <c:v>21.3277777778</c:v>
                </c:pt>
                <c:pt idx="642">
                  <c:v>21.3611111111</c:v>
                </c:pt>
                <c:pt idx="643">
                  <c:v>21.3944444444</c:v>
                </c:pt>
                <c:pt idx="644">
                  <c:v>21.4277777778</c:v>
                </c:pt>
                <c:pt idx="645">
                  <c:v>21.4611111111</c:v>
                </c:pt>
                <c:pt idx="646">
                  <c:v>21.4944444444</c:v>
                </c:pt>
                <c:pt idx="647">
                  <c:v>21.5277777778</c:v>
                </c:pt>
                <c:pt idx="648">
                  <c:v>21.5611111111</c:v>
                </c:pt>
                <c:pt idx="649">
                  <c:v>21.5944444444</c:v>
                </c:pt>
                <c:pt idx="650">
                  <c:v>21.6277777778</c:v>
                </c:pt>
                <c:pt idx="651">
                  <c:v>21.6611111111</c:v>
                </c:pt>
                <c:pt idx="652">
                  <c:v>21.6944444444</c:v>
                </c:pt>
                <c:pt idx="653">
                  <c:v>21.7277777778</c:v>
                </c:pt>
                <c:pt idx="654">
                  <c:v>21.7611111111</c:v>
                </c:pt>
                <c:pt idx="655">
                  <c:v>21.7944444444</c:v>
                </c:pt>
                <c:pt idx="656">
                  <c:v>21.8277777778</c:v>
                </c:pt>
                <c:pt idx="657">
                  <c:v>21.8611111111</c:v>
                </c:pt>
                <c:pt idx="658">
                  <c:v>21.8944444444</c:v>
                </c:pt>
                <c:pt idx="659">
                  <c:v>21.9277777778</c:v>
                </c:pt>
                <c:pt idx="660">
                  <c:v>21.9611111111</c:v>
                </c:pt>
                <c:pt idx="661">
                  <c:v>21.9944444444</c:v>
                </c:pt>
                <c:pt idx="662">
                  <c:v>22.025</c:v>
                </c:pt>
                <c:pt idx="663">
                  <c:v>22.0583333333</c:v>
                </c:pt>
                <c:pt idx="664">
                  <c:v>22.0916666667</c:v>
                </c:pt>
                <c:pt idx="665">
                  <c:v>22.125</c:v>
                </c:pt>
                <c:pt idx="666">
                  <c:v>22.1583333333</c:v>
                </c:pt>
                <c:pt idx="667">
                  <c:v>22.1916666667</c:v>
                </c:pt>
                <c:pt idx="668">
                  <c:v>22.225</c:v>
                </c:pt>
                <c:pt idx="669">
                  <c:v>22.2583333333</c:v>
                </c:pt>
                <c:pt idx="670">
                  <c:v>22.2916666667</c:v>
                </c:pt>
                <c:pt idx="671">
                  <c:v>22.325</c:v>
                </c:pt>
                <c:pt idx="672">
                  <c:v>22.3583333333</c:v>
                </c:pt>
                <c:pt idx="673">
                  <c:v>22.3916666667</c:v>
                </c:pt>
                <c:pt idx="674">
                  <c:v>22.425</c:v>
                </c:pt>
                <c:pt idx="675">
                  <c:v>22.4583333333</c:v>
                </c:pt>
                <c:pt idx="676">
                  <c:v>22.4916666667</c:v>
                </c:pt>
                <c:pt idx="677">
                  <c:v>22.525</c:v>
                </c:pt>
                <c:pt idx="678">
                  <c:v>22.5583333333</c:v>
                </c:pt>
                <c:pt idx="679">
                  <c:v>22.5916666667</c:v>
                </c:pt>
                <c:pt idx="680">
                  <c:v>22.625</c:v>
                </c:pt>
                <c:pt idx="681">
                  <c:v>22.6583333333</c:v>
                </c:pt>
                <c:pt idx="682">
                  <c:v>22.6916666667</c:v>
                </c:pt>
                <c:pt idx="683">
                  <c:v>22.725</c:v>
                </c:pt>
                <c:pt idx="684">
                  <c:v>22.7583333333</c:v>
                </c:pt>
                <c:pt idx="685">
                  <c:v>22.7916666667</c:v>
                </c:pt>
                <c:pt idx="686">
                  <c:v>22.825</c:v>
                </c:pt>
                <c:pt idx="687">
                  <c:v>22.8583333333</c:v>
                </c:pt>
                <c:pt idx="688">
                  <c:v>22.8916666667</c:v>
                </c:pt>
                <c:pt idx="689">
                  <c:v>22.925</c:v>
                </c:pt>
                <c:pt idx="690">
                  <c:v>22.9583333333</c:v>
                </c:pt>
                <c:pt idx="691">
                  <c:v>22.9916666667</c:v>
                </c:pt>
                <c:pt idx="692">
                  <c:v>23.025</c:v>
                </c:pt>
                <c:pt idx="693">
                  <c:v>23.0583333333</c:v>
                </c:pt>
                <c:pt idx="694">
                  <c:v>23.0916666667</c:v>
                </c:pt>
                <c:pt idx="695">
                  <c:v>23.125</c:v>
                </c:pt>
                <c:pt idx="696">
                  <c:v>23.1583333333</c:v>
                </c:pt>
                <c:pt idx="697">
                  <c:v>23.1916666667</c:v>
                </c:pt>
                <c:pt idx="698">
                  <c:v>23.225</c:v>
                </c:pt>
                <c:pt idx="699">
                  <c:v>23.2583333333</c:v>
                </c:pt>
                <c:pt idx="700">
                  <c:v>23.2916666667</c:v>
                </c:pt>
                <c:pt idx="701">
                  <c:v>23.325</c:v>
                </c:pt>
                <c:pt idx="702">
                  <c:v>23.3583333333</c:v>
                </c:pt>
                <c:pt idx="703">
                  <c:v>23.3916666667</c:v>
                </c:pt>
                <c:pt idx="704">
                  <c:v>23.425</c:v>
                </c:pt>
                <c:pt idx="705">
                  <c:v>23.4583333333</c:v>
                </c:pt>
                <c:pt idx="706">
                  <c:v>23.4916666667</c:v>
                </c:pt>
                <c:pt idx="707">
                  <c:v>23.5222222222</c:v>
                </c:pt>
                <c:pt idx="708">
                  <c:v>23.5555555556</c:v>
                </c:pt>
                <c:pt idx="709">
                  <c:v>23.5888888889</c:v>
                </c:pt>
                <c:pt idx="710">
                  <c:v>23.6222222222</c:v>
                </c:pt>
                <c:pt idx="711">
                  <c:v>23.6555555556</c:v>
                </c:pt>
                <c:pt idx="712">
                  <c:v>23.6888888889</c:v>
                </c:pt>
                <c:pt idx="713">
                  <c:v>23.7222222222</c:v>
                </c:pt>
                <c:pt idx="714">
                  <c:v>23.7555555556</c:v>
                </c:pt>
                <c:pt idx="715">
                  <c:v>23.7888888889</c:v>
                </c:pt>
                <c:pt idx="716">
                  <c:v>23.8222222222</c:v>
                </c:pt>
                <c:pt idx="717">
                  <c:v>23.8555555556</c:v>
                </c:pt>
                <c:pt idx="718">
                  <c:v>23.8888888889</c:v>
                </c:pt>
                <c:pt idx="719">
                  <c:v>23.9222222222</c:v>
                </c:pt>
                <c:pt idx="720">
                  <c:v>23.9555555556</c:v>
                </c:pt>
                <c:pt idx="721">
                  <c:v>23.9888888889</c:v>
                </c:pt>
                <c:pt idx="722">
                  <c:v>24</c:v>
                </c:pt>
              </c:numCache>
            </c:numRef>
          </c:xVal>
          <c:yVal>
            <c:numRef>
              <c:f>'Chart Data'!$H$2:$H$724</c:f>
              <c:numCache>
                <c:formatCode>General</c:formatCode>
                <c:ptCount val="723"/>
                <c:pt idx="0">
                  <c:v>20</c:v>
                </c:pt>
                <c:pt idx="1">
                  <c:v>23.617066938</c:v>
                </c:pt>
                <c:pt idx="2">
                  <c:v>26.551090318</c:v>
                </c:pt>
                <c:pt idx="3">
                  <c:v>28.910888798</c:v>
                </c:pt>
                <c:pt idx="4">
                  <c:v>30.809406229</c:v>
                </c:pt>
                <c:pt idx="5">
                  <c:v>32.344898782</c:v>
                </c:pt>
                <c:pt idx="6">
                  <c:v>33.595922762</c:v>
                </c:pt>
                <c:pt idx="7">
                  <c:v>34.623749242</c:v>
                </c:pt>
                <c:pt idx="8">
                  <c:v>35.475921277</c:v>
                </c:pt>
                <c:pt idx="9">
                  <c:v>36.189370598</c:v>
                </c:pt>
                <c:pt idx="10">
                  <c:v>36.792865878</c:v>
                </c:pt>
                <c:pt idx="11">
                  <c:v>37.308891605</c:v>
                </c:pt>
                <c:pt idx="12">
                  <c:v>37.755080611</c:v>
                </c:pt>
                <c:pt idx="13">
                  <c:v>38.145307451</c:v>
                </c:pt>
                <c:pt idx="14">
                  <c:v>38.490518948</c:v>
                </c:pt>
                <c:pt idx="15">
                  <c:v>38.798608894</c:v>
                </c:pt>
                <c:pt idx="16">
                  <c:v>39.07447977</c:v>
                </c:pt>
                <c:pt idx="17">
                  <c:v>39.322757295</c:v>
                </c:pt>
                <c:pt idx="18">
                  <c:v>39.547786632</c:v>
                </c:pt>
                <c:pt idx="19">
                  <c:v>39.753290903</c:v>
                </c:pt>
                <c:pt idx="20">
                  <c:v>39.942354624</c:v>
                </c:pt>
                <c:pt idx="21">
                  <c:v>40.117511138</c:v>
                </c:pt>
                <c:pt idx="22">
                  <c:v>40.280840362</c:v>
                </c:pt>
                <c:pt idx="23">
                  <c:v>40.434053777</c:v>
                </c:pt>
                <c:pt idx="24">
                  <c:v>40.578564013</c:v>
                </c:pt>
                <c:pt idx="25">
                  <c:v>40.715540935</c:v>
                </c:pt>
                <c:pt idx="26">
                  <c:v>40.845956753</c:v>
                </c:pt>
                <c:pt idx="27">
                  <c:v>40.970622338</c:v>
                </c:pt>
                <c:pt idx="28">
                  <c:v>41.090216514</c:v>
                </c:pt>
                <c:pt idx="29">
                  <c:v>41.205309754</c:v>
                </c:pt>
                <c:pt idx="30">
                  <c:v>41.316383386</c:v>
                </c:pt>
                <c:pt idx="31">
                  <c:v>41.414588269</c:v>
                </c:pt>
                <c:pt idx="32">
                  <c:v>41.514815942</c:v>
                </c:pt>
                <c:pt idx="33">
                  <c:v>41.606358536</c:v>
                </c:pt>
                <c:pt idx="34">
                  <c:v>41.690164668</c:v>
                </c:pt>
                <c:pt idx="35">
                  <c:v>41.767661462</c:v>
                </c:pt>
                <c:pt idx="36">
                  <c:v>41.840075035</c:v>
                </c:pt>
                <c:pt idx="37">
                  <c:v>41.908341195</c:v>
                </c:pt>
                <c:pt idx="38">
                  <c:v>41.973151295</c:v>
                </c:pt>
                <c:pt idx="39">
                  <c:v>42.035012321</c:v>
                </c:pt>
                <c:pt idx="40">
                  <c:v>42.094296608</c:v>
                </c:pt>
                <c:pt idx="41">
                  <c:v>42.151279163</c:v>
                </c:pt>
                <c:pt idx="42">
                  <c:v>42.206164914</c:v>
                </c:pt>
                <c:pt idx="43">
                  <c:v>42.2591084</c:v>
                </c:pt>
                <c:pt idx="44">
                  <c:v>42.31022796</c:v>
                </c:pt>
                <c:pt idx="45">
                  <c:v>42.359615932</c:v>
                </c:pt>
                <c:pt idx="46">
                  <c:v>42.408426934</c:v>
                </c:pt>
                <c:pt idx="47">
                  <c:v>42.462481352</c:v>
                </c:pt>
                <c:pt idx="48">
                  <c:v>42.524473131</c:v>
                </c:pt>
                <c:pt idx="49">
                  <c:v>42.593675013</c:v>
                </c:pt>
                <c:pt idx="50">
                  <c:v>42.668673686</c:v>
                </c:pt>
                <c:pt idx="51">
                  <c:v>42.748120483</c:v>
                </c:pt>
                <c:pt idx="52">
                  <c:v>42.829627737</c:v>
                </c:pt>
                <c:pt idx="53">
                  <c:v>42.910689671</c:v>
                </c:pt>
                <c:pt idx="54">
                  <c:v>42.990239356</c:v>
                </c:pt>
                <c:pt idx="55">
                  <c:v>43.06792035</c:v>
                </c:pt>
                <c:pt idx="56">
                  <c:v>43.143631994</c:v>
                </c:pt>
                <c:pt idx="57">
                  <c:v>43.21737387</c:v>
                </c:pt>
                <c:pt idx="58">
                  <c:v>43.289192177</c:v>
                </c:pt>
                <c:pt idx="59">
                  <c:v>43.359157316</c:v>
                </c:pt>
                <c:pt idx="60">
                  <c:v>43.427352174</c:v>
                </c:pt>
                <c:pt idx="61">
                  <c:v>43.493865105</c:v>
                </c:pt>
                <c:pt idx="62">
                  <c:v>43.558785504</c:v>
                </c:pt>
                <c:pt idx="63">
                  <c:v>43.622201035</c:v>
                </c:pt>
                <c:pt idx="64">
                  <c:v>43.684195955</c:v>
                </c:pt>
                <c:pt idx="65">
                  <c:v>43.744850164</c:v>
                </c:pt>
                <c:pt idx="66">
                  <c:v>43.804238767</c:v>
                </c:pt>
                <c:pt idx="67">
                  <c:v>43.862431934</c:v>
                </c:pt>
                <c:pt idx="68">
                  <c:v>43.91949499</c:v>
                </c:pt>
                <c:pt idx="69">
                  <c:v>43.975488604</c:v>
                </c:pt>
                <c:pt idx="70">
                  <c:v>44.030469071</c:v>
                </c:pt>
                <c:pt idx="71">
                  <c:v>44.08448861</c:v>
                </c:pt>
                <c:pt idx="72">
                  <c:v>44.137595678</c:v>
                </c:pt>
                <c:pt idx="73">
                  <c:v>44.189835282</c:v>
                </c:pt>
                <c:pt idx="74">
                  <c:v>44.241249265</c:v>
                </c:pt>
                <c:pt idx="75">
                  <c:v>44.291876589</c:v>
                </c:pt>
                <c:pt idx="76">
                  <c:v>44.337318622</c:v>
                </c:pt>
                <c:pt idx="77">
                  <c:v>44.382755756</c:v>
                </c:pt>
                <c:pt idx="78">
                  <c:v>44.42184197</c:v>
                </c:pt>
                <c:pt idx="79">
                  <c:v>44.455186166</c:v>
                </c:pt>
                <c:pt idx="80">
                  <c:v>44.484020275</c:v>
                </c:pt>
                <c:pt idx="81">
                  <c:v>44.509425607</c:v>
                </c:pt>
                <c:pt idx="82">
                  <c:v>44.53221525</c:v>
                </c:pt>
                <c:pt idx="83">
                  <c:v>44.552972249</c:v>
                </c:pt>
                <c:pt idx="84">
                  <c:v>44.572107086</c:v>
                </c:pt>
                <c:pt idx="85">
                  <c:v>44.589905949</c:v>
                </c:pt>
                <c:pt idx="86">
                  <c:v>44.606566895</c:v>
                </c:pt>
                <c:pt idx="87">
                  <c:v>44.62222603</c:v>
                </c:pt>
                <c:pt idx="88">
                  <c:v>44.636976244</c:v>
                </c:pt>
                <c:pt idx="89">
                  <c:v>44.650880512</c:v>
                </c:pt>
                <c:pt idx="90">
                  <c:v>44.663981313</c:v>
                </c:pt>
                <c:pt idx="91">
                  <c:v>44.67711667</c:v>
                </c:pt>
                <c:pt idx="92">
                  <c:v>44.695858452</c:v>
                </c:pt>
                <c:pt idx="93">
                  <c:v>44.723300951</c:v>
                </c:pt>
                <c:pt idx="94">
                  <c:v>44.758825623</c:v>
                </c:pt>
                <c:pt idx="95">
                  <c:v>44.800994711</c:v>
                </c:pt>
                <c:pt idx="96">
                  <c:v>44.848438694</c:v>
                </c:pt>
                <c:pt idx="97">
                  <c:v>44.898870163</c:v>
                </c:pt>
                <c:pt idx="98">
                  <c:v>44.949655181</c:v>
                </c:pt>
                <c:pt idx="99">
                  <c:v>44.999609128</c:v>
                </c:pt>
                <c:pt idx="100">
                  <c:v>45.048319372</c:v>
                </c:pt>
                <c:pt idx="101">
                  <c:v>45.095653003</c:v>
                </c:pt>
                <c:pt idx="102">
                  <c:v>45.14158598</c:v>
                </c:pt>
                <c:pt idx="103">
                  <c:v>45.186144714</c:v>
                </c:pt>
                <c:pt idx="104">
                  <c:v>45.229382051</c:v>
                </c:pt>
                <c:pt idx="105">
                  <c:v>45.271364881</c:v>
                </c:pt>
                <c:pt idx="106">
                  <c:v>45.312166749</c:v>
                </c:pt>
                <c:pt idx="107">
                  <c:v>45.351863199</c:v>
                </c:pt>
                <c:pt idx="108">
                  <c:v>45.390528823</c:v>
                </c:pt>
                <c:pt idx="109">
                  <c:v>45.428235465</c:v>
                </c:pt>
                <c:pt idx="110">
                  <c:v>45.465051186</c:v>
                </c:pt>
                <c:pt idx="111">
                  <c:v>45.501039744</c:v>
                </c:pt>
                <c:pt idx="112">
                  <c:v>45.536260416</c:v>
                </c:pt>
                <c:pt idx="113">
                  <c:v>45.570768033</c:v>
                </c:pt>
                <c:pt idx="114">
                  <c:v>45.604613146</c:v>
                </c:pt>
                <c:pt idx="115">
                  <c:v>45.637842277</c:v>
                </c:pt>
                <c:pt idx="116">
                  <c:v>45.670498194</c:v>
                </c:pt>
                <c:pt idx="117">
                  <c:v>45.702620209</c:v>
                </c:pt>
                <c:pt idx="118">
                  <c:v>45.73424447</c:v>
                </c:pt>
                <c:pt idx="119">
                  <c:v>45.765404241</c:v>
                </c:pt>
                <c:pt idx="120">
                  <c:v>45.796130159</c:v>
                </c:pt>
                <c:pt idx="121">
                  <c:v>45.823730255</c:v>
                </c:pt>
                <c:pt idx="122">
                  <c:v>45.850350595</c:v>
                </c:pt>
                <c:pt idx="123">
                  <c:v>45.870994991</c:v>
                </c:pt>
                <c:pt idx="124">
                  <c:v>45.886134958</c:v>
                </c:pt>
                <c:pt idx="125">
                  <c:v>45.896989193</c:v>
                </c:pt>
                <c:pt idx="126">
                  <c:v>45.904653126</c:v>
                </c:pt>
                <c:pt idx="127">
                  <c:v>45.909954115</c:v>
                </c:pt>
                <c:pt idx="128">
                  <c:v>45.913484769</c:v>
                </c:pt>
                <c:pt idx="129">
                  <c:v>45.915660701</c:v>
                </c:pt>
                <c:pt idx="130">
                  <c:v>45.916769895</c:v>
                </c:pt>
                <c:pt idx="131">
                  <c:v>45.917009842</c:v>
                </c:pt>
                <c:pt idx="132">
                  <c:v>45.916514468</c:v>
                </c:pt>
                <c:pt idx="133">
                  <c:v>45.915373396</c:v>
                </c:pt>
                <c:pt idx="134">
                  <c:v>45.913645627</c:v>
                </c:pt>
                <c:pt idx="135">
                  <c:v>45.911369219</c:v>
                </c:pt>
                <c:pt idx="136">
                  <c:v>45.909154381</c:v>
                </c:pt>
                <c:pt idx="137">
                  <c:v>45.912284654</c:v>
                </c:pt>
                <c:pt idx="138">
                  <c:v>45.924292939</c:v>
                </c:pt>
                <c:pt idx="139">
                  <c:v>45.944720626</c:v>
                </c:pt>
                <c:pt idx="140">
                  <c:v>45.972137716</c:v>
                </c:pt>
                <c:pt idx="141">
                  <c:v>46.005170308</c:v>
                </c:pt>
                <c:pt idx="142">
                  <c:v>46.041655734</c:v>
                </c:pt>
                <c:pt idx="143">
                  <c:v>46.07886697</c:v>
                </c:pt>
                <c:pt idx="144">
                  <c:v>46.115513016</c:v>
                </c:pt>
                <c:pt idx="145">
                  <c:v>46.151138478</c:v>
                </c:pt>
                <c:pt idx="146">
                  <c:v>46.185592547</c:v>
                </c:pt>
                <c:pt idx="147">
                  <c:v>46.218841547</c:v>
                </c:pt>
                <c:pt idx="148">
                  <c:v>46.250905348</c:v>
                </c:pt>
                <c:pt idx="149">
                  <c:v>46.281831726</c:v>
                </c:pt>
                <c:pt idx="150">
                  <c:v>46.311683356</c:v>
                </c:pt>
                <c:pt idx="151">
                  <c:v>46.340530115</c:v>
                </c:pt>
                <c:pt idx="152">
                  <c:v>46.368444238</c:v>
                </c:pt>
                <c:pt idx="153">
                  <c:v>46.395497263</c:v>
                </c:pt>
                <c:pt idx="154">
                  <c:v>46.421758143</c:v>
                </c:pt>
                <c:pt idx="155">
                  <c:v>46.447292169</c:v>
                </c:pt>
                <c:pt idx="156">
                  <c:v>46.472160409</c:v>
                </c:pt>
                <c:pt idx="157">
                  <c:v>46.496419515</c:v>
                </c:pt>
                <c:pt idx="158">
                  <c:v>46.520121738</c:v>
                </c:pt>
                <c:pt idx="159">
                  <c:v>46.543315091</c:v>
                </c:pt>
                <c:pt idx="160">
                  <c:v>46.566043589</c:v>
                </c:pt>
                <c:pt idx="161">
                  <c:v>46.588347527</c:v>
                </c:pt>
                <c:pt idx="162">
                  <c:v>46.610263779</c:v>
                </c:pt>
                <c:pt idx="163">
                  <c:v>46.631826082</c:v>
                </c:pt>
                <c:pt idx="164">
                  <c:v>46.653065323</c:v>
                </c:pt>
                <c:pt idx="165">
                  <c:v>46.674009796</c:v>
                </c:pt>
                <c:pt idx="166">
                  <c:v>46.692838175</c:v>
                </c:pt>
                <c:pt idx="167">
                  <c:v>46.710349773</c:v>
                </c:pt>
                <c:pt idx="168">
                  <c:v>46.722082563</c:v>
                </c:pt>
                <c:pt idx="169">
                  <c:v>46.728357367</c:v>
                </c:pt>
                <c:pt idx="170">
                  <c:v>46.730379144</c:v>
                </c:pt>
                <c:pt idx="171">
                  <c:v>46.729261659</c:v>
                </c:pt>
                <c:pt idx="172">
                  <c:v>46.725851773</c:v>
                </c:pt>
                <c:pt idx="173">
                  <c:v>46.720756907</c:v>
                </c:pt>
                <c:pt idx="174">
                  <c:v>46.714402853</c:v>
                </c:pt>
                <c:pt idx="175">
                  <c:v>46.707084184</c:v>
                </c:pt>
                <c:pt idx="176">
                  <c:v>46.699002393</c:v>
                </c:pt>
                <c:pt idx="177">
                  <c:v>46.690293572</c:v>
                </c:pt>
                <c:pt idx="178">
                  <c:v>46.681048229</c:v>
                </c:pt>
                <c:pt idx="179">
                  <c:v>46.671325366</c:v>
                </c:pt>
                <c:pt idx="180">
                  <c:v>46.661162437</c:v>
                </c:pt>
                <c:pt idx="181">
                  <c:v>46.650989949</c:v>
                </c:pt>
                <c:pt idx="182">
                  <c:v>46.645741444</c:v>
                </c:pt>
                <c:pt idx="183">
                  <c:v>46.649386408</c:v>
                </c:pt>
                <c:pt idx="184">
                  <c:v>46.66165263</c:v>
                </c:pt>
                <c:pt idx="185">
                  <c:v>46.681127956</c:v>
                </c:pt>
                <c:pt idx="186">
                  <c:v>46.706430223</c:v>
                </c:pt>
                <c:pt idx="187">
                  <c:v>46.735524507</c:v>
                </c:pt>
                <c:pt idx="188">
                  <c:v>46.765611039</c:v>
                </c:pt>
                <c:pt idx="189">
                  <c:v>46.795288419</c:v>
                </c:pt>
                <c:pt idx="190">
                  <c:v>46.824057469</c:v>
                </c:pt>
                <c:pt idx="191">
                  <c:v>46.85175076</c:v>
                </c:pt>
                <c:pt idx="192">
                  <c:v>46.878326931</c:v>
                </c:pt>
                <c:pt idx="193">
                  <c:v>46.903801445</c:v>
                </c:pt>
                <c:pt idx="194">
                  <c:v>46.928219167</c:v>
                </c:pt>
                <c:pt idx="195">
                  <c:v>46.951640692</c:v>
                </c:pt>
                <c:pt idx="196">
                  <c:v>46.974134335</c:v>
                </c:pt>
                <c:pt idx="197">
                  <c:v>46.995771099</c:v>
                </c:pt>
                <c:pt idx="198">
                  <c:v>47.016621494</c:v>
                </c:pt>
                <c:pt idx="199">
                  <c:v>47.036753577</c:v>
                </c:pt>
                <c:pt idx="200">
                  <c:v>47.056231815</c:v>
                </c:pt>
                <c:pt idx="201">
                  <c:v>47.075116497</c:v>
                </c:pt>
                <c:pt idx="202">
                  <c:v>47.093463508</c:v>
                </c:pt>
                <c:pt idx="203">
                  <c:v>47.111324341</c:v>
                </c:pt>
                <c:pt idx="204">
                  <c:v>47.128746244</c:v>
                </c:pt>
                <c:pt idx="205">
                  <c:v>47.145772459</c:v>
                </c:pt>
                <c:pt idx="206">
                  <c:v>47.162442502</c:v>
                </c:pt>
                <c:pt idx="207">
                  <c:v>47.178792452</c:v>
                </c:pt>
                <c:pt idx="208">
                  <c:v>47.194855249</c:v>
                </c:pt>
                <c:pt idx="209">
                  <c:v>47.210660971</c:v>
                </c:pt>
                <c:pt idx="210">
                  <c:v>47.226237101</c:v>
                </c:pt>
                <c:pt idx="211">
                  <c:v>47.240254999</c:v>
                </c:pt>
                <c:pt idx="212">
                  <c:v>47.252912894</c:v>
                </c:pt>
                <c:pt idx="213">
                  <c:v>47.259942088</c:v>
                </c:pt>
                <c:pt idx="214">
                  <c:v>47.261494906</c:v>
                </c:pt>
                <c:pt idx="215">
                  <c:v>47.258757788</c:v>
                </c:pt>
                <c:pt idx="216">
                  <c:v>47.252863278</c:v>
                </c:pt>
                <c:pt idx="217">
                  <c:v>47.244679421</c:v>
                </c:pt>
                <c:pt idx="218">
                  <c:v>47.234830279</c:v>
                </c:pt>
                <c:pt idx="219">
                  <c:v>47.22375356</c:v>
                </c:pt>
                <c:pt idx="220">
                  <c:v>47.211752041</c:v>
                </c:pt>
                <c:pt idx="221">
                  <c:v>47.199032712</c:v>
                </c:pt>
                <c:pt idx="222">
                  <c:v>47.185735232</c:v>
                </c:pt>
                <c:pt idx="223">
                  <c:v>47.171952308</c:v>
                </c:pt>
                <c:pt idx="224">
                  <c:v>47.157744188</c:v>
                </c:pt>
                <c:pt idx="225">
                  <c:v>47.143148905</c:v>
                </c:pt>
                <c:pt idx="226">
                  <c:v>47.128458613</c:v>
                </c:pt>
                <c:pt idx="227">
                  <c:v>47.118204632</c:v>
                </c:pt>
                <c:pt idx="228">
                  <c:v>47.116777546</c:v>
                </c:pt>
                <c:pt idx="229">
                  <c:v>47.124117054</c:v>
                </c:pt>
                <c:pt idx="230">
                  <c:v>47.138837059</c:v>
                </c:pt>
                <c:pt idx="231">
                  <c:v>47.159544205</c:v>
                </c:pt>
                <c:pt idx="232">
                  <c:v>47.184326829</c:v>
                </c:pt>
                <c:pt idx="233">
                  <c:v>47.210334301</c:v>
                </c:pt>
                <c:pt idx="234">
                  <c:v>47.23604908</c:v>
                </c:pt>
                <c:pt idx="235">
                  <c:v>47.260925147</c:v>
                </c:pt>
                <c:pt idx="236">
                  <c:v>47.284777886</c:v>
                </c:pt>
                <c:pt idx="237">
                  <c:v>47.307558538</c:v>
                </c:pt>
                <c:pt idx="238">
                  <c:v>47.329278685</c:v>
                </c:pt>
                <c:pt idx="239">
                  <c:v>47.349980881</c:v>
                </c:pt>
                <c:pt idx="240">
                  <c:v>47.369724273</c:v>
                </c:pt>
                <c:pt idx="241">
                  <c:v>47.388576257</c:v>
                </c:pt>
                <c:pt idx="242">
                  <c:v>47.406607248</c:v>
                </c:pt>
                <c:pt idx="243">
                  <c:v>47.423887378</c:v>
                </c:pt>
                <c:pt idx="244">
                  <c:v>47.440484452</c:v>
                </c:pt>
                <c:pt idx="245">
                  <c:v>47.456462751</c:v>
                </c:pt>
                <c:pt idx="246">
                  <c:v>47.471882416</c:v>
                </c:pt>
                <c:pt idx="247">
                  <c:v>47.48679919</c:v>
                </c:pt>
                <c:pt idx="248">
                  <c:v>47.501264418</c:v>
                </c:pt>
                <c:pt idx="249">
                  <c:v>47.51532519</c:v>
                </c:pt>
                <c:pt idx="250">
                  <c:v>47.529024571</c:v>
                </c:pt>
                <c:pt idx="251">
                  <c:v>47.542401877</c:v>
                </c:pt>
                <c:pt idx="252">
                  <c:v>47.555492973</c:v>
                </c:pt>
                <c:pt idx="253">
                  <c:v>47.56833056</c:v>
                </c:pt>
                <c:pt idx="254">
                  <c:v>47.580944465</c:v>
                </c:pt>
                <c:pt idx="255">
                  <c:v>47.593361898</c:v>
                </c:pt>
                <c:pt idx="256">
                  <c:v>47.604549955</c:v>
                </c:pt>
                <c:pt idx="257">
                  <c:v>47.614480646</c:v>
                </c:pt>
                <c:pt idx="258">
                  <c:v>47.618927158</c:v>
                </c:pt>
                <c:pt idx="259">
                  <c:v>47.617853964</c:v>
                </c:pt>
                <c:pt idx="260">
                  <c:v>47.612422609</c:v>
                </c:pt>
                <c:pt idx="261">
                  <c:v>47.603783801</c:v>
                </c:pt>
                <c:pt idx="262">
                  <c:v>47.592827538</c:v>
                </c:pt>
                <c:pt idx="263">
                  <c:v>47.580195493</c:v>
                </c:pt>
                <c:pt idx="264">
                  <c:v>47.566338192</c:v>
                </c:pt>
                <c:pt idx="265">
                  <c:v>47.551567423</c:v>
                </c:pt>
                <c:pt idx="266">
                  <c:v>47.536096384</c:v>
                </c:pt>
                <c:pt idx="267">
                  <c:v>47.520068939</c:v>
                </c:pt>
                <c:pt idx="268">
                  <c:v>47.503580576</c:v>
                </c:pt>
                <c:pt idx="269">
                  <c:v>47.486693323</c:v>
                </c:pt>
                <c:pt idx="270">
                  <c:v>47.469446291</c:v>
                </c:pt>
                <c:pt idx="271">
                  <c:v>47.452029321</c:v>
                </c:pt>
                <c:pt idx="272">
                  <c:v>47.438531996</c:v>
                </c:pt>
                <c:pt idx="273">
                  <c:v>47.433737675</c:v>
                </c:pt>
                <c:pt idx="274">
                  <c:v>47.437824761</c:v>
                </c:pt>
                <c:pt idx="275">
                  <c:v>47.449441761</c:v>
                </c:pt>
                <c:pt idx="276">
                  <c:v>47.46718199</c:v>
                </c:pt>
                <c:pt idx="277">
                  <c:v>47.489248713</c:v>
                </c:pt>
                <c:pt idx="278">
                  <c:v>47.512763891</c:v>
                </c:pt>
                <c:pt idx="279">
                  <c:v>47.536088155</c:v>
                </c:pt>
                <c:pt idx="280">
                  <c:v>47.558624741</c:v>
                </c:pt>
                <c:pt idx="281">
                  <c:v>47.580170717</c:v>
                </c:pt>
                <c:pt idx="282">
                  <c:v>47.600669732</c:v>
                </c:pt>
                <c:pt idx="283">
                  <c:v>47.620129568</c:v>
                </c:pt>
                <c:pt idx="284">
                  <c:v>47.638590646</c:v>
                </c:pt>
                <c:pt idx="285">
                  <c:v>47.656110881</c:v>
                </c:pt>
                <c:pt idx="286">
                  <c:v>47.672756981</c:v>
                </c:pt>
                <c:pt idx="287">
                  <c:v>47.688599023</c:v>
                </c:pt>
                <c:pt idx="288">
                  <c:v>47.703707014</c:v>
                </c:pt>
                <c:pt idx="289">
                  <c:v>47.718148762</c:v>
                </c:pt>
                <c:pt idx="290">
                  <c:v>47.731988628</c:v>
                </c:pt>
                <c:pt idx="291">
                  <c:v>47.745286859</c:v>
                </c:pt>
                <c:pt idx="292">
                  <c:v>47.758099319</c:v>
                </c:pt>
                <c:pt idx="293">
                  <c:v>47.770477466</c:v>
                </c:pt>
                <c:pt idx="294">
                  <c:v>47.782468486</c:v>
                </c:pt>
                <c:pt idx="295">
                  <c:v>47.794115518</c:v>
                </c:pt>
                <c:pt idx="296">
                  <c:v>47.805457932</c:v>
                </c:pt>
                <c:pt idx="297">
                  <c:v>47.816531622</c:v>
                </c:pt>
                <c:pt idx="298">
                  <c:v>47.827369296</c:v>
                </c:pt>
                <c:pt idx="299">
                  <c:v>47.838000766</c:v>
                </c:pt>
                <c:pt idx="300">
                  <c:v>47.848453213</c:v>
                </c:pt>
                <c:pt idx="301">
                  <c:v>47.857878346</c:v>
                </c:pt>
                <c:pt idx="302">
                  <c:v>47.86622023</c:v>
                </c:pt>
                <c:pt idx="303">
                  <c:v>47.869234278</c:v>
                </c:pt>
                <c:pt idx="304">
                  <c:v>47.866677035</c:v>
                </c:pt>
                <c:pt idx="305">
                  <c:v>47.85967768</c:v>
                </c:pt>
                <c:pt idx="306">
                  <c:v>47.849403945</c:v>
                </c:pt>
                <c:pt idx="307">
                  <c:v>47.836768216</c:v>
                </c:pt>
                <c:pt idx="308">
                  <c:v>47.822430454</c:v>
                </c:pt>
                <c:pt idx="309">
                  <c:v>47.806854624</c:v>
                </c:pt>
                <c:pt idx="310">
                  <c:v>47.790362053</c:v>
                </c:pt>
                <c:pt idx="311">
                  <c:v>47.773172593</c:v>
                </c:pt>
                <c:pt idx="312">
                  <c:v>47.755434689</c:v>
                </c:pt>
                <c:pt idx="313">
                  <c:v>47.73724694</c:v>
                </c:pt>
                <c:pt idx="314">
                  <c:v>47.718673442</c:v>
                </c:pt>
                <c:pt idx="315">
                  <c:v>47.699754644</c:v>
                </c:pt>
                <c:pt idx="316">
                  <c:v>47.680608747</c:v>
                </c:pt>
                <c:pt idx="317">
                  <c:v>47.664858181</c:v>
                </c:pt>
                <c:pt idx="318">
                  <c:v>47.65763866</c:v>
                </c:pt>
                <c:pt idx="319">
                  <c:v>47.659394784</c:v>
                </c:pt>
                <c:pt idx="320">
                  <c:v>47.668819125</c:v>
                </c:pt>
                <c:pt idx="321">
                  <c:v>47.6844911</c:v>
                </c:pt>
                <c:pt idx="322">
                  <c:v>47.704717048</c:v>
                </c:pt>
                <c:pt idx="323">
                  <c:v>47.726616487</c:v>
                </c:pt>
                <c:pt idx="324">
                  <c:v>47.748423073</c:v>
                </c:pt>
                <c:pt idx="325">
                  <c:v>47.769484945</c:v>
                </c:pt>
                <c:pt idx="326">
                  <c:v>47.789579427</c:v>
                </c:pt>
                <c:pt idx="327">
                  <c:v>47.808642184</c:v>
                </c:pt>
                <c:pt idx="328">
                  <c:v>47.826677115</c:v>
                </c:pt>
                <c:pt idx="329">
                  <c:v>47.843722529</c:v>
                </c:pt>
                <c:pt idx="330">
                  <c:v>47.859835171</c:v>
                </c:pt>
                <c:pt idx="331">
                  <c:v>47.875081149</c:v>
                </c:pt>
                <c:pt idx="332">
                  <c:v>47.889530299</c:v>
                </c:pt>
                <c:pt idx="333">
                  <c:v>47.90325261</c:v>
                </c:pt>
                <c:pt idx="334">
                  <c:v>47.916316014</c:v>
                </c:pt>
                <c:pt idx="335">
                  <c:v>47.928785064</c:v>
                </c:pt>
                <c:pt idx="336">
                  <c:v>47.940720241</c:v>
                </c:pt>
                <c:pt idx="337">
                  <c:v>47.952177648</c:v>
                </c:pt>
                <c:pt idx="338">
                  <c:v>47.963208978</c:v>
                </c:pt>
                <c:pt idx="339">
                  <c:v>47.973861634</c:v>
                </c:pt>
                <c:pt idx="340">
                  <c:v>47.984178955</c:v>
                </c:pt>
                <c:pt idx="341">
                  <c:v>47.994200483</c:v>
                </c:pt>
                <c:pt idx="342">
                  <c:v>48.00396226</c:v>
                </c:pt>
                <c:pt idx="343">
                  <c:v>48.013497119</c:v>
                </c:pt>
                <c:pt idx="344">
                  <c:v>48.022834975</c:v>
                </c:pt>
                <c:pt idx="345">
                  <c:v>48.032003088</c:v>
                </c:pt>
                <c:pt idx="346">
                  <c:v>48.040271848</c:v>
                </c:pt>
                <c:pt idx="347">
                  <c:v>48.047661743</c:v>
                </c:pt>
                <c:pt idx="348">
                  <c:v>48.049900568</c:v>
                </c:pt>
                <c:pt idx="349">
                  <c:v>48.046516724</c:v>
                </c:pt>
                <c:pt idx="350">
                  <c:v>48.038598531</c:v>
                </c:pt>
                <c:pt idx="351">
                  <c:v>48.02732923</c:v>
                </c:pt>
                <c:pt idx="352">
                  <c:v>48.013643849</c:v>
                </c:pt>
                <c:pt idx="353">
                  <c:v>47.998221184</c:v>
                </c:pt>
                <c:pt idx="354">
                  <c:v>47.981539149</c:v>
                </c:pt>
                <c:pt idx="355">
                  <c:v>47.963929024</c:v>
                </c:pt>
                <c:pt idx="356">
                  <c:v>47.945617646</c:v>
                </c:pt>
                <c:pt idx="357">
                  <c:v>47.926758311</c:v>
                </c:pt>
                <c:pt idx="358">
                  <c:v>47.907452948</c:v>
                </c:pt>
                <c:pt idx="359">
                  <c:v>47.887767907</c:v>
                </c:pt>
                <c:pt idx="360">
                  <c:v>47.867745132</c:v>
                </c:pt>
                <c:pt idx="361">
                  <c:v>47.847456488</c:v>
                </c:pt>
                <c:pt idx="362">
                  <c:v>47.830046501</c:v>
                </c:pt>
                <c:pt idx="363">
                  <c:v>47.820950506</c:v>
                </c:pt>
                <c:pt idx="364">
                  <c:v>47.820907823</c:v>
                </c:pt>
                <c:pt idx="365">
                  <c:v>47.828665532</c:v>
                </c:pt>
                <c:pt idx="366">
                  <c:v>47.842790033</c:v>
                </c:pt>
                <c:pt idx="367">
                  <c:v>47.861676187</c:v>
                </c:pt>
                <c:pt idx="368">
                  <c:v>47.882466841</c:v>
                </c:pt>
                <c:pt idx="369">
                  <c:v>47.903264578</c:v>
                </c:pt>
                <c:pt idx="370">
                  <c:v>47.923357697</c:v>
                </c:pt>
                <c:pt idx="371">
                  <c:v>47.942502114</c:v>
                </c:pt>
                <c:pt idx="372">
                  <c:v>47.960624996</c:v>
                </c:pt>
                <c:pt idx="373">
                  <c:v>47.977726206</c:v>
                </c:pt>
                <c:pt idx="374">
                  <c:v>47.993841889</c:v>
                </c:pt>
                <c:pt idx="375">
                  <c:v>48.009027616</c:v>
                </c:pt>
                <c:pt idx="376">
                  <c:v>48.023348917</c:v>
                </c:pt>
                <c:pt idx="377">
                  <c:v>48.03687542</c:v>
                </c:pt>
                <c:pt idx="378">
                  <c:v>48.049677146</c:v>
                </c:pt>
                <c:pt idx="379">
                  <c:v>48.061822195</c:v>
                </c:pt>
                <c:pt idx="380">
                  <c:v>48.073375374</c:v>
                </c:pt>
                <c:pt idx="381">
                  <c:v>48.084397452</c:v>
                </c:pt>
                <c:pt idx="382">
                  <c:v>48.094944836</c:v>
                </c:pt>
                <c:pt idx="383">
                  <c:v>48.105069514</c:v>
                </c:pt>
                <c:pt idx="384">
                  <c:v>48.114819169</c:v>
                </c:pt>
                <c:pt idx="385">
                  <c:v>48.1242374</c:v>
                </c:pt>
                <c:pt idx="386">
                  <c:v>48.133363982</c:v>
                </c:pt>
                <c:pt idx="387">
                  <c:v>48.142235168</c:v>
                </c:pt>
                <c:pt idx="388">
                  <c:v>48.150883976</c:v>
                </c:pt>
                <c:pt idx="389">
                  <c:v>48.159340484</c:v>
                </c:pt>
                <c:pt idx="390">
                  <c:v>48.167632093</c:v>
                </c:pt>
                <c:pt idx="391">
                  <c:v>48.175107474</c:v>
                </c:pt>
                <c:pt idx="392">
                  <c:v>48.181914077</c:v>
                </c:pt>
                <c:pt idx="393">
                  <c:v>48.183771223</c:v>
                </c:pt>
                <c:pt idx="394">
                  <c:v>48.179959505</c:v>
                </c:pt>
                <c:pt idx="395">
                  <c:v>48.171516833</c:v>
                </c:pt>
                <c:pt idx="396">
                  <c:v>48.159640083</c:v>
                </c:pt>
                <c:pt idx="397">
                  <c:v>48.145287067</c:v>
                </c:pt>
                <c:pt idx="398">
                  <c:v>48.129155902</c:v>
                </c:pt>
                <c:pt idx="399">
                  <c:v>48.111738902</c:v>
                </c:pt>
                <c:pt idx="400">
                  <c:v>48.093377661</c:v>
                </c:pt>
                <c:pt idx="401">
                  <c:v>48.074306286</c:v>
                </c:pt>
                <c:pt idx="402">
                  <c:v>48.054683139</c:v>
                </c:pt>
                <c:pt idx="403">
                  <c:v>48.034613652</c:v>
                </c:pt>
                <c:pt idx="404">
                  <c:v>48.014166561</c:v>
                </c:pt>
                <c:pt idx="405">
                  <c:v>47.99338542</c:v>
                </c:pt>
                <c:pt idx="406">
                  <c:v>47.972315497</c:v>
                </c:pt>
                <c:pt idx="407">
                  <c:v>47.953627937</c:v>
                </c:pt>
                <c:pt idx="408">
                  <c:v>47.942992555</c:v>
                </c:pt>
                <c:pt idx="409">
                  <c:v>47.941472726</c:v>
                </c:pt>
                <c:pt idx="410">
                  <c:v>47.947881703</c:v>
                </c:pt>
                <c:pt idx="411">
                  <c:v>47.960774776</c:v>
                </c:pt>
                <c:pt idx="412">
                  <c:v>47.978619441</c:v>
                </c:pt>
                <c:pt idx="413">
                  <c:v>47.998607067</c:v>
                </c:pt>
                <c:pt idx="414">
                  <c:v>48.018706783</c:v>
                </c:pt>
                <c:pt idx="415">
                  <c:v>48.03814185</c:v>
                </c:pt>
                <c:pt idx="416">
                  <c:v>48.056644929</c:v>
                </c:pt>
                <c:pt idx="417">
                  <c:v>48.074134104</c:v>
                </c:pt>
                <c:pt idx="418">
                  <c:v>48.090604994</c:v>
                </c:pt>
                <c:pt idx="419">
                  <c:v>48.106091495</c:v>
                </c:pt>
                <c:pt idx="420">
                  <c:v>48.12064797</c:v>
                </c:pt>
                <c:pt idx="421">
                  <c:v>48.134339355</c:v>
                </c:pt>
                <c:pt idx="422">
                  <c:v>48.147235078</c:v>
                </c:pt>
                <c:pt idx="423">
                  <c:v>48.159405204</c:v>
                </c:pt>
                <c:pt idx="424">
                  <c:v>48.170918025</c:v>
                </c:pt>
                <c:pt idx="425">
                  <c:v>48.181838624</c:v>
                </c:pt>
                <c:pt idx="426">
                  <c:v>48.192228089</c:v>
                </c:pt>
                <c:pt idx="427">
                  <c:v>48.20214316</c:v>
                </c:pt>
                <c:pt idx="428">
                  <c:v>48.211636153</c:v>
                </c:pt>
                <c:pt idx="429">
                  <c:v>48.220755065</c:v>
                </c:pt>
                <c:pt idx="430">
                  <c:v>48.229543784</c:v>
                </c:pt>
                <c:pt idx="431">
                  <c:v>48.238042357</c:v>
                </c:pt>
                <c:pt idx="432">
                  <c:v>48.246287275</c:v>
                </c:pt>
                <c:pt idx="433">
                  <c:v>48.254311778</c:v>
                </c:pt>
                <c:pt idx="434">
                  <c:v>48.262146135</c:v>
                </c:pt>
                <c:pt idx="435">
                  <c:v>48.269817923</c:v>
                </c:pt>
                <c:pt idx="436">
                  <c:v>48.276729031</c:v>
                </c:pt>
                <c:pt idx="437">
                  <c:v>48.283171767</c:v>
                </c:pt>
                <c:pt idx="438">
                  <c:v>48.28489348</c:v>
                </c:pt>
                <c:pt idx="439">
                  <c:v>48.280908614</c:v>
                </c:pt>
                <c:pt idx="440">
                  <c:v>48.272194086</c:v>
                </c:pt>
                <c:pt idx="441">
                  <c:v>48.259958169</c:v>
                </c:pt>
                <c:pt idx="442">
                  <c:v>48.245181489</c:v>
                </c:pt>
                <c:pt idx="443">
                  <c:v>48.228581926</c:v>
                </c:pt>
                <c:pt idx="444">
                  <c:v>48.210666629</c:v>
                </c:pt>
                <c:pt idx="445">
                  <c:v>48.191787847</c:v>
                </c:pt>
                <c:pt idx="446">
                  <c:v>48.17218721</c:v>
                </c:pt>
                <c:pt idx="447">
                  <c:v>48.152028344</c:v>
                </c:pt>
                <c:pt idx="448">
                  <c:v>48.131420327</c:v>
                </c:pt>
                <c:pt idx="449">
                  <c:v>48.110434398</c:v>
                </c:pt>
                <c:pt idx="450">
                  <c:v>48.089115804</c:v>
                </c:pt>
                <c:pt idx="451">
                  <c:v>48.067497418</c:v>
                </c:pt>
                <c:pt idx="452">
                  <c:v>48.047796372</c:v>
                </c:pt>
                <c:pt idx="453">
                  <c:v>48.035840714</c:v>
                </c:pt>
                <c:pt idx="454">
                  <c:v>48.033047092</c:v>
                </c:pt>
                <c:pt idx="455">
                  <c:v>48.0383078</c:v>
                </c:pt>
                <c:pt idx="456">
                  <c:v>48.050169772</c:v>
                </c:pt>
                <c:pt idx="457">
                  <c:v>48.067157502</c:v>
                </c:pt>
                <c:pt idx="458">
                  <c:v>48.086533649</c:v>
                </c:pt>
                <c:pt idx="459">
                  <c:v>48.106133865</c:v>
                </c:pt>
                <c:pt idx="460">
                  <c:v>48.12511087</c:v>
                </c:pt>
                <c:pt idx="461">
                  <c:v>48.143172018</c:v>
                </c:pt>
                <c:pt idx="462">
                  <c:v>48.160225649</c:v>
                </c:pt>
                <c:pt idx="463">
                  <c:v>48.176262897</c:v>
                </c:pt>
                <c:pt idx="464">
                  <c:v>48.191315309</c:v>
                </c:pt>
                <c:pt idx="465">
                  <c:v>48.205435985</c:v>
                </c:pt>
                <c:pt idx="466">
                  <c:v>48.218689241</c:v>
                </c:pt>
                <c:pt idx="467">
                  <c:v>48.231144291</c:v>
                </c:pt>
                <c:pt idx="468">
                  <c:v>48.242871243</c:v>
                </c:pt>
                <c:pt idx="469">
                  <c:v>48.253938585</c:v>
                </c:pt>
                <c:pt idx="470">
                  <c:v>48.264411691</c:v>
                </c:pt>
                <c:pt idx="471">
                  <c:v>48.274351979</c:v>
                </c:pt>
                <c:pt idx="472">
                  <c:v>48.283816536</c:v>
                </c:pt>
                <c:pt idx="473">
                  <c:v>48.292858026</c:v>
                </c:pt>
                <c:pt idx="474">
                  <c:v>48.301524775</c:v>
                </c:pt>
                <c:pt idx="475">
                  <c:v>48.309860984</c:v>
                </c:pt>
                <c:pt idx="476">
                  <c:v>48.317906982</c:v>
                </c:pt>
                <c:pt idx="477">
                  <c:v>48.325699525</c:v>
                </c:pt>
                <c:pt idx="478">
                  <c:v>48.333272087</c:v>
                </c:pt>
                <c:pt idx="479">
                  <c:v>48.340655152</c:v>
                </c:pt>
                <c:pt idx="480">
                  <c:v>48.347876483</c:v>
                </c:pt>
                <c:pt idx="481">
                  <c:v>48.354375672</c:v>
                </c:pt>
                <c:pt idx="482">
                  <c:v>48.360587667</c:v>
                </c:pt>
                <c:pt idx="483">
                  <c:v>48.362333926</c:v>
                </c:pt>
                <c:pt idx="484">
                  <c:v>48.35834698</c:v>
                </c:pt>
                <c:pt idx="485">
                  <c:v>48.349531005</c:v>
                </c:pt>
                <c:pt idx="486">
                  <c:v>48.33710303</c:v>
                </c:pt>
                <c:pt idx="487">
                  <c:v>48.322066438</c:v>
                </c:pt>
                <c:pt idx="488">
                  <c:v>48.305159298</c:v>
                </c:pt>
                <c:pt idx="489">
                  <c:v>48.286904007</c:v>
                </c:pt>
                <c:pt idx="490">
                  <c:v>48.2676638</c:v>
                </c:pt>
                <c:pt idx="491">
                  <c:v>48.247688083</c:v>
                </c:pt>
                <c:pt idx="492">
                  <c:v>48.227145925</c:v>
                </c:pt>
                <c:pt idx="493">
                  <c:v>48.206150189</c:v>
                </c:pt>
                <c:pt idx="494">
                  <c:v>48.184774716</c:v>
                </c:pt>
                <c:pt idx="495">
                  <c:v>48.16306652</c:v>
                </c:pt>
                <c:pt idx="496">
                  <c:v>48.141055002</c:v>
                </c:pt>
                <c:pt idx="497">
                  <c:v>48.120536693</c:v>
                </c:pt>
                <c:pt idx="498">
                  <c:v>48.107411507</c:v>
                </c:pt>
                <c:pt idx="499">
                  <c:v>48.103478004</c:v>
                </c:pt>
                <c:pt idx="500">
                  <c:v>48.107721735</c:v>
                </c:pt>
                <c:pt idx="501">
                  <c:v>48.118684597</c:v>
                </c:pt>
                <c:pt idx="502">
                  <c:v>48.134933279</c:v>
                </c:pt>
                <c:pt idx="503">
                  <c:v>48.153821515</c:v>
                </c:pt>
                <c:pt idx="504">
                  <c:v>48.173054148</c:v>
                </c:pt>
                <c:pt idx="505">
                  <c:v>48.191707468</c:v>
                </c:pt>
                <c:pt idx="506">
                  <c:v>48.209461281</c:v>
                </c:pt>
                <c:pt idx="507">
                  <c:v>48.226213451</c:v>
                </c:pt>
                <c:pt idx="508">
                  <c:v>48.241950362</c:v>
                </c:pt>
                <c:pt idx="509">
                  <c:v>48.256701094</c:v>
                </c:pt>
                <c:pt idx="510">
                  <c:v>48.270517416</c:v>
                </c:pt>
                <c:pt idx="511">
                  <c:v>48.283462992</c:v>
                </c:pt>
                <c:pt idx="512">
                  <c:v>48.295606801</c:v>
                </c:pt>
                <c:pt idx="513">
                  <c:v>48.307018981</c:v>
                </c:pt>
                <c:pt idx="514">
                  <c:v>48.31776822</c:v>
                </c:pt>
                <c:pt idx="515">
                  <c:v>48.327920177</c:v>
                </c:pt>
                <c:pt idx="516">
                  <c:v>48.337536612</c:v>
                </c:pt>
                <c:pt idx="517">
                  <c:v>48.346674968</c:v>
                </c:pt>
                <c:pt idx="518">
                  <c:v>48.355388262</c:v>
                </c:pt>
                <c:pt idx="519">
                  <c:v>48.363725163</c:v>
                </c:pt>
                <c:pt idx="520">
                  <c:v>48.371730191</c:v>
                </c:pt>
                <c:pt idx="521">
                  <c:v>48.379443976</c:v>
                </c:pt>
                <c:pt idx="522">
                  <c:v>48.386903543</c:v>
                </c:pt>
                <c:pt idx="523">
                  <c:v>48.394142614</c:v>
                </c:pt>
                <c:pt idx="524">
                  <c:v>48.401191896</c:v>
                </c:pt>
                <c:pt idx="525">
                  <c:v>48.408079357</c:v>
                </c:pt>
                <c:pt idx="526">
                  <c:v>48.414272512</c:v>
                </c:pt>
                <c:pt idx="527">
                  <c:v>48.420335491</c:v>
                </c:pt>
                <c:pt idx="528">
                  <c:v>48.422213049</c:v>
                </c:pt>
                <c:pt idx="529">
                  <c:v>48.4183441</c:v>
                </c:pt>
                <c:pt idx="530">
                  <c:v>48.409547156</c:v>
                </c:pt>
                <c:pt idx="531">
                  <c:v>48.397044937</c:v>
                </c:pt>
                <c:pt idx="532">
                  <c:v>48.381863415</c:v>
                </c:pt>
                <c:pt idx="533">
                  <c:v>48.364761247</c:v>
                </c:pt>
                <c:pt idx="534">
                  <c:v>48.346276497</c:v>
                </c:pt>
                <c:pt idx="535">
                  <c:v>48.326783714</c:v>
                </c:pt>
                <c:pt idx="536">
                  <c:v>48.306540323</c:v>
                </c:pt>
                <c:pt idx="537">
                  <c:v>48.285721023</c:v>
                </c:pt>
                <c:pt idx="538">
                  <c:v>48.264442586</c:v>
                </c:pt>
                <c:pt idx="539">
                  <c:v>48.242781554</c:v>
                </c:pt>
                <c:pt idx="540">
                  <c:v>48.220786779</c:v>
                </c:pt>
                <c:pt idx="541">
                  <c:v>48.198488283</c:v>
                </c:pt>
                <c:pt idx="542">
                  <c:v>48.177307105</c:v>
                </c:pt>
                <c:pt idx="543">
                  <c:v>48.163122711</c:v>
                </c:pt>
                <c:pt idx="544">
                  <c:v>48.158140801</c:v>
                </c:pt>
                <c:pt idx="545">
                  <c:v>48.161456191</c:v>
                </c:pt>
                <c:pt idx="546">
                  <c:v>48.171609424</c:v>
                </c:pt>
                <c:pt idx="547">
                  <c:v>48.187196526</c:v>
                </c:pt>
                <c:pt idx="548">
                  <c:v>48.205677896</c:v>
                </c:pt>
                <c:pt idx="549">
                  <c:v>48.224633362</c:v>
                </c:pt>
                <c:pt idx="550">
                  <c:v>48.243056612</c:v>
                </c:pt>
                <c:pt idx="551">
                  <c:v>48.260597417</c:v>
                </c:pt>
                <c:pt idx="552">
                  <c:v>48.277142361</c:v>
                </c:pt>
                <c:pt idx="553">
                  <c:v>48.292672792</c:v>
                </c:pt>
                <c:pt idx="554">
                  <c:v>48.307215189</c:v>
                </c:pt>
                <c:pt idx="555">
                  <c:v>48.320819927</c:v>
                </c:pt>
                <c:pt idx="556">
                  <c:v>48.333549971</c:v>
                </c:pt>
                <c:pt idx="557">
                  <c:v>48.345474042</c:v>
                </c:pt>
                <c:pt idx="558">
                  <c:v>48.356662297</c:v>
                </c:pt>
                <c:pt idx="559">
                  <c:v>48.367183611</c:v>
                </c:pt>
                <c:pt idx="560">
                  <c:v>48.377103932</c:v>
                </c:pt>
                <c:pt idx="561">
                  <c:v>48.386485361</c:v>
                </c:pt>
                <c:pt idx="562">
                  <c:v>48.395385701</c:v>
                </c:pt>
                <c:pt idx="563">
                  <c:v>48.403858329</c:v>
                </c:pt>
                <c:pt idx="564">
                  <c:v>48.411952262</c:v>
                </c:pt>
                <c:pt idx="565">
                  <c:v>48.419712349</c:v>
                </c:pt>
                <c:pt idx="566">
                  <c:v>48.427179522</c:v>
                </c:pt>
                <c:pt idx="567">
                  <c:v>48.434391088</c:v>
                </c:pt>
                <c:pt idx="568">
                  <c:v>48.441381023</c:v>
                </c:pt>
                <c:pt idx="569">
                  <c:v>48.448180264</c:v>
                </c:pt>
                <c:pt idx="570">
                  <c:v>48.454816988</c:v>
                </c:pt>
                <c:pt idx="571">
                  <c:v>48.461316864</c:v>
                </c:pt>
                <c:pt idx="572">
                  <c:v>48.466744477</c:v>
                </c:pt>
                <c:pt idx="573">
                  <c:v>48.468825301</c:v>
                </c:pt>
                <c:pt idx="574">
                  <c:v>48.465161755</c:v>
                </c:pt>
                <c:pt idx="575">
                  <c:v>48.456472542</c:v>
                </c:pt>
                <c:pt idx="576">
                  <c:v>48.443982521</c:v>
                </c:pt>
                <c:pt idx="577">
                  <c:v>48.428739978</c:v>
                </c:pt>
                <c:pt idx="578">
                  <c:v>48.41152454</c:v>
                </c:pt>
                <c:pt idx="579">
                  <c:v>48.392890349</c:v>
                </c:pt>
                <c:pt idx="580">
                  <c:v>48.373223605</c:v>
                </c:pt>
                <c:pt idx="581">
                  <c:v>48.352789999</c:v>
                </c:pt>
                <c:pt idx="582">
                  <c:v>48.331770034</c:v>
                </c:pt>
                <c:pt idx="583">
                  <c:v>48.310284528</c:v>
                </c:pt>
                <c:pt idx="584">
                  <c:v>48.288412813</c:v>
                </c:pt>
                <c:pt idx="585">
                  <c:v>48.266205649</c:v>
                </c:pt>
                <c:pt idx="586">
                  <c:v>48.243694341</c:v>
                </c:pt>
                <c:pt idx="587">
                  <c:v>48.221977624</c:v>
                </c:pt>
                <c:pt idx="588">
                  <c:v>48.206818822</c:v>
                </c:pt>
                <c:pt idx="589">
                  <c:v>48.200852751</c:v>
                </c:pt>
                <c:pt idx="590">
                  <c:v>48.203300809</c:v>
                </c:pt>
                <c:pt idx="591">
                  <c:v>48.212706514</c:v>
                </c:pt>
                <c:pt idx="592">
                  <c:v>48.227683664</c:v>
                </c:pt>
                <c:pt idx="593">
                  <c:v>48.245811228</c:v>
                </c:pt>
                <c:pt idx="594">
                  <c:v>48.264552778</c:v>
                </c:pt>
                <c:pt idx="595">
                  <c:v>48.282812989</c:v>
                </c:pt>
                <c:pt idx="596">
                  <c:v>48.300208879</c:v>
                </c:pt>
                <c:pt idx="597">
                  <c:v>48.316614866</c:v>
                </c:pt>
                <c:pt idx="598">
                  <c:v>48.332006945</c:v>
                </c:pt>
                <c:pt idx="599">
                  <c:v>48.34640886</c:v>
                </c:pt>
                <c:pt idx="600">
                  <c:v>48.359869514</c:v>
                </c:pt>
                <c:pt idx="601">
                  <c:v>48.372451129</c:v>
                </c:pt>
                <c:pt idx="602">
                  <c:v>48.38422214</c:v>
                </c:pt>
                <c:pt idx="603">
                  <c:v>48.395252704</c:v>
                </c:pt>
                <c:pt idx="604">
                  <c:v>48.405611876</c:v>
                </c:pt>
                <c:pt idx="605">
                  <c:v>48.415365891</c:v>
                </c:pt>
                <c:pt idx="606">
                  <c:v>48.424577187</c:v>
                </c:pt>
                <c:pt idx="607">
                  <c:v>48.433303931</c:v>
                </c:pt>
                <c:pt idx="608">
                  <c:v>48.441599862</c:v>
                </c:pt>
                <c:pt idx="609">
                  <c:v>48.449514351</c:v>
                </c:pt>
                <c:pt idx="610">
                  <c:v>48.457092578</c:v>
                </c:pt>
                <c:pt idx="611">
                  <c:v>48.464375786</c:v>
                </c:pt>
                <c:pt idx="612">
                  <c:v>48.471401565</c:v>
                </c:pt>
                <c:pt idx="613">
                  <c:v>48.478204152</c:v>
                </c:pt>
                <c:pt idx="614">
                  <c:v>48.484814719</c:v>
                </c:pt>
                <c:pt idx="615">
                  <c:v>48.491261656</c:v>
                </c:pt>
                <c:pt idx="616">
                  <c:v>48.497570827</c:v>
                </c:pt>
                <c:pt idx="617">
                  <c:v>48.502947222</c:v>
                </c:pt>
                <c:pt idx="618">
                  <c:v>48.505279207</c:v>
                </c:pt>
                <c:pt idx="619">
                  <c:v>48.501886467</c:v>
                </c:pt>
                <c:pt idx="620">
                  <c:v>48.493372501</c:v>
                </c:pt>
                <c:pt idx="621">
                  <c:v>48.480960266</c:v>
                </c:pt>
                <c:pt idx="622">
                  <c:v>48.465719927</c:v>
                </c:pt>
                <c:pt idx="623">
                  <c:v>48.448452446</c:v>
                </c:pt>
                <c:pt idx="624">
                  <c:v>48.42972846</c:v>
                </c:pt>
                <c:pt idx="625">
                  <c:v>48.409946156</c:v>
                </c:pt>
                <c:pt idx="626">
                  <c:v>48.389379743</c:v>
                </c:pt>
                <c:pt idx="627">
                  <c:v>48.368215711</c:v>
                </c:pt>
                <c:pt idx="628">
                  <c:v>48.346579052</c:v>
                </c:pt>
                <c:pt idx="629">
                  <c:v>48.324551985</c:v>
                </c:pt>
                <c:pt idx="630">
                  <c:v>48.302187245</c:v>
                </c:pt>
                <c:pt idx="631">
                  <c:v>48.279517468</c:v>
                </c:pt>
                <c:pt idx="632">
                  <c:v>48.257370876</c:v>
                </c:pt>
                <c:pt idx="633">
                  <c:v>48.241306933</c:v>
                </c:pt>
                <c:pt idx="634">
                  <c:v>48.234402935</c:v>
                </c:pt>
                <c:pt idx="635">
                  <c:v>48.236026039</c:v>
                </c:pt>
                <c:pt idx="636">
                  <c:v>48.244727653</c:v>
                </c:pt>
                <c:pt idx="637">
                  <c:v>48.259129608</c:v>
                </c:pt>
                <c:pt idx="638">
                  <c:v>48.276937059</c:v>
                </c:pt>
                <c:pt idx="639">
                  <c:v>48.295509321</c:v>
                </c:pt>
                <c:pt idx="640">
                  <c:v>48.313655409</c:v>
                </c:pt>
                <c:pt idx="641">
                  <c:v>48.330956632</c:v>
                </c:pt>
                <c:pt idx="642">
                  <c:v>48.347274266</c:v>
                </c:pt>
                <c:pt idx="643">
                  <c:v>48.362578612</c:v>
                </c:pt>
                <c:pt idx="644">
                  <c:v>48.376890532</c:v>
                </c:pt>
                <c:pt idx="645">
                  <c:v>48.390257375</c:v>
                </c:pt>
                <c:pt idx="646">
                  <c:v>48.402740575</c:v>
                </c:pt>
                <c:pt idx="647">
                  <c:v>48.41440825</c:v>
                </c:pt>
                <c:pt idx="648">
                  <c:v>48.425330538</c:v>
                </c:pt>
                <c:pt idx="649">
                  <c:v>48.435576666</c:v>
                </c:pt>
                <c:pt idx="650">
                  <c:v>48.445213146</c:v>
                </c:pt>
                <c:pt idx="651">
                  <c:v>48.454302756</c:v>
                </c:pt>
                <c:pt idx="652">
                  <c:v>48.462904023</c:v>
                </c:pt>
                <c:pt idx="653">
                  <c:v>48.471071055</c:v>
                </c:pt>
                <c:pt idx="654">
                  <c:v>48.478853576</c:v>
                </c:pt>
                <c:pt idx="655">
                  <c:v>48.486297103</c:v>
                </c:pt>
                <c:pt idx="656">
                  <c:v>48.493443192</c:v>
                </c:pt>
                <c:pt idx="657">
                  <c:v>48.500329722</c:v>
                </c:pt>
                <c:pt idx="658">
                  <c:v>48.506991193</c:v>
                </c:pt>
                <c:pt idx="659">
                  <c:v>48.513459019</c:v>
                </c:pt>
                <c:pt idx="660">
                  <c:v>48.519761805</c:v>
                </c:pt>
                <c:pt idx="661">
                  <c:v>48.525925611</c:v>
                </c:pt>
                <c:pt idx="662">
                  <c:v>48.53126572</c:v>
                </c:pt>
                <c:pt idx="663">
                  <c:v>48.533879188</c:v>
                </c:pt>
                <c:pt idx="664">
                  <c:v>48.530807131</c:v>
                </c:pt>
                <c:pt idx="665">
                  <c:v>48.522521258</c:v>
                </c:pt>
                <c:pt idx="666">
                  <c:v>48.510237955</c:v>
                </c:pt>
                <c:pt idx="667">
                  <c:v>48.495048727</c:v>
                </c:pt>
                <c:pt idx="668">
                  <c:v>48.477776198</c:v>
                </c:pt>
                <c:pt idx="669">
                  <c:v>48.459007923</c:v>
                </c:pt>
                <c:pt idx="670">
                  <c:v>48.439154416</c:v>
                </c:pt>
                <c:pt idx="671">
                  <c:v>48.418498657</c:v>
                </c:pt>
                <c:pt idx="672">
                  <c:v>48.39723331</c:v>
                </c:pt>
                <c:pt idx="673">
                  <c:v>48.375487674</c:v>
                </c:pt>
                <c:pt idx="674">
                  <c:v>48.353346949</c:v>
                </c:pt>
                <c:pt idx="675">
                  <c:v>48.330865912</c:v>
                </c:pt>
                <c:pt idx="676">
                  <c:v>48.30807858</c:v>
                </c:pt>
                <c:pt idx="677">
                  <c:v>48.285591031</c:v>
                </c:pt>
                <c:pt idx="678">
                  <c:v>48.26868139</c:v>
                </c:pt>
                <c:pt idx="679">
                  <c:v>48.260873429</c:v>
                </c:pt>
                <c:pt idx="680">
                  <c:v>48.261700927</c:v>
                </c:pt>
                <c:pt idx="681">
                  <c:v>48.269728698</c:v>
                </c:pt>
                <c:pt idx="682">
                  <c:v>48.283578849</c:v>
                </c:pt>
                <c:pt idx="683">
                  <c:v>48.301085968</c:v>
                </c:pt>
                <c:pt idx="684">
                  <c:v>48.319520246</c:v>
                </c:pt>
                <c:pt idx="685">
                  <c:v>48.337588308</c:v>
                </c:pt>
                <c:pt idx="686">
                  <c:v>48.354832517</c:v>
                </c:pt>
                <c:pt idx="687">
                  <c:v>48.371099936</c:v>
                </c:pt>
                <c:pt idx="688">
                  <c:v>48.386354809</c:v>
                </c:pt>
                <c:pt idx="689">
                  <c:v>48.400614954</c:v>
                </c:pt>
                <c:pt idx="690">
                  <c:v>48.413926087</c:v>
                </c:pt>
                <c:pt idx="691">
                  <c:v>48.426348802</c:v>
                </c:pt>
                <c:pt idx="692">
                  <c:v>48.437950867</c:v>
                </c:pt>
                <c:pt idx="693">
                  <c:v>48.448802386</c:v>
                </c:pt>
                <c:pt idx="694">
                  <c:v>48.458972741</c:v>
                </c:pt>
                <c:pt idx="695">
                  <c:v>48.468528719</c:v>
                </c:pt>
                <c:pt idx="696">
                  <c:v>48.477533431</c:v>
                </c:pt>
                <c:pt idx="697">
                  <c:v>48.486045769</c:v>
                </c:pt>
                <c:pt idx="698">
                  <c:v>48.494120206</c:v>
                </c:pt>
                <c:pt idx="699">
                  <c:v>48.501806825</c:v>
                </c:pt>
                <c:pt idx="700">
                  <c:v>48.509151482</c:v>
                </c:pt>
                <c:pt idx="701">
                  <c:v>48.516196049</c:v>
                </c:pt>
                <c:pt idx="702">
                  <c:v>48.522978697</c:v>
                </c:pt>
                <c:pt idx="703">
                  <c:v>48.529534195</c:v>
                </c:pt>
                <c:pt idx="704">
                  <c:v>48.535894197</c:v>
                </c:pt>
                <c:pt idx="705">
                  <c:v>48.54208753</c:v>
                </c:pt>
                <c:pt idx="706">
                  <c:v>48.548140452</c:v>
                </c:pt>
                <c:pt idx="707">
                  <c:v>48.553452166</c:v>
                </c:pt>
                <c:pt idx="708">
                  <c:v>48.556363963</c:v>
                </c:pt>
                <c:pt idx="709">
                  <c:v>48.553651049</c:v>
                </c:pt>
                <c:pt idx="710">
                  <c:v>48.54563558</c:v>
                </c:pt>
                <c:pt idx="711">
                  <c:v>48.53352207</c:v>
                </c:pt>
                <c:pt idx="712">
                  <c:v>48.51842264</c:v>
                </c:pt>
                <c:pt idx="713">
                  <c:v>48.501181888</c:v>
                </c:pt>
                <c:pt idx="714">
                  <c:v>48.482404702</c:v>
                </c:pt>
                <c:pt idx="715">
                  <c:v>48.462514273</c:v>
                </c:pt>
                <c:pt idx="716">
                  <c:v>48.441802616</c:v>
                </c:pt>
                <c:pt idx="717">
                  <c:v>48.420468755</c:v>
                </c:pt>
                <c:pt idx="718">
                  <c:v>48.398646433</c:v>
                </c:pt>
                <c:pt idx="719">
                  <c:v>48.376423927</c:v>
                </c:pt>
                <c:pt idx="720">
                  <c:v>48.353858126</c:v>
                </c:pt>
                <c:pt idx="721">
                  <c:v>48.330984475</c:v>
                </c:pt>
                <c:pt idx="722">
                  <c:v>48.323295457</c:v>
                </c:pt>
              </c:numCache>
            </c:numRef>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80"/>
          <c:min val="15"/>
        </c:scaling>
        <c:delete val="0"/>
        <c:axPos val="l"/>
        <c:majorGridlines>
          <c:spPr>
            <a:ln xmlns:a="http://schemas.openxmlformats.org/drawingml/2006/main" w="9525">
              <a:solidFill>
                <a:srgbClr val="E4EBEF"/>
              </a:solidFill>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Temperature [°C]</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587081"/>
            </a:solidFill>
          </a:ln>
        </c:spPr>
        <c:txPr>
          <a:bodyPr xmlns:a="http://schemas.openxmlformats.org/drawingml/2006/main" anchorCtr="1"/>
          <a:lstStyle xmlns:a="http://schemas.openxmlformats.org/drawingml/2006/main"/>
          <a:p xmlns:a="http://schemas.openxmlformats.org/drawingml/2006/main">
            <a:pPr>
              <a:defRPr sz="1350">
                <a:solidFill>
                  <a:srgbClr val="587081"/>
                </a:solidFill>
                <a:latin typeface="Arial"/>
                <a:ea typeface="Arial"/>
                <a:cs typeface="Arial"/>
              </a:defRPr>
            </a:pPr>
          </a:p>
        </c:txPr>
        <c:crossAx val="48650112"/>
        <c:crossesAt val="15"/>
      </c:valAx>
      <c:valAx>
        <c:axId val="48650112"/>
        <c:scaling>
          <c:orientation val="minMax"/>
          <c:max val="24"/>
          <c:min val="0"/>
        </c:scaling>
        <c:delete val="0"/>
        <c:axPos val="b"/>
        <c:title>
          <c:tx>
            <c:rich>
              <a:bodyPr xmlns:a="http://schemas.openxmlformats.org/drawingml/2006/main"/>
              <a:lstStyle xmlns:a="http://schemas.openxmlformats.org/drawingml/2006/main"/>
              <a:p xmlns:a="http://schemas.openxmlformats.org/drawingml/2006/main">
                <a:r>
                  <a:rPr>
                    <a:latin typeface="Arial"/>
                    <a:ea typeface="Arial"/>
                    <a:cs typeface="Arial"/>
                  </a:rPr>
                  <a:t>Elapsed time [h]</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587081"/>
            </a:solidFill>
          </a:ln>
        </c:spPr>
        <c:txPr>
          <a:bodyPr xmlns:a="http://schemas.openxmlformats.org/drawingml/2006/main" anchorCtr="1"/>
          <a:lstStyle xmlns:a="http://schemas.openxmlformats.org/drawingml/2006/main"/>
          <a:p xmlns:a="http://schemas.openxmlformats.org/drawingml/2006/main">
            <a:pPr>
              <a:defRPr sz="1350">
                <a:solidFill>
                  <a:srgbClr val="587081"/>
                </a:solidFill>
                <a:latin typeface="Arial"/>
                <a:ea typeface="Arial"/>
                <a:cs typeface="Arial"/>
              </a:defRPr>
            </a:pPr>
          </a:p>
        </c:txPr>
        <c:crossAx val="48672768"/>
        <c:majorUnit val="6"/>
      </c:valAx>
      <c:spPr>
        <a:solidFill xmlns:a="http://schemas.openxmlformats.org/drawingml/2006/main">
          <a:srgbClr val="FFFFFF"/>
        </a:solidFill>
      </c:spPr>
    </c:plotArea>
    <c:legend>
      <c:legendPos val="b"/>
      <c:overlay val="0"/>
      <c:txPr>
        <a:bodyPr xmlns:a="http://schemas.openxmlformats.org/drawingml/2006/main" anchorCtr="1"/>
        <a:lstStyle xmlns:a="http://schemas.openxmlformats.org/drawingml/2006/main"/>
        <a:p xmlns:a="http://schemas.openxmlformats.org/drawingml/2006/main">
          <a:pPr>
            <a:defRPr sz="1350">
              <a:solidFill>
                <a:srgbClr val="142B3D"/>
              </a:solidFill>
              <a:latin typeface="Arial"/>
              <a:ea typeface="Arial"/>
              <a:cs typeface="Arial"/>
            </a:defRPr>
          </a:pPr>
        </a:p>
      </c:txPr>
    </c:legend>
    <c:plotVisOnly val="1"/>
  </c:chart>
  <c:spPr>
    <a:solidFill xmlns:a="http://schemas.openxmlformats.org/drawingml/2006/main">
      <a:srgbClr val="FFFFFF"/>
    </a:solidFill>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scatterChart>
        <c:scatterStyle val="line"/>
        <c:varyColors val="0"/>
        <c:ser>
          <c:idx val="0"/>
          <c:order val="0"/>
          <c:tx>
            <c:v>Battery, fixed link</c:v>
          </c:tx>
          <c:spPr>
            <a:ln xmlns:a="http://schemas.openxmlformats.org/drawingml/2006/main" w="23813">
              <a:solidFill>
                <a:srgbClr val="AD7A22"/>
              </a:solidFill>
            </a:ln>
          </c:spPr>
          <c:marker>
            <c:symbol val="none"/>
          </c:marker>
          <c:xVal>
            <c:numRef>
              <c:f>'Chart Data'!$A$2:$A$724</c:f>
              <c:numCache>
                <c:formatCode>General</c:formatCode>
                <c:ptCount val="723"/>
                <c:pt idx="0">
                  <c:v>0</c:v>
                </c:pt>
                <c:pt idx="1">
                  <c:v>0.0333333333333</c:v>
                </c:pt>
                <c:pt idx="2">
                  <c:v>0.0666666666667</c:v>
                </c:pt>
                <c:pt idx="3">
                  <c:v>0.1</c:v>
                </c:pt>
                <c:pt idx="4">
                  <c:v>0.133333333333</c:v>
                </c:pt>
                <c:pt idx="5">
                  <c:v>0.166666666667</c:v>
                </c:pt>
                <c:pt idx="6">
                  <c:v>0.2</c:v>
                </c:pt>
                <c:pt idx="7">
                  <c:v>0.233333333333</c:v>
                </c:pt>
                <c:pt idx="8">
                  <c:v>0.266666666667</c:v>
                </c:pt>
                <c:pt idx="9">
                  <c:v>0.3</c:v>
                </c:pt>
                <c:pt idx="10">
                  <c:v>0.333333333333</c:v>
                </c:pt>
                <c:pt idx="11">
                  <c:v>0.366666666667</c:v>
                </c:pt>
                <c:pt idx="12">
                  <c:v>0.4</c:v>
                </c:pt>
                <c:pt idx="13">
                  <c:v>0.433333333333</c:v>
                </c:pt>
                <c:pt idx="14">
                  <c:v>0.466666666667</c:v>
                </c:pt>
                <c:pt idx="15">
                  <c:v>0.5</c:v>
                </c:pt>
                <c:pt idx="16">
                  <c:v>0.533333333333</c:v>
                </c:pt>
                <c:pt idx="17">
                  <c:v>0.566666666667</c:v>
                </c:pt>
                <c:pt idx="18">
                  <c:v>0.6</c:v>
                </c:pt>
                <c:pt idx="19">
                  <c:v>0.633333333333</c:v>
                </c:pt>
                <c:pt idx="20">
                  <c:v>0.666666666667</c:v>
                </c:pt>
                <c:pt idx="21">
                  <c:v>0.7</c:v>
                </c:pt>
                <c:pt idx="22">
                  <c:v>0.733333333333</c:v>
                </c:pt>
                <c:pt idx="23">
                  <c:v>0.766666666667</c:v>
                </c:pt>
                <c:pt idx="24">
                  <c:v>0.8</c:v>
                </c:pt>
                <c:pt idx="25">
                  <c:v>0.833333333333</c:v>
                </c:pt>
                <c:pt idx="26">
                  <c:v>0.866666666667</c:v>
                </c:pt>
                <c:pt idx="27">
                  <c:v>0.9</c:v>
                </c:pt>
                <c:pt idx="28">
                  <c:v>0.933333333333</c:v>
                </c:pt>
                <c:pt idx="29">
                  <c:v>0.966666666667</c:v>
                </c:pt>
                <c:pt idx="30">
                  <c:v>1</c:v>
                </c:pt>
                <c:pt idx="31">
                  <c:v>1.03055555556</c:v>
                </c:pt>
                <c:pt idx="32">
                  <c:v>1.06388888889</c:v>
                </c:pt>
                <c:pt idx="33">
                  <c:v>1.09722222222</c:v>
                </c:pt>
                <c:pt idx="34">
                  <c:v>1.13055555556</c:v>
                </c:pt>
                <c:pt idx="35">
                  <c:v>1.16388888889</c:v>
                </c:pt>
                <c:pt idx="36">
                  <c:v>1.19722222222</c:v>
                </c:pt>
                <c:pt idx="37">
                  <c:v>1.23055555556</c:v>
                </c:pt>
                <c:pt idx="38">
                  <c:v>1.26388888889</c:v>
                </c:pt>
                <c:pt idx="39">
                  <c:v>1.29722222222</c:v>
                </c:pt>
                <c:pt idx="40">
                  <c:v>1.33055555556</c:v>
                </c:pt>
                <c:pt idx="41">
                  <c:v>1.36388888889</c:v>
                </c:pt>
                <c:pt idx="42">
                  <c:v>1.39722222222</c:v>
                </c:pt>
                <c:pt idx="43">
                  <c:v>1.43055555556</c:v>
                </c:pt>
                <c:pt idx="44">
                  <c:v>1.46388888889</c:v>
                </c:pt>
                <c:pt idx="45">
                  <c:v>1.49722222222</c:v>
                </c:pt>
                <c:pt idx="46">
                  <c:v>1.53055555556</c:v>
                </c:pt>
                <c:pt idx="47">
                  <c:v>1.56388888889</c:v>
                </c:pt>
                <c:pt idx="48">
                  <c:v>1.59722222222</c:v>
                </c:pt>
                <c:pt idx="49">
                  <c:v>1.63055555556</c:v>
                </c:pt>
                <c:pt idx="50">
                  <c:v>1.66388888889</c:v>
                </c:pt>
                <c:pt idx="51">
                  <c:v>1.69722222222</c:v>
                </c:pt>
                <c:pt idx="52">
                  <c:v>1.73055555556</c:v>
                </c:pt>
                <c:pt idx="53">
                  <c:v>1.76388888889</c:v>
                </c:pt>
                <c:pt idx="54">
                  <c:v>1.79722222222</c:v>
                </c:pt>
                <c:pt idx="55">
                  <c:v>1.83055555556</c:v>
                </c:pt>
                <c:pt idx="56">
                  <c:v>1.86388888889</c:v>
                </c:pt>
                <c:pt idx="57">
                  <c:v>1.89722222222</c:v>
                </c:pt>
                <c:pt idx="58">
                  <c:v>1.93055555556</c:v>
                </c:pt>
                <c:pt idx="59">
                  <c:v>1.96388888889</c:v>
                </c:pt>
                <c:pt idx="60">
                  <c:v>1.99722222222</c:v>
                </c:pt>
                <c:pt idx="61">
                  <c:v>2.03055555556</c:v>
                </c:pt>
                <c:pt idx="62">
                  <c:v>2.06388888889</c:v>
                </c:pt>
                <c:pt idx="63">
                  <c:v>2.09722222222</c:v>
                </c:pt>
                <c:pt idx="64">
                  <c:v>2.13055555556</c:v>
                </c:pt>
                <c:pt idx="65">
                  <c:v>2.16388888889</c:v>
                </c:pt>
                <c:pt idx="66">
                  <c:v>2.19722222222</c:v>
                </c:pt>
                <c:pt idx="67">
                  <c:v>2.23055555556</c:v>
                </c:pt>
                <c:pt idx="68">
                  <c:v>2.26388888889</c:v>
                </c:pt>
                <c:pt idx="69">
                  <c:v>2.29722222222</c:v>
                </c:pt>
                <c:pt idx="70">
                  <c:v>2.33055555556</c:v>
                </c:pt>
                <c:pt idx="71">
                  <c:v>2.36388888889</c:v>
                </c:pt>
                <c:pt idx="72">
                  <c:v>2.39722222222</c:v>
                </c:pt>
                <c:pt idx="73">
                  <c:v>2.43055555556</c:v>
                </c:pt>
                <c:pt idx="74">
                  <c:v>2.46388888889</c:v>
                </c:pt>
                <c:pt idx="75">
                  <c:v>2.49722222222</c:v>
                </c:pt>
                <c:pt idx="76">
                  <c:v>2.52777777778</c:v>
                </c:pt>
                <c:pt idx="77">
                  <c:v>2.56111111111</c:v>
                </c:pt>
                <c:pt idx="78">
                  <c:v>2.59444444444</c:v>
                </c:pt>
                <c:pt idx="79">
                  <c:v>2.62777777778</c:v>
                </c:pt>
                <c:pt idx="80">
                  <c:v>2.66111111111</c:v>
                </c:pt>
                <c:pt idx="81">
                  <c:v>2.69444444444</c:v>
                </c:pt>
                <c:pt idx="82">
                  <c:v>2.72777777778</c:v>
                </c:pt>
                <c:pt idx="83">
                  <c:v>2.76111111111</c:v>
                </c:pt>
                <c:pt idx="84">
                  <c:v>2.79444444444</c:v>
                </c:pt>
                <c:pt idx="85">
                  <c:v>2.82777777778</c:v>
                </c:pt>
                <c:pt idx="86">
                  <c:v>2.86111111111</c:v>
                </c:pt>
                <c:pt idx="87">
                  <c:v>2.89444444444</c:v>
                </c:pt>
                <c:pt idx="88">
                  <c:v>2.92777777778</c:v>
                </c:pt>
                <c:pt idx="89">
                  <c:v>2.96111111111</c:v>
                </c:pt>
                <c:pt idx="90">
                  <c:v>2.99444444444</c:v>
                </c:pt>
                <c:pt idx="91">
                  <c:v>3.02777777778</c:v>
                </c:pt>
                <c:pt idx="92">
                  <c:v>3.06111111111</c:v>
                </c:pt>
                <c:pt idx="93">
                  <c:v>3.09444444444</c:v>
                </c:pt>
                <c:pt idx="94">
                  <c:v>3.12777777778</c:v>
                </c:pt>
                <c:pt idx="95">
                  <c:v>3.16111111111</c:v>
                </c:pt>
                <c:pt idx="96">
                  <c:v>3.19444444444</c:v>
                </c:pt>
                <c:pt idx="97">
                  <c:v>3.22777777778</c:v>
                </c:pt>
                <c:pt idx="98">
                  <c:v>3.26111111111</c:v>
                </c:pt>
                <c:pt idx="99">
                  <c:v>3.29444444444</c:v>
                </c:pt>
                <c:pt idx="100">
                  <c:v>3.32777777778</c:v>
                </c:pt>
                <c:pt idx="101">
                  <c:v>3.36111111111</c:v>
                </c:pt>
                <c:pt idx="102">
                  <c:v>3.39444444444</c:v>
                </c:pt>
                <c:pt idx="103">
                  <c:v>3.42777777778</c:v>
                </c:pt>
                <c:pt idx="104">
                  <c:v>3.46111111111</c:v>
                </c:pt>
                <c:pt idx="105">
                  <c:v>3.49444444444</c:v>
                </c:pt>
                <c:pt idx="106">
                  <c:v>3.52777777778</c:v>
                </c:pt>
                <c:pt idx="107">
                  <c:v>3.56111111111</c:v>
                </c:pt>
                <c:pt idx="108">
                  <c:v>3.59444444444</c:v>
                </c:pt>
                <c:pt idx="109">
                  <c:v>3.62777777778</c:v>
                </c:pt>
                <c:pt idx="110">
                  <c:v>3.66111111111</c:v>
                </c:pt>
                <c:pt idx="111">
                  <c:v>3.69444444444</c:v>
                </c:pt>
                <c:pt idx="112">
                  <c:v>3.72777777778</c:v>
                </c:pt>
                <c:pt idx="113">
                  <c:v>3.76111111111</c:v>
                </c:pt>
                <c:pt idx="114">
                  <c:v>3.79444444444</c:v>
                </c:pt>
                <c:pt idx="115">
                  <c:v>3.82777777778</c:v>
                </c:pt>
                <c:pt idx="116">
                  <c:v>3.86111111111</c:v>
                </c:pt>
                <c:pt idx="117">
                  <c:v>3.89444444444</c:v>
                </c:pt>
                <c:pt idx="118">
                  <c:v>3.92777777778</c:v>
                </c:pt>
                <c:pt idx="119">
                  <c:v>3.96111111111</c:v>
                </c:pt>
                <c:pt idx="120">
                  <c:v>3.99444444444</c:v>
                </c:pt>
                <c:pt idx="121">
                  <c:v>4.025</c:v>
                </c:pt>
                <c:pt idx="122">
                  <c:v>4.05833333333</c:v>
                </c:pt>
                <c:pt idx="123">
                  <c:v>4.09166666667</c:v>
                </c:pt>
                <c:pt idx="124">
                  <c:v>4.125</c:v>
                </c:pt>
                <c:pt idx="125">
                  <c:v>4.15833333333</c:v>
                </c:pt>
                <c:pt idx="126">
                  <c:v>4.19166666667</c:v>
                </c:pt>
                <c:pt idx="127">
                  <c:v>4.225</c:v>
                </c:pt>
                <c:pt idx="128">
                  <c:v>4.25833333333</c:v>
                </c:pt>
                <c:pt idx="129">
                  <c:v>4.29166666667</c:v>
                </c:pt>
                <c:pt idx="130">
                  <c:v>4.325</c:v>
                </c:pt>
                <c:pt idx="131">
                  <c:v>4.35833333333</c:v>
                </c:pt>
                <c:pt idx="132">
                  <c:v>4.39166666667</c:v>
                </c:pt>
                <c:pt idx="133">
                  <c:v>4.425</c:v>
                </c:pt>
                <c:pt idx="134">
                  <c:v>4.45833333333</c:v>
                </c:pt>
                <c:pt idx="135">
                  <c:v>4.49166666667</c:v>
                </c:pt>
                <c:pt idx="136">
                  <c:v>4.525</c:v>
                </c:pt>
                <c:pt idx="137">
                  <c:v>4.55833333333</c:v>
                </c:pt>
                <c:pt idx="138">
                  <c:v>4.59166666667</c:v>
                </c:pt>
                <c:pt idx="139">
                  <c:v>4.625</c:v>
                </c:pt>
                <c:pt idx="140">
                  <c:v>4.65833333333</c:v>
                </c:pt>
                <c:pt idx="141">
                  <c:v>4.69166666667</c:v>
                </c:pt>
                <c:pt idx="142">
                  <c:v>4.725</c:v>
                </c:pt>
                <c:pt idx="143">
                  <c:v>4.75833333333</c:v>
                </c:pt>
                <c:pt idx="144">
                  <c:v>4.79166666667</c:v>
                </c:pt>
                <c:pt idx="145">
                  <c:v>4.825</c:v>
                </c:pt>
                <c:pt idx="146">
                  <c:v>4.85833333333</c:v>
                </c:pt>
                <c:pt idx="147">
                  <c:v>4.89166666667</c:v>
                </c:pt>
                <c:pt idx="148">
                  <c:v>4.925</c:v>
                </c:pt>
                <c:pt idx="149">
                  <c:v>4.95833333333</c:v>
                </c:pt>
                <c:pt idx="150">
                  <c:v>4.99166666667</c:v>
                </c:pt>
                <c:pt idx="151">
                  <c:v>5.025</c:v>
                </c:pt>
                <c:pt idx="152">
                  <c:v>5.05833333333</c:v>
                </c:pt>
                <c:pt idx="153">
                  <c:v>5.09166666667</c:v>
                </c:pt>
                <c:pt idx="154">
                  <c:v>5.125</c:v>
                </c:pt>
                <c:pt idx="155">
                  <c:v>5.15833333333</c:v>
                </c:pt>
                <c:pt idx="156">
                  <c:v>5.19166666667</c:v>
                </c:pt>
                <c:pt idx="157">
                  <c:v>5.225</c:v>
                </c:pt>
                <c:pt idx="158">
                  <c:v>5.25833333333</c:v>
                </c:pt>
                <c:pt idx="159">
                  <c:v>5.29166666667</c:v>
                </c:pt>
                <c:pt idx="160">
                  <c:v>5.325</c:v>
                </c:pt>
                <c:pt idx="161">
                  <c:v>5.35833333333</c:v>
                </c:pt>
                <c:pt idx="162">
                  <c:v>5.39166666667</c:v>
                </c:pt>
                <c:pt idx="163">
                  <c:v>5.425</c:v>
                </c:pt>
                <c:pt idx="164">
                  <c:v>5.45833333333</c:v>
                </c:pt>
                <c:pt idx="165">
                  <c:v>5.49166666667</c:v>
                </c:pt>
                <c:pt idx="166">
                  <c:v>5.52222222222</c:v>
                </c:pt>
                <c:pt idx="167">
                  <c:v>5.55555555556</c:v>
                </c:pt>
                <c:pt idx="168">
                  <c:v>5.58888888889</c:v>
                </c:pt>
                <c:pt idx="169">
                  <c:v>5.62222222222</c:v>
                </c:pt>
                <c:pt idx="170">
                  <c:v>5.65555555556</c:v>
                </c:pt>
                <c:pt idx="171">
                  <c:v>5.68888888889</c:v>
                </c:pt>
                <c:pt idx="172">
                  <c:v>5.72222222222</c:v>
                </c:pt>
                <c:pt idx="173">
                  <c:v>5.75555555556</c:v>
                </c:pt>
                <c:pt idx="174">
                  <c:v>5.78888888889</c:v>
                </c:pt>
                <c:pt idx="175">
                  <c:v>5.82222222222</c:v>
                </c:pt>
                <c:pt idx="176">
                  <c:v>5.85555555556</c:v>
                </c:pt>
                <c:pt idx="177">
                  <c:v>5.88888888889</c:v>
                </c:pt>
                <c:pt idx="178">
                  <c:v>5.92222222222</c:v>
                </c:pt>
                <c:pt idx="179">
                  <c:v>5.95555555556</c:v>
                </c:pt>
                <c:pt idx="180">
                  <c:v>5.98888888889</c:v>
                </c:pt>
                <c:pt idx="181">
                  <c:v>6.02222222222</c:v>
                </c:pt>
                <c:pt idx="182">
                  <c:v>6.05555555556</c:v>
                </c:pt>
                <c:pt idx="183">
                  <c:v>6.08888888889</c:v>
                </c:pt>
                <c:pt idx="184">
                  <c:v>6.12222222222</c:v>
                </c:pt>
                <c:pt idx="185">
                  <c:v>6.15555555556</c:v>
                </c:pt>
                <c:pt idx="186">
                  <c:v>6.18888888889</c:v>
                </c:pt>
                <c:pt idx="187">
                  <c:v>6.22222222222</c:v>
                </c:pt>
                <c:pt idx="188">
                  <c:v>6.25555555556</c:v>
                </c:pt>
                <c:pt idx="189">
                  <c:v>6.28888888889</c:v>
                </c:pt>
                <c:pt idx="190">
                  <c:v>6.32222222222</c:v>
                </c:pt>
                <c:pt idx="191">
                  <c:v>6.35555555556</c:v>
                </c:pt>
                <c:pt idx="192">
                  <c:v>6.38888888889</c:v>
                </c:pt>
                <c:pt idx="193">
                  <c:v>6.42222222222</c:v>
                </c:pt>
                <c:pt idx="194">
                  <c:v>6.45555555556</c:v>
                </c:pt>
                <c:pt idx="195">
                  <c:v>6.48888888889</c:v>
                </c:pt>
                <c:pt idx="196">
                  <c:v>6.52222222222</c:v>
                </c:pt>
                <c:pt idx="197">
                  <c:v>6.55555555556</c:v>
                </c:pt>
                <c:pt idx="198">
                  <c:v>6.58888888889</c:v>
                </c:pt>
                <c:pt idx="199">
                  <c:v>6.62222222222</c:v>
                </c:pt>
                <c:pt idx="200">
                  <c:v>6.65555555556</c:v>
                </c:pt>
                <c:pt idx="201">
                  <c:v>6.68888888889</c:v>
                </c:pt>
                <c:pt idx="202">
                  <c:v>6.72222222222</c:v>
                </c:pt>
                <c:pt idx="203">
                  <c:v>6.75555555556</c:v>
                </c:pt>
                <c:pt idx="204">
                  <c:v>6.78888888889</c:v>
                </c:pt>
                <c:pt idx="205">
                  <c:v>6.82222222222</c:v>
                </c:pt>
                <c:pt idx="206">
                  <c:v>6.85555555556</c:v>
                </c:pt>
                <c:pt idx="207">
                  <c:v>6.88888888889</c:v>
                </c:pt>
                <c:pt idx="208">
                  <c:v>6.92222222222</c:v>
                </c:pt>
                <c:pt idx="209">
                  <c:v>6.95555555556</c:v>
                </c:pt>
                <c:pt idx="210">
                  <c:v>6.98888888889</c:v>
                </c:pt>
                <c:pt idx="211">
                  <c:v>7.01944444444</c:v>
                </c:pt>
                <c:pt idx="212">
                  <c:v>7.05277777778</c:v>
                </c:pt>
                <c:pt idx="213">
                  <c:v>7.08611111111</c:v>
                </c:pt>
                <c:pt idx="214">
                  <c:v>7.11944444444</c:v>
                </c:pt>
                <c:pt idx="215">
                  <c:v>7.15277777778</c:v>
                </c:pt>
                <c:pt idx="216">
                  <c:v>7.18611111111</c:v>
                </c:pt>
                <c:pt idx="217">
                  <c:v>7.21944444444</c:v>
                </c:pt>
                <c:pt idx="218">
                  <c:v>7.25277777778</c:v>
                </c:pt>
                <c:pt idx="219">
                  <c:v>7.28611111111</c:v>
                </c:pt>
                <c:pt idx="220">
                  <c:v>7.31944444444</c:v>
                </c:pt>
                <c:pt idx="221">
                  <c:v>7.35277777778</c:v>
                </c:pt>
                <c:pt idx="222">
                  <c:v>7.38611111111</c:v>
                </c:pt>
                <c:pt idx="223">
                  <c:v>7.41944444444</c:v>
                </c:pt>
                <c:pt idx="224">
                  <c:v>7.45277777778</c:v>
                </c:pt>
                <c:pt idx="225">
                  <c:v>7.48611111111</c:v>
                </c:pt>
                <c:pt idx="226">
                  <c:v>7.51944444444</c:v>
                </c:pt>
                <c:pt idx="227">
                  <c:v>7.55277777778</c:v>
                </c:pt>
                <c:pt idx="228">
                  <c:v>7.58611111111</c:v>
                </c:pt>
                <c:pt idx="229">
                  <c:v>7.61944444444</c:v>
                </c:pt>
                <c:pt idx="230">
                  <c:v>7.65277777778</c:v>
                </c:pt>
                <c:pt idx="231">
                  <c:v>7.68611111111</c:v>
                </c:pt>
                <c:pt idx="232">
                  <c:v>7.71944444444</c:v>
                </c:pt>
                <c:pt idx="233">
                  <c:v>7.75277777778</c:v>
                </c:pt>
                <c:pt idx="234">
                  <c:v>7.78611111111</c:v>
                </c:pt>
                <c:pt idx="235">
                  <c:v>7.81944444444</c:v>
                </c:pt>
                <c:pt idx="236">
                  <c:v>7.85277777778</c:v>
                </c:pt>
                <c:pt idx="237">
                  <c:v>7.88611111111</c:v>
                </c:pt>
                <c:pt idx="238">
                  <c:v>7.91944444444</c:v>
                </c:pt>
                <c:pt idx="239">
                  <c:v>7.95277777778</c:v>
                </c:pt>
                <c:pt idx="240">
                  <c:v>7.98611111111</c:v>
                </c:pt>
                <c:pt idx="241">
                  <c:v>8.01944444444</c:v>
                </c:pt>
                <c:pt idx="242">
                  <c:v>8.05277777778</c:v>
                </c:pt>
                <c:pt idx="243">
                  <c:v>8.08611111111</c:v>
                </c:pt>
                <c:pt idx="244">
                  <c:v>8.11944444444</c:v>
                </c:pt>
                <c:pt idx="245">
                  <c:v>8.15277777778</c:v>
                </c:pt>
                <c:pt idx="246">
                  <c:v>8.18611111111</c:v>
                </c:pt>
                <c:pt idx="247">
                  <c:v>8.21944444444</c:v>
                </c:pt>
                <c:pt idx="248">
                  <c:v>8.25277777778</c:v>
                </c:pt>
                <c:pt idx="249">
                  <c:v>8.28611111111</c:v>
                </c:pt>
                <c:pt idx="250">
                  <c:v>8.31944444444</c:v>
                </c:pt>
                <c:pt idx="251">
                  <c:v>8.35277777778</c:v>
                </c:pt>
                <c:pt idx="252">
                  <c:v>8.38611111111</c:v>
                </c:pt>
                <c:pt idx="253">
                  <c:v>8.41944444444</c:v>
                </c:pt>
                <c:pt idx="254">
                  <c:v>8.45277777778</c:v>
                </c:pt>
                <c:pt idx="255">
                  <c:v>8.48611111111</c:v>
                </c:pt>
                <c:pt idx="256">
                  <c:v>8.51666666667</c:v>
                </c:pt>
                <c:pt idx="257">
                  <c:v>8.55</c:v>
                </c:pt>
                <c:pt idx="258">
                  <c:v>8.58333333333</c:v>
                </c:pt>
                <c:pt idx="259">
                  <c:v>8.61666666667</c:v>
                </c:pt>
                <c:pt idx="260">
                  <c:v>8.65</c:v>
                </c:pt>
                <c:pt idx="261">
                  <c:v>8.68333333333</c:v>
                </c:pt>
                <c:pt idx="262">
                  <c:v>8.71666666667</c:v>
                </c:pt>
                <c:pt idx="263">
                  <c:v>8.75</c:v>
                </c:pt>
                <c:pt idx="264">
                  <c:v>8.78333333333</c:v>
                </c:pt>
                <c:pt idx="265">
                  <c:v>8.81666666667</c:v>
                </c:pt>
                <c:pt idx="266">
                  <c:v>8.85</c:v>
                </c:pt>
                <c:pt idx="267">
                  <c:v>8.88333333333</c:v>
                </c:pt>
                <c:pt idx="268">
                  <c:v>8.91666666667</c:v>
                </c:pt>
                <c:pt idx="269">
                  <c:v>8.95</c:v>
                </c:pt>
                <c:pt idx="270">
                  <c:v>8.98333333333</c:v>
                </c:pt>
                <c:pt idx="271">
                  <c:v>9.01666666667</c:v>
                </c:pt>
                <c:pt idx="272">
                  <c:v>9.05</c:v>
                </c:pt>
                <c:pt idx="273">
                  <c:v>9.08333333333</c:v>
                </c:pt>
                <c:pt idx="274">
                  <c:v>9.11666666667</c:v>
                </c:pt>
                <c:pt idx="275">
                  <c:v>9.15</c:v>
                </c:pt>
                <c:pt idx="276">
                  <c:v>9.18333333333</c:v>
                </c:pt>
                <c:pt idx="277">
                  <c:v>9.21666666667</c:v>
                </c:pt>
                <c:pt idx="278">
                  <c:v>9.25</c:v>
                </c:pt>
                <c:pt idx="279">
                  <c:v>9.28333333333</c:v>
                </c:pt>
                <c:pt idx="280">
                  <c:v>9.31666666667</c:v>
                </c:pt>
                <c:pt idx="281">
                  <c:v>9.35</c:v>
                </c:pt>
                <c:pt idx="282">
                  <c:v>9.38333333333</c:v>
                </c:pt>
                <c:pt idx="283">
                  <c:v>9.41666666667</c:v>
                </c:pt>
                <c:pt idx="284">
                  <c:v>9.45</c:v>
                </c:pt>
                <c:pt idx="285">
                  <c:v>9.48333333333</c:v>
                </c:pt>
                <c:pt idx="286">
                  <c:v>9.51666666667</c:v>
                </c:pt>
                <c:pt idx="287">
                  <c:v>9.55</c:v>
                </c:pt>
                <c:pt idx="288">
                  <c:v>9.58333333333</c:v>
                </c:pt>
                <c:pt idx="289">
                  <c:v>9.61666666667</c:v>
                </c:pt>
                <c:pt idx="290">
                  <c:v>9.65</c:v>
                </c:pt>
                <c:pt idx="291">
                  <c:v>9.68333333333</c:v>
                </c:pt>
                <c:pt idx="292">
                  <c:v>9.71666666667</c:v>
                </c:pt>
                <c:pt idx="293">
                  <c:v>9.75</c:v>
                </c:pt>
                <c:pt idx="294">
                  <c:v>9.78333333333</c:v>
                </c:pt>
                <c:pt idx="295">
                  <c:v>9.81666666667</c:v>
                </c:pt>
                <c:pt idx="296">
                  <c:v>9.85</c:v>
                </c:pt>
                <c:pt idx="297">
                  <c:v>9.88333333333</c:v>
                </c:pt>
                <c:pt idx="298">
                  <c:v>9.91666666667</c:v>
                </c:pt>
                <c:pt idx="299">
                  <c:v>9.95</c:v>
                </c:pt>
                <c:pt idx="300">
                  <c:v>9.98333333333</c:v>
                </c:pt>
                <c:pt idx="301">
                  <c:v>10.0138888889</c:v>
                </c:pt>
                <c:pt idx="302">
                  <c:v>10.0472222222</c:v>
                </c:pt>
                <c:pt idx="303">
                  <c:v>10.0805555556</c:v>
                </c:pt>
                <c:pt idx="304">
                  <c:v>10.1138888889</c:v>
                </c:pt>
                <c:pt idx="305">
                  <c:v>10.1472222222</c:v>
                </c:pt>
                <c:pt idx="306">
                  <c:v>10.1805555556</c:v>
                </c:pt>
                <c:pt idx="307">
                  <c:v>10.2138888889</c:v>
                </c:pt>
                <c:pt idx="308">
                  <c:v>10.2472222222</c:v>
                </c:pt>
                <c:pt idx="309">
                  <c:v>10.2805555556</c:v>
                </c:pt>
                <c:pt idx="310">
                  <c:v>10.3138888889</c:v>
                </c:pt>
                <c:pt idx="311">
                  <c:v>10.3472222222</c:v>
                </c:pt>
                <c:pt idx="312">
                  <c:v>10.3805555556</c:v>
                </c:pt>
                <c:pt idx="313">
                  <c:v>10.4138888889</c:v>
                </c:pt>
                <c:pt idx="314">
                  <c:v>10.4472222222</c:v>
                </c:pt>
                <c:pt idx="315">
                  <c:v>10.4805555556</c:v>
                </c:pt>
                <c:pt idx="316">
                  <c:v>10.5138888889</c:v>
                </c:pt>
                <c:pt idx="317">
                  <c:v>10.5472222222</c:v>
                </c:pt>
                <c:pt idx="318">
                  <c:v>10.5805555556</c:v>
                </c:pt>
                <c:pt idx="319">
                  <c:v>10.6138888889</c:v>
                </c:pt>
                <c:pt idx="320">
                  <c:v>10.6472222222</c:v>
                </c:pt>
                <c:pt idx="321">
                  <c:v>10.6805555556</c:v>
                </c:pt>
                <c:pt idx="322">
                  <c:v>10.7138888889</c:v>
                </c:pt>
                <c:pt idx="323">
                  <c:v>10.7472222222</c:v>
                </c:pt>
                <c:pt idx="324">
                  <c:v>10.7805555556</c:v>
                </c:pt>
                <c:pt idx="325">
                  <c:v>10.8138888889</c:v>
                </c:pt>
                <c:pt idx="326">
                  <c:v>10.8472222222</c:v>
                </c:pt>
                <c:pt idx="327">
                  <c:v>10.8805555556</c:v>
                </c:pt>
                <c:pt idx="328">
                  <c:v>10.9138888889</c:v>
                </c:pt>
                <c:pt idx="329">
                  <c:v>10.9472222222</c:v>
                </c:pt>
                <c:pt idx="330">
                  <c:v>10.9805555556</c:v>
                </c:pt>
                <c:pt idx="331">
                  <c:v>11.0138888889</c:v>
                </c:pt>
                <c:pt idx="332">
                  <c:v>11.0472222222</c:v>
                </c:pt>
                <c:pt idx="333">
                  <c:v>11.0805555556</c:v>
                </c:pt>
                <c:pt idx="334">
                  <c:v>11.1138888889</c:v>
                </c:pt>
                <c:pt idx="335">
                  <c:v>11.1472222222</c:v>
                </c:pt>
                <c:pt idx="336">
                  <c:v>11.1805555556</c:v>
                </c:pt>
                <c:pt idx="337">
                  <c:v>11.2138888889</c:v>
                </c:pt>
                <c:pt idx="338">
                  <c:v>11.2472222222</c:v>
                </c:pt>
                <c:pt idx="339">
                  <c:v>11.2805555556</c:v>
                </c:pt>
                <c:pt idx="340">
                  <c:v>11.3138888889</c:v>
                </c:pt>
                <c:pt idx="341">
                  <c:v>11.3472222222</c:v>
                </c:pt>
                <c:pt idx="342">
                  <c:v>11.3805555556</c:v>
                </c:pt>
                <c:pt idx="343">
                  <c:v>11.4138888889</c:v>
                </c:pt>
                <c:pt idx="344">
                  <c:v>11.4472222222</c:v>
                </c:pt>
                <c:pt idx="345">
                  <c:v>11.4805555556</c:v>
                </c:pt>
                <c:pt idx="346">
                  <c:v>11.5111111111</c:v>
                </c:pt>
                <c:pt idx="347">
                  <c:v>11.5444444444</c:v>
                </c:pt>
                <c:pt idx="348">
                  <c:v>11.5777777778</c:v>
                </c:pt>
                <c:pt idx="349">
                  <c:v>11.6111111111</c:v>
                </c:pt>
                <c:pt idx="350">
                  <c:v>11.6444444444</c:v>
                </c:pt>
                <c:pt idx="351">
                  <c:v>11.6777777778</c:v>
                </c:pt>
                <c:pt idx="352">
                  <c:v>11.7111111111</c:v>
                </c:pt>
                <c:pt idx="353">
                  <c:v>11.7444444444</c:v>
                </c:pt>
                <c:pt idx="354">
                  <c:v>11.7777777778</c:v>
                </c:pt>
                <c:pt idx="355">
                  <c:v>11.8111111111</c:v>
                </c:pt>
                <c:pt idx="356">
                  <c:v>11.8444444444</c:v>
                </c:pt>
                <c:pt idx="357">
                  <c:v>11.8777777778</c:v>
                </c:pt>
                <c:pt idx="358">
                  <c:v>11.9111111111</c:v>
                </c:pt>
                <c:pt idx="359">
                  <c:v>11.9444444444</c:v>
                </c:pt>
                <c:pt idx="360">
                  <c:v>11.9777777778</c:v>
                </c:pt>
                <c:pt idx="361">
                  <c:v>12.0111111111</c:v>
                </c:pt>
                <c:pt idx="362">
                  <c:v>12.0444444444</c:v>
                </c:pt>
                <c:pt idx="363">
                  <c:v>12.0777777778</c:v>
                </c:pt>
                <c:pt idx="364">
                  <c:v>12.1111111111</c:v>
                </c:pt>
                <c:pt idx="365">
                  <c:v>12.1444444444</c:v>
                </c:pt>
                <c:pt idx="366">
                  <c:v>12.1777777778</c:v>
                </c:pt>
                <c:pt idx="367">
                  <c:v>12.2111111111</c:v>
                </c:pt>
                <c:pt idx="368">
                  <c:v>12.2444444444</c:v>
                </c:pt>
                <c:pt idx="369">
                  <c:v>12.2777777778</c:v>
                </c:pt>
                <c:pt idx="370">
                  <c:v>12.3111111111</c:v>
                </c:pt>
                <c:pt idx="371">
                  <c:v>12.3444444444</c:v>
                </c:pt>
                <c:pt idx="372">
                  <c:v>12.3777777778</c:v>
                </c:pt>
                <c:pt idx="373">
                  <c:v>12.4111111111</c:v>
                </c:pt>
                <c:pt idx="374">
                  <c:v>12.4444444444</c:v>
                </c:pt>
                <c:pt idx="375">
                  <c:v>12.4777777778</c:v>
                </c:pt>
                <c:pt idx="376">
                  <c:v>12.5111111111</c:v>
                </c:pt>
                <c:pt idx="377">
                  <c:v>12.5444444444</c:v>
                </c:pt>
                <c:pt idx="378">
                  <c:v>12.5777777778</c:v>
                </c:pt>
                <c:pt idx="379">
                  <c:v>12.6111111111</c:v>
                </c:pt>
                <c:pt idx="380">
                  <c:v>12.6444444444</c:v>
                </c:pt>
                <c:pt idx="381">
                  <c:v>12.6777777778</c:v>
                </c:pt>
                <c:pt idx="382">
                  <c:v>12.7111111111</c:v>
                </c:pt>
                <c:pt idx="383">
                  <c:v>12.7444444444</c:v>
                </c:pt>
                <c:pt idx="384">
                  <c:v>12.7777777778</c:v>
                </c:pt>
                <c:pt idx="385">
                  <c:v>12.8111111111</c:v>
                </c:pt>
                <c:pt idx="386">
                  <c:v>12.8444444444</c:v>
                </c:pt>
                <c:pt idx="387">
                  <c:v>12.8777777778</c:v>
                </c:pt>
                <c:pt idx="388">
                  <c:v>12.9111111111</c:v>
                </c:pt>
                <c:pt idx="389">
                  <c:v>12.9444444444</c:v>
                </c:pt>
                <c:pt idx="390">
                  <c:v>12.9777777778</c:v>
                </c:pt>
                <c:pt idx="391">
                  <c:v>13.0083333333</c:v>
                </c:pt>
                <c:pt idx="392">
                  <c:v>13.0416666667</c:v>
                </c:pt>
                <c:pt idx="393">
                  <c:v>13.075</c:v>
                </c:pt>
                <c:pt idx="394">
                  <c:v>13.1083333333</c:v>
                </c:pt>
                <c:pt idx="395">
                  <c:v>13.1416666667</c:v>
                </c:pt>
                <c:pt idx="396">
                  <c:v>13.175</c:v>
                </c:pt>
                <c:pt idx="397">
                  <c:v>13.2083333333</c:v>
                </c:pt>
                <c:pt idx="398">
                  <c:v>13.2416666667</c:v>
                </c:pt>
                <c:pt idx="399">
                  <c:v>13.275</c:v>
                </c:pt>
                <c:pt idx="400">
                  <c:v>13.3083333333</c:v>
                </c:pt>
                <c:pt idx="401">
                  <c:v>13.3416666667</c:v>
                </c:pt>
                <c:pt idx="402">
                  <c:v>13.375</c:v>
                </c:pt>
                <c:pt idx="403">
                  <c:v>13.4083333333</c:v>
                </c:pt>
                <c:pt idx="404">
                  <c:v>13.4416666667</c:v>
                </c:pt>
                <c:pt idx="405">
                  <c:v>13.475</c:v>
                </c:pt>
                <c:pt idx="406">
                  <c:v>13.5083333333</c:v>
                </c:pt>
                <c:pt idx="407">
                  <c:v>13.5416666667</c:v>
                </c:pt>
                <c:pt idx="408">
                  <c:v>13.575</c:v>
                </c:pt>
                <c:pt idx="409">
                  <c:v>13.6083333333</c:v>
                </c:pt>
                <c:pt idx="410">
                  <c:v>13.6416666667</c:v>
                </c:pt>
                <c:pt idx="411">
                  <c:v>13.675</c:v>
                </c:pt>
                <c:pt idx="412">
                  <c:v>13.7083333333</c:v>
                </c:pt>
                <c:pt idx="413">
                  <c:v>13.7416666667</c:v>
                </c:pt>
                <c:pt idx="414">
                  <c:v>13.775</c:v>
                </c:pt>
                <c:pt idx="415">
                  <c:v>13.8083333333</c:v>
                </c:pt>
                <c:pt idx="416">
                  <c:v>13.8416666667</c:v>
                </c:pt>
                <c:pt idx="417">
                  <c:v>13.875</c:v>
                </c:pt>
                <c:pt idx="418">
                  <c:v>13.9083333333</c:v>
                </c:pt>
                <c:pt idx="419">
                  <c:v>13.9416666667</c:v>
                </c:pt>
                <c:pt idx="420">
                  <c:v>13.975</c:v>
                </c:pt>
                <c:pt idx="421">
                  <c:v>14.0083333333</c:v>
                </c:pt>
                <c:pt idx="422">
                  <c:v>14.0416666667</c:v>
                </c:pt>
                <c:pt idx="423">
                  <c:v>14.075</c:v>
                </c:pt>
                <c:pt idx="424">
                  <c:v>14.1083333333</c:v>
                </c:pt>
                <c:pt idx="425">
                  <c:v>14.1416666667</c:v>
                </c:pt>
                <c:pt idx="426">
                  <c:v>14.175</c:v>
                </c:pt>
                <c:pt idx="427">
                  <c:v>14.2083333333</c:v>
                </c:pt>
                <c:pt idx="428">
                  <c:v>14.2416666667</c:v>
                </c:pt>
                <c:pt idx="429">
                  <c:v>14.275</c:v>
                </c:pt>
                <c:pt idx="430">
                  <c:v>14.3083333333</c:v>
                </c:pt>
                <c:pt idx="431">
                  <c:v>14.3416666667</c:v>
                </c:pt>
                <c:pt idx="432">
                  <c:v>14.375</c:v>
                </c:pt>
                <c:pt idx="433">
                  <c:v>14.4083333333</c:v>
                </c:pt>
                <c:pt idx="434">
                  <c:v>14.4416666667</c:v>
                </c:pt>
                <c:pt idx="435">
                  <c:v>14.475</c:v>
                </c:pt>
                <c:pt idx="436">
                  <c:v>14.5055555556</c:v>
                </c:pt>
                <c:pt idx="437">
                  <c:v>14.5388888889</c:v>
                </c:pt>
                <c:pt idx="438">
                  <c:v>14.5722222222</c:v>
                </c:pt>
                <c:pt idx="439">
                  <c:v>14.6055555556</c:v>
                </c:pt>
                <c:pt idx="440">
                  <c:v>14.6388888889</c:v>
                </c:pt>
                <c:pt idx="441">
                  <c:v>14.6722222222</c:v>
                </c:pt>
                <c:pt idx="442">
                  <c:v>14.7055555556</c:v>
                </c:pt>
                <c:pt idx="443">
                  <c:v>14.7388888889</c:v>
                </c:pt>
                <c:pt idx="444">
                  <c:v>14.7722222222</c:v>
                </c:pt>
                <c:pt idx="445">
                  <c:v>14.8055555556</c:v>
                </c:pt>
                <c:pt idx="446">
                  <c:v>14.8388888889</c:v>
                </c:pt>
                <c:pt idx="447">
                  <c:v>14.8722222222</c:v>
                </c:pt>
                <c:pt idx="448">
                  <c:v>14.9055555556</c:v>
                </c:pt>
                <c:pt idx="449">
                  <c:v>14.9388888889</c:v>
                </c:pt>
                <c:pt idx="450">
                  <c:v>14.9722222222</c:v>
                </c:pt>
                <c:pt idx="451">
                  <c:v>15.0055555556</c:v>
                </c:pt>
                <c:pt idx="452">
                  <c:v>15.0388888889</c:v>
                </c:pt>
                <c:pt idx="453">
                  <c:v>15.0722222222</c:v>
                </c:pt>
                <c:pt idx="454">
                  <c:v>15.1055555556</c:v>
                </c:pt>
                <c:pt idx="455">
                  <c:v>15.1388888889</c:v>
                </c:pt>
                <c:pt idx="456">
                  <c:v>15.1722222222</c:v>
                </c:pt>
                <c:pt idx="457">
                  <c:v>15.2055555556</c:v>
                </c:pt>
                <c:pt idx="458">
                  <c:v>15.2388888889</c:v>
                </c:pt>
                <c:pt idx="459">
                  <c:v>15.2722222222</c:v>
                </c:pt>
                <c:pt idx="460">
                  <c:v>15.3055555556</c:v>
                </c:pt>
                <c:pt idx="461">
                  <c:v>15.3388888889</c:v>
                </c:pt>
                <c:pt idx="462">
                  <c:v>15.3722222222</c:v>
                </c:pt>
                <c:pt idx="463">
                  <c:v>15.4055555556</c:v>
                </c:pt>
                <c:pt idx="464">
                  <c:v>15.4388888889</c:v>
                </c:pt>
                <c:pt idx="465">
                  <c:v>15.4722222222</c:v>
                </c:pt>
                <c:pt idx="466">
                  <c:v>15.5055555556</c:v>
                </c:pt>
                <c:pt idx="467">
                  <c:v>15.5388888889</c:v>
                </c:pt>
                <c:pt idx="468">
                  <c:v>15.5722222222</c:v>
                </c:pt>
                <c:pt idx="469">
                  <c:v>15.6055555556</c:v>
                </c:pt>
                <c:pt idx="470">
                  <c:v>15.6388888889</c:v>
                </c:pt>
                <c:pt idx="471">
                  <c:v>15.6722222222</c:v>
                </c:pt>
                <c:pt idx="472">
                  <c:v>15.7055555556</c:v>
                </c:pt>
                <c:pt idx="473">
                  <c:v>15.7388888889</c:v>
                </c:pt>
                <c:pt idx="474">
                  <c:v>15.7722222222</c:v>
                </c:pt>
                <c:pt idx="475">
                  <c:v>15.8055555556</c:v>
                </c:pt>
                <c:pt idx="476">
                  <c:v>15.8388888889</c:v>
                </c:pt>
                <c:pt idx="477">
                  <c:v>15.8722222222</c:v>
                </c:pt>
                <c:pt idx="478">
                  <c:v>15.9055555556</c:v>
                </c:pt>
                <c:pt idx="479">
                  <c:v>15.9388888889</c:v>
                </c:pt>
                <c:pt idx="480">
                  <c:v>15.9722222222</c:v>
                </c:pt>
                <c:pt idx="481">
                  <c:v>16.0027777778</c:v>
                </c:pt>
                <c:pt idx="482">
                  <c:v>16.0361111111</c:v>
                </c:pt>
                <c:pt idx="483">
                  <c:v>16.0694444444</c:v>
                </c:pt>
                <c:pt idx="484">
                  <c:v>16.1027777778</c:v>
                </c:pt>
                <c:pt idx="485">
                  <c:v>16.1361111111</c:v>
                </c:pt>
                <c:pt idx="486">
                  <c:v>16.1694444444</c:v>
                </c:pt>
                <c:pt idx="487">
                  <c:v>16.2027777778</c:v>
                </c:pt>
                <c:pt idx="488">
                  <c:v>16.2361111111</c:v>
                </c:pt>
                <c:pt idx="489">
                  <c:v>16.2694444444</c:v>
                </c:pt>
                <c:pt idx="490">
                  <c:v>16.3027777778</c:v>
                </c:pt>
                <c:pt idx="491">
                  <c:v>16.3361111111</c:v>
                </c:pt>
                <c:pt idx="492">
                  <c:v>16.3694444444</c:v>
                </c:pt>
                <c:pt idx="493">
                  <c:v>16.4027777778</c:v>
                </c:pt>
                <c:pt idx="494">
                  <c:v>16.4361111111</c:v>
                </c:pt>
                <c:pt idx="495">
                  <c:v>16.4694444444</c:v>
                </c:pt>
                <c:pt idx="496">
                  <c:v>16.5027777778</c:v>
                </c:pt>
                <c:pt idx="497">
                  <c:v>16.5361111111</c:v>
                </c:pt>
                <c:pt idx="498">
                  <c:v>16.5694444444</c:v>
                </c:pt>
                <c:pt idx="499">
                  <c:v>16.6027777778</c:v>
                </c:pt>
                <c:pt idx="500">
                  <c:v>16.6361111111</c:v>
                </c:pt>
                <c:pt idx="501">
                  <c:v>16.6694444444</c:v>
                </c:pt>
                <c:pt idx="502">
                  <c:v>16.7027777778</c:v>
                </c:pt>
                <c:pt idx="503">
                  <c:v>16.7361111111</c:v>
                </c:pt>
                <c:pt idx="504">
                  <c:v>16.7694444444</c:v>
                </c:pt>
                <c:pt idx="505">
                  <c:v>16.8027777778</c:v>
                </c:pt>
                <c:pt idx="506">
                  <c:v>16.8361111111</c:v>
                </c:pt>
                <c:pt idx="507">
                  <c:v>16.8694444444</c:v>
                </c:pt>
                <c:pt idx="508">
                  <c:v>16.9027777778</c:v>
                </c:pt>
                <c:pt idx="509">
                  <c:v>16.9361111111</c:v>
                </c:pt>
                <c:pt idx="510">
                  <c:v>16.9694444444</c:v>
                </c:pt>
                <c:pt idx="511">
                  <c:v>17.0027777778</c:v>
                </c:pt>
                <c:pt idx="512">
                  <c:v>17.0361111111</c:v>
                </c:pt>
                <c:pt idx="513">
                  <c:v>17.0694444444</c:v>
                </c:pt>
                <c:pt idx="514">
                  <c:v>17.1027777778</c:v>
                </c:pt>
                <c:pt idx="515">
                  <c:v>17.1361111111</c:v>
                </c:pt>
                <c:pt idx="516">
                  <c:v>17.1694444444</c:v>
                </c:pt>
                <c:pt idx="517">
                  <c:v>17.2027777778</c:v>
                </c:pt>
                <c:pt idx="518">
                  <c:v>17.2361111111</c:v>
                </c:pt>
                <c:pt idx="519">
                  <c:v>17.2694444444</c:v>
                </c:pt>
                <c:pt idx="520">
                  <c:v>17.3027777778</c:v>
                </c:pt>
                <c:pt idx="521">
                  <c:v>17.3361111111</c:v>
                </c:pt>
                <c:pt idx="522">
                  <c:v>17.3694444444</c:v>
                </c:pt>
                <c:pt idx="523">
                  <c:v>17.4027777778</c:v>
                </c:pt>
                <c:pt idx="524">
                  <c:v>17.4361111111</c:v>
                </c:pt>
                <c:pt idx="525">
                  <c:v>17.4694444444</c:v>
                </c:pt>
                <c:pt idx="526">
                  <c:v>17.5</c:v>
                </c:pt>
                <c:pt idx="527">
                  <c:v>17.5333333333</c:v>
                </c:pt>
                <c:pt idx="528">
                  <c:v>17.5666666667</c:v>
                </c:pt>
                <c:pt idx="529">
                  <c:v>17.6</c:v>
                </c:pt>
                <c:pt idx="530">
                  <c:v>17.6333333333</c:v>
                </c:pt>
                <c:pt idx="531">
                  <c:v>17.6666666667</c:v>
                </c:pt>
                <c:pt idx="532">
                  <c:v>17.7</c:v>
                </c:pt>
                <c:pt idx="533">
                  <c:v>17.7333333333</c:v>
                </c:pt>
                <c:pt idx="534">
                  <c:v>17.7666666667</c:v>
                </c:pt>
                <c:pt idx="535">
                  <c:v>17.8</c:v>
                </c:pt>
                <c:pt idx="536">
                  <c:v>17.8333333333</c:v>
                </c:pt>
                <c:pt idx="537">
                  <c:v>17.8666666667</c:v>
                </c:pt>
                <c:pt idx="538">
                  <c:v>17.9</c:v>
                </c:pt>
                <c:pt idx="539">
                  <c:v>17.9333333333</c:v>
                </c:pt>
                <c:pt idx="540">
                  <c:v>17.9666666667</c:v>
                </c:pt>
                <c:pt idx="541">
                  <c:v>18</c:v>
                </c:pt>
                <c:pt idx="542">
                  <c:v>18.0333333333</c:v>
                </c:pt>
                <c:pt idx="543">
                  <c:v>18.0666666667</c:v>
                </c:pt>
                <c:pt idx="544">
                  <c:v>18.1</c:v>
                </c:pt>
                <c:pt idx="545">
                  <c:v>18.1333333333</c:v>
                </c:pt>
                <c:pt idx="546">
                  <c:v>18.1666666667</c:v>
                </c:pt>
                <c:pt idx="547">
                  <c:v>18.2</c:v>
                </c:pt>
                <c:pt idx="548">
                  <c:v>18.2333333333</c:v>
                </c:pt>
                <c:pt idx="549">
                  <c:v>18.2666666667</c:v>
                </c:pt>
                <c:pt idx="550">
                  <c:v>18.3</c:v>
                </c:pt>
                <c:pt idx="551">
                  <c:v>18.3333333333</c:v>
                </c:pt>
                <c:pt idx="552">
                  <c:v>18.3666666667</c:v>
                </c:pt>
                <c:pt idx="553">
                  <c:v>18.4</c:v>
                </c:pt>
                <c:pt idx="554">
                  <c:v>18.4333333333</c:v>
                </c:pt>
                <c:pt idx="555">
                  <c:v>18.4666666667</c:v>
                </c:pt>
                <c:pt idx="556">
                  <c:v>18.5</c:v>
                </c:pt>
                <c:pt idx="557">
                  <c:v>18.5333333333</c:v>
                </c:pt>
                <c:pt idx="558">
                  <c:v>18.5666666667</c:v>
                </c:pt>
                <c:pt idx="559">
                  <c:v>18.6</c:v>
                </c:pt>
                <c:pt idx="560">
                  <c:v>18.6333333333</c:v>
                </c:pt>
                <c:pt idx="561">
                  <c:v>18.6666666667</c:v>
                </c:pt>
                <c:pt idx="562">
                  <c:v>18.7</c:v>
                </c:pt>
                <c:pt idx="563">
                  <c:v>18.7333333333</c:v>
                </c:pt>
                <c:pt idx="564">
                  <c:v>18.7666666667</c:v>
                </c:pt>
                <c:pt idx="565">
                  <c:v>18.8</c:v>
                </c:pt>
                <c:pt idx="566">
                  <c:v>18.8333333333</c:v>
                </c:pt>
                <c:pt idx="567">
                  <c:v>18.8666666667</c:v>
                </c:pt>
                <c:pt idx="568">
                  <c:v>18.9</c:v>
                </c:pt>
                <c:pt idx="569">
                  <c:v>18.9333333333</c:v>
                </c:pt>
                <c:pt idx="570">
                  <c:v>18.9666666667</c:v>
                </c:pt>
                <c:pt idx="571">
                  <c:v>19</c:v>
                </c:pt>
                <c:pt idx="572">
                  <c:v>19.0305555556</c:v>
                </c:pt>
                <c:pt idx="573">
                  <c:v>19.0638888889</c:v>
                </c:pt>
                <c:pt idx="574">
                  <c:v>19.0972222222</c:v>
                </c:pt>
                <c:pt idx="575">
                  <c:v>19.1305555556</c:v>
                </c:pt>
                <c:pt idx="576">
                  <c:v>19.1638888889</c:v>
                </c:pt>
                <c:pt idx="577">
                  <c:v>19.1972222222</c:v>
                </c:pt>
                <c:pt idx="578">
                  <c:v>19.2305555556</c:v>
                </c:pt>
                <c:pt idx="579">
                  <c:v>19.2638888889</c:v>
                </c:pt>
                <c:pt idx="580">
                  <c:v>19.2972222222</c:v>
                </c:pt>
                <c:pt idx="581">
                  <c:v>19.3305555556</c:v>
                </c:pt>
                <c:pt idx="582">
                  <c:v>19.3638888889</c:v>
                </c:pt>
                <c:pt idx="583">
                  <c:v>19.3972222222</c:v>
                </c:pt>
                <c:pt idx="584">
                  <c:v>19.4305555556</c:v>
                </c:pt>
                <c:pt idx="585">
                  <c:v>19.4638888889</c:v>
                </c:pt>
                <c:pt idx="586">
                  <c:v>19.4972222222</c:v>
                </c:pt>
                <c:pt idx="587">
                  <c:v>19.5305555556</c:v>
                </c:pt>
                <c:pt idx="588">
                  <c:v>19.5638888889</c:v>
                </c:pt>
                <c:pt idx="589">
                  <c:v>19.5972222222</c:v>
                </c:pt>
                <c:pt idx="590">
                  <c:v>19.6305555556</c:v>
                </c:pt>
                <c:pt idx="591">
                  <c:v>19.6638888889</c:v>
                </c:pt>
                <c:pt idx="592">
                  <c:v>19.6972222222</c:v>
                </c:pt>
                <c:pt idx="593">
                  <c:v>19.7305555556</c:v>
                </c:pt>
                <c:pt idx="594">
                  <c:v>19.7638888889</c:v>
                </c:pt>
                <c:pt idx="595">
                  <c:v>19.7972222222</c:v>
                </c:pt>
                <c:pt idx="596">
                  <c:v>19.8305555556</c:v>
                </c:pt>
                <c:pt idx="597">
                  <c:v>19.8638888889</c:v>
                </c:pt>
                <c:pt idx="598">
                  <c:v>19.8972222222</c:v>
                </c:pt>
                <c:pt idx="599">
                  <c:v>19.9305555556</c:v>
                </c:pt>
                <c:pt idx="600">
                  <c:v>19.9638888889</c:v>
                </c:pt>
                <c:pt idx="601">
                  <c:v>19.9972222222</c:v>
                </c:pt>
                <c:pt idx="602">
                  <c:v>20.0305555556</c:v>
                </c:pt>
                <c:pt idx="603">
                  <c:v>20.0638888889</c:v>
                </c:pt>
                <c:pt idx="604">
                  <c:v>20.0972222222</c:v>
                </c:pt>
                <c:pt idx="605">
                  <c:v>20.1305555556</c:v>
                </c:pt>
                <c:pt idx="606">
                  <c:v>20.1638888889</c:v>
                </c:pt>
                <c:pt idx="607">
                  <c:v>20.1972222222</c:v>
                </c:pt>
                <c:pt idx="608">
                  <c:v>20.2305555556</c:v>
                </c:pt>
                <c:pt idx="609">
                  <c:v>20.2638888889</c:v>
                </c:pt>
                <c:pt idx="610">
                  <c:v>20.2972222222</c:v>
                </c:pt>
                <c:pt idx="611">
                  <c:v>20.3305555556</c:v>
                </c:pt>
                <c:pt idx="612">
                  <c:v>20.3638888889</c:v>
                </c:pt>
                <c:pt idx="613">
                  <c:v>20.3972222222</c:v>
                </c:pt>
                <c:pt idx="614">
                  <c:v>20.4305555556</c:v>
                </c:pt>
                <c:pt idx="615">
                  <c:v>20.4638888889</c:v>
                </c:pt>
                <c:pt idx="616">
                  <c:v>20.4972222222</c:v>
                </c:pt>
                <c:pt idx="617">
                  <c:v>20.5277777778</c:v>
                </c:pt>
                <c:pt idx="618">
                  <c:v>20.5611111111</c:v>
                </c:pt>
                <c:pt idx="619">
                  <c:v>20.5944444444</c:v>
                </c:pt>
                <c:pt idx="620">
                  <c:v>20.6277777778</c:v>
                </c:pt>
                <c:pt idx="621">
                  <c:v>20.6611111111</c:v>
                </c:pt>
                <c:pt idx="622">
                  <c:v>20.6944444444</c:v>
                </c:pt>
                <c:pt idx="623">
                  <c:v>20.7277777778</c:v>
                </c:pt>
                <c:pt idx="624">
                  <c:v>20.7611111111</c:v>
                </c:pt>
                <c:pt idx="625">
                  <c:v>20.7944444444</c:v>
                </c:pt>
                <c:pt idx="626">
                  <c:v>20.8277777778</c:v>
                </c:pt>
                <c:pt idx="627">
                  <c:v>20.8611111111</c:v>
                </c:pt>
                <c:pt idx="628">
                  <c:v>20.8944444444</c:v>
                </c:pt>
                <c:pt idx="629">
                  <c:v>20.9277777778</c:v>
                </c:pt>
                <c:pt idx="630">
                  <c:v>20.9611111111</c:v>
                </c:pt>
                <c:pt idx="631">
                  <c:v>20.9944444444</c:v>
                </c:pt>
                <c:pt idx="632">
                  <c:v>21.0277777778</c:v>
                </c:pt>
                <c:pt idx="633">
                  <c:v>21.0611111111</c:v>
                </c:pt>
                <c:pt idx="634">
                  <c:v>21.0944444444</c:v>
                </c:pt>
                <c:pt idx="635">
                  <c:v>21.1277777778</c:v>
                </c:pt>
                <c:pt idx="636">
                  <c:v>21.1611111111</c:v>
                </c:pt>
                <c:pt idx="637">
                  <c:v>21.1944444444</c:v>
                </c:pt>
                <c:pt idx="638">
                  <c:v>21.2277777778</c:v>
                </c:pt>
                <c:pt idx="639">
                  <c:v>21.2611111111</c:v>
                </c:pt>
                <c:pt idx="640">
                  <c:v>21.2944444444</c:v>
                </c:pt>
                <c:pt idx="641">
                  <c:v>21.3277777778</c:v>
                </c:pt>
                <c:pt idx="642">
                  <c:v>21.3611111111</c:v>
                </c:pt>
                <c:pt idx="643">
                  <c:v>21.3944444444</c:v>
                </c:pt>
                <c:pt idx="644">
                  <c:v>21.4277777778</c:v>
                </c:pt>
                <c:pt idx="645">
                  <c:v>21.4611111111</c:v>
                </c:pt>
                <c:pt idx="646">
                  <c:v>21.4944444444</c:v>
                </c:pt>
                <c:pt idx="647">
                  <c:v>21.5277777778</c:v>
                </c:pt>
                <c:pt idx="648">
                  <c:v>21.5611111111</c:v>
                </c:pt>
                <c:pt idx="649">
                  <c:v>21.5944444444</c:v>
                </c:pt>
                <c:pt idx="650">
                  <c:v>21.6277777778</c:v>
                </c:pt>
                <c:pt idx="651">
                  <c:v>21.6611111111</c:v>
                </c:pt>
                <c:pt idx="652">
                  <c:v>21.6944444444</c:v>
                </c:pt>
                <c:pt idx="653">
                  <c:v>21.7277777778</c:v>
                </c:pt>
                <c:pt idx="654">
                  <c:v>21.7611111111</c:v>
                </c:pt>
                <c:pt idx="655">
                  <c:v>21.7944444444</c:v>
                </c:pt>
                <c:pt idx="656">
                  <c:v>21.8277777778</c:v>
                </c:pt>
                <c:pt idx="657">
                  <c:v>21.8611111111</c:v>
                </c:pt>
                <c:pt idx="658">
                  <c:v>21.8944444444</c:v>
                </c:pt>
                <c:pt idx="659">
                  <c:v>21.9277777778</c:v>
                </c:pt>
                <c:pt idx="660">
                  <c:v>21.9611111111</c:v>
                </c:pt>
                <c:pt idx="661">
                  <c:v>21.9944444444</c:v>
                </c:pt>
                <c:pt idx="662">
                  <c:v>22.025</c:v>
                </c:pt>
                <c:pt idx="663">
                  <c:v>22.0583333333</c:v>
                </c:pt>
                <c:pt idx="664">
                  <c:v>22.0916666667</c:v>
                </c:pt>
                <c:pt idx="665">
                  <c:v>22.125</c:v>
                </c:pt>
                <c:pt idx="666">
                  <c:v>22.1583333333</c:v>
                </c:pt>
                <c:pt idx="667">
                  <c:v>22.1916666667</c:v>
                </c:pt>
                <c:pt idx="668">
                  <c:v>22.225</c:v>
                </c:pt>
                <c:pt idx="669">
                  <c:v>22.2583333333</c:v>
                </c:pt>
                <c:pt idx="670">
                  <c:v>22.2916666667</c:v>
                </c:pt>
                <c:pt idx="671">
                  <c:v>22.325</c:v>
                </c:pt>
                <c:pt idx="672">
                  <c:v>22.3583333333</c:v>
                </c:pt>
                <c:pt idx="673">
                  <c:v>22.3916666667</c:v>
                </c:pt>
                <c:pt idx="674">
                  <c:v>22.425</c:v>
                </c:pt>
                <c:pt idx="675">
                  <c:v>22.4583333333</c:v>
                </c:pt>
                <c:pt idx="676">
                  <c:v>22.4916666667</c:v>
                </c:pt>
                <c:pt idx="677">
                  <c:v>22.525</c:v>
                </c:pt>
                <c:pt idx="678">
                  <c:v>22.5583333333</c:v>
                </c:pt>
                <c:pt idx="679">
                  <c:v>22.5916666667</c:v>
                </c:pt>
                <c:pt idx="680">
                  <c:v>22.625</c:v>
                </c:pt>
                <c:pt idx="681">
                  <c:v>22.6583333333</c:v>
                </c:pt>
                <c:pt idx="682">
                  <c:v>22.6916666667</c:v>
                </c:pt>
                <c:pt idx="683">
                  <c:v>22.725</c:v>
                </c:pt>
                <c:pt idx="684">
                  <c:v>22.7583333333</c:v>
                </c:pt>
                <c:pt idx="685">
                  <c:v>22.7916666667</c:v>
                </c:pt>
                <c:pt idx="686">
                  <c:v>22.825</c:v>
                </c:pt>
                <c:pt idx="687">
                  <c:v>22.8583333333</c:v>
                </c:pt>
                <c:pt idx="688">
                  <c:v>22.8916666667</c:v>
                </c:pt>
                <c:pt idx="689">
                  <c:v>22.925</c:v>
                </c:pt>
                <c:pt idx="690">
                  <c:v>22.9583333333</c:v>
                </c:pt>
                <c:pt idx="691">
                  <c:v>22.9916666667</c:v>
                </c:pt>
                <c:pt idx="692">
                  <c:v>23.025</c:v>
                </c:pt>
                <c:pt idx="693">
                  <c:v>23.0583333333</c:v>
                </c:pt>
                <c:pt idx="694">
                  <c:v>23.0916666667</c:v>
                </c:pt>
                <c:pt idx="695">
                  <c:v>23.125</c:v>
                </c:pt>
                <c:pt idx="696">
                  <c:v>23.1583333333</c:v>
                </c:pt>
                <c:pt idx="697">
                  <c:v>23.1916666667</c:v>
                </c:pt>
                <c:pt idx="698">
                  <c:v>23.225</c:v>
                </c:pt>
                <c:pt idx="699">
                  <c:v>23.2583333333</c:v>
                </c:pt>
                <c:pt idx="700">
                  <c:v>23.2916666667</c:v>
                </c:pt>
                <c:pt idx="701">
                  <c:v>23.325</c:v>
                </c:pt>
                <c:pt idx="702">
                  <c:v>23.3583333333</c:v>
                </c:pt>
                <c:pt idx="703">
                  <c:v>23.3916666667</c:v>
                </c:pt>
                <c:pt idx="704">
                  <c:v>23.425</c:v>
                </c:pt>
                <c:pt idx="705">
                  <c:v>23.4583333333</c:v>
                </c:pt>
                <c:pt idx="706">
                  <c:v>23.4916666667</c:v>
                </c:pt>
                <c:pt idx="707">
                  <c:v>23.5222222222</c:v>
                </c:pt>
                <c:pt idx="708">
                  <c:v>23.5555555556</c:v>
                </c:pt>
                <c:pt idx="709">
                  <c:v>23.5888888889</c:v>
                </c:pt>
                <c:pt idx="710">
                  <c:v>23.6222222222</c:v>
                </c:pt>
                <c:pt idx="711">
                  <c:v>23.6555555556</c:v>
                </c:pt>
                <c:pt idx="712">
                  <c:v>23.6888888889</c:v>
                </c:pt>
                <c:pt idx="713">
                  <c:v>23.7222222222</c:v>
                </c:pt>
                <c:pt idx="714">
                  <c:v>23.7555555556</c:v>
                </c:pt>
                <c:pt idx="715">
                  <c:v>23.7888888889</c:v>
                </c:pt>
                <c:pt idx="716">
                  <c:v>23.8222222222</c:v>
                </c:pt>
                <c:pt idx="717">
                  <c:v>23.8555555556</c:v>
                </c:pt>
                <c:pt idx="718">
                  <c:v>23.8888888889</c:v>
                </c:pt>
                <c:pt idx="719">
                  <c:v>23.9222222222</c:v>
                </c:pt>
                <c:pt idx="720">
                  <c:v>23.9555555556</c:v>
                </c:pt>
                <c:pt idx="721">
                  <c:v>23.9888888889</c:v>
                </c:pt>
                <c:pt idx="722">
                  <c:v>24</c:v>
                </c:pt>
              </c:numCache>
            </c:numRef>
          </c:xVal>
          <c:yVal>
            <c:numRef>
              <c:f>'Chart Data'!$B$2:$B$724</c:f>
              <c:numCache>
                <c:formatCode>General</c:formatCode>
                <c:ptCount val="723"/>
                <c:pt idx="0">
                  <c:v>20</c:v>
                </c:pt>
                <c:pt idx="1">
                  <c:v>20.447621684</c:v>
                </c:pt>
                <c:pt idx="2">
                  <c:v>20.876542933</c:v>
                </c:pt>
                <c:pt idx="3">
                  <c:v>21.280727019</c:v>
                </c:pt>
                <c:pt idx="4">
                  <c:v>21.660319045</c:v>
                </c:pt>
                <c:pt idx="5">
                  <c:v>22.017215072</c:v>
                </c:pt>
                <c:pt idx="6">
                  <c:v>22.353394555</c:v>
                </c:pt>
                <c:pt idx="7">
                  <c:v>22.670573573</c:v>
                </c:pt>
                <c:pt idx="8">
                  <c:v>22.970193558</c:v>
                </c:pt>
                <c:pt idx="9">
                  <c:v>23.25347189</c:v>
                </c:pt>
                <c:pt idx="10">
                  <c:v>23.521452478</c:v>
                </c:pt>
                <c:pt idx="11">
                  <c:v>23.775045798</c:v>
                </c:pt>
                <c:pt idx="12">
                  <c:v>24.015058869</c:v>
                </c:pt>
                <c:pt idx="13">
                  <c:v>24.242217389</c:v>
                </c:pt>
                <c:pt idx="14">
                  <c:v>24.457182071</c:v>
                </c:pt>
                <c:pt idx="15">
                  <c:v>24.660560743</c:v>
                </c:pt>
                <c:pt idx="16">
                  <c:v>24.66275069</c:v>
                </c:pt>
                <c:pt idx="17">
                  <c:v>24.44058723</c:v>
                </c:pt>
                <c:pt idx="18">
                  <c:v>24.188761632</c:v>
                </c:pt>
                <c:pt idx="19">
                  <c:v>23.935609353</c:v>
                </c:pt>
                <c:pt idx="20">
                  <c:v>23.684941315</c:v>
                </c:pt>
                <c:pt idx="21">
                  <c:v>23.437254641</c:v>
                </c:pt>
                <c:pt idx="22">
                  <c:v>23.192598855</c:v>
                </c:pt>
                <c:pt idx="23">
                  <c:v>22.950961862</c:v>
                </c:pt>
                <c:pt idx="24">
                  <c:v>22.712322558</c:v>
                </c:pt>
                <c:pt idx="25">
                  <c:v>22.476657943</c:v>
                </c:pt>
                <c:pt idx="26">
                  <c:v>22.243944141</c:v>
                </c:pt>
                <c:pt idx="27">
                  <c:v>22.014156665</c:v>
                </c:pt>
                <c:pt idx="28">
                  <c:v>21.787270472</c:v>
                </c:pt>
                <c:pt idx="29">
                  <c:v>21.563260033</c:v>
                </c:pt>
                <c:pt idx="30">
                  <c:v>21.342099364</c:v>
                </c:pt>
                <c:pt idx="31">
                  <c:v>21.224178577</c:v>
                </c:pt>
                <c:pt idx="32">
                  <c:v>21.095026479</c:v>
                </c:pt>
                <c:pt idx="33">
                  <c:v>20.965063561</c:v>
                </c:pt>
                <c:pt idx="34">
                  <c:v>20.834287992</c:v>
                </c:pt>
                <c:pt idx="35">
                  <c:v>20.702784406</c:v>
                </c:pt>
                <c:pt idx="36">
                  <c:v>20.570647245</c:v>
                </c:pt>
                <c:pt idx="37">
                  <c:v>20.437963288</c:v>
                </c:pt>
                <c:pt idx="38">
                  <c:v>20.304809605</c:v>
                </c:pt>
                <c:pt idx="39">
                  <c:v>20.171307354</c:v>
                </c:pt>
                <c:pt idx="40">
                  <c:v>20.038287471</c:v>
                </c:pt>
                <c:pt idx="41">
                  <c:v>19.906080285</c:v>
                </c:pt>
                <c:pt idx="42">
                  <c:v>19.77477373</c:v>
                </c:pt>
                <c:pt idx="43">
                  <c:v>19.644442325</c:v>
                </c:pt>
                <c:pt idx="44">
                  <c:v>19.515149438</c:v>
                </c:pt>
                <c:pt idx="45">
                  <c:v>19.38694991</c:v>
                </c:pt>
                <c:pt idx="46">
                  <c:v>19.576723514</c:v>
                </c:pt>
                <c:pt idx="47">
                  <c:v>19.78610072</c:v>
                </c:pt>
                <c:pt idx="48">
                  <c:v>19.97725917</c:v>
                </c:pt>
                <c:pt idx="49">
                  <c:v>19.86936144</c:v>
                </c:pt>
                <c:pt idx="50">
                  <c:v>19.642288378</c:v>
                </c:pt>
                <c:pt idx="51">
                  <c:v>19.403827311</c:v>
                </c:pt>
                <c:pt idx="52">
                  <c:v>19.168413769</c:v>
                </c:pt>
                <c:pt idx="53">
                  <c:v>18.937879159</c:v>
                </c:pt>
                <c:pt idx="54">
                  <c:v>18.712364061</c:v>
                </c:pt>
                <c:pt idx="55">
                  <c:v>18.491787737</c:v>
                </c:pt>
                <c:pt idx="56">
                  <c:v>18.276045041</c:v>
                </c:pt>
                <c:pt idx="57">
                  <c:v>18.065031594</c:v>
                </c:pt>
                <c:pt idx="58">
                  <c:v>17.85864638</c:v>
                </c:pt>
                <c:pt idx="59">
                  <c:v>17.65679153</c:v>
                </c:pt>
                <c:pt idx="60">
                  <c:v>17.459371883</c:v>
                </c:pt>
                <c:pt idx="61">
                  <c:v>17.266294649</c:v>
                </c:pt>
                <c:pt idx="62">
                  <c:v>17.077469147</c:v>
                </c:pt>
                <c:pt idx="63">
                  <c:v>16.892806631</c:v>
                </c:pt>
                <c:pt idx="64">
                  <c:v>16.712220151</c:v>
                </c:pt>
                <c:pt idx="65">
                  <c:v>16.53562446</c:v>
                </c:pt>
                <c:pt idx="66">
                  <c:v>16.362935942</c:v>
                </c:pt>
                <c:pt idx="67">
                  <c:v>16.194072556</c:v>
                </c:pt>
                <c:pt idx="68">
                  <c:v>16.028953791</c:v>
                </c:pt>
                <c:pt idx="69">
                  <c:v>15.867500637</c:v>
                </c:pt>
                <c:pt idx="70">
                  <c:v>15.709635555</c:v>
                </c:pt>
                <c:pt idx="71">
                  <c:v>15.555282451</c:v>
                </c:pt>
                <c:pt idx="72">
                  <c:v>15.404366655</c:v>
                </c:pt>
                <c:pt idx="73">
                  <c:v>15.256814905</c:v>
                </c:pt>
                <c:pt idx="74">
                  <c:v>15.112555322</c:v>
                </c:pt>
                <c:pt idx="75">
                  <c:v>14.971517401</c:v>
                </c:pt>
                <c:pt idx="76">
                  <c:v>14.932793844</c:v>
                </c:pt>
                <c:pt idx="77">
                  <c:v>14.900192817</c:v>
                </c:pt>
                <c:pt idx="78">
                  <c:v>14.867236497</c:v>
                </c:pt>
                <c:pt idx="79">
                  <c:v>14.833851504</c:v>
                </c:pt>
                <c:pt idx="80">
                  <c:v>14.800061713</c:v>
                </c:pt>
                <c:pt idx="81">
                  <c:v>14.76591048</c:v>
                </c:pt>
                <c:pt idx="82">
                  <c:v>14.731440591</c:v>
                </c:pt>
                <c:pt idx="83">
                  <c:v>14.69669057</c:v>
                </c:pt>
                <c:pt idx="84">
                  <c:v>14.661694695</c:v>
                </c:pt>
                <c:pt idx="85">
                  <c:v>14.626483656</c:v>
                </c:pt>
                <c:pt idx="86">
                  <c:v>14.591085177</c:v>
                </c:pt>
                <c:pt idx="87">
                  <c:v>14.555524522</c:v>
                </c:pt>
                <c:pt idx="88">
                  <c:v>14.519824877</c:v>
                </c:pt>
                <c:pt idx="89">
                  <c:v>14.484007641</c:v>
                </c:pt>
                <c:pt idx="90">
                  <c:v>14.448092656</c:v>
                </c:pt>
                <c:pt idx="91">
                  <c:v>14.675443159</c:v>
                </c:pt>
                <c:pt idx="92">
                  <c:v>14.947007076</c:v>
                </c:pt>
                <c:pt idx="93">
                  <c:v>15.210140122</c:v>
                </c:pt>
                <c:pt idx="94">
                  <c:v>15.428831612</c:v>
                </c:pt>
                <c:pt idx="95">
                  <c:v>15.347193488</c:v>
                </c:pt>
                <c:pt idx="96">
                  <c:v>15.184411234</c:v>
                </c:pt>
                <c:pt idx="97">
                  <c:v>15.014962224</c:v>
                </c:pt>
                <c:pt idx="98">
                  <c:v>14.84873601</c:v>
                </c:pt>
                <c:pt idx="99">
                  <c:v>14.686922858</c:v>
                </c:pt>
                <c:pt idx="100">
                  <c:v>14.529543377</c:v>
                </c:pt>
                <c:pt idx="101">
                  <c:v>14.376472419</c:v>
                </c:pt>
                <c:pt idx="102">
                  <c:v>14.227572861</c:v>
                </c:pt>
                <c:pt idx="103">
                  <c:v>14.08271213</c:v>
                </c:pt>
                <c:pt idx="104">
                  <c:v>13.941764059</c:v>
                </c:pt>
                <c:pt idx="105">
                  <c:v>13.804608341</c:v>
                </c:pt>
                <c:pt idx="106">
                  <c:v>13.671129999</c:v>
                </c:pt>
                <c:pt idx="107">
                  <c:v>13.541218846</c:v>
                </c:pt>
                <c:pt idx="108">
                  <c:v>13.414769105</c:v>
                </c:pt>
                <c:pt idx="109">
                  <c:v>13.29167908</c:v>
                </c:pt>
                <c:pt idx="110">
                  <c:v>13.171850886</c:v>
                </c:pt>
                <c:pt idx="111">
                  <c:v>13.055190207</c:v>
                </c:pt>
                <c:pt idx="112">
                  <c:v>12.941606099</c:v>
                </c:pt>
                <c:pt idx="113">
                  <c:v>12.831010802</c:v>
                </c:pt>
                <c:pt idx="114">
                  <c:v>12.72331958</c:v>
                </c:pt>
                <c:pt idx="115">
                  <c:v>12.618450577</c:v>
                </c:pt>
                <c:pt idx="116">
                  <c:v>12.516324678</c:v>
                </c:pt>
                <c:pt idx="117">
                  <c:v>12.416865389</c:v>
                </c:pt>
                <c:pt idx="118">
                  <c:v>12.31999872</c:v>
                </c:pt>
                <c:pt idx="119">
                  <c:v>12.22565308</c:v>
                </c:pt>
                <c:pt idx="120">
                  <c:v>12.133759175</c:v>
                </c:pt>
                <c:pt idx="121">
                  <c:v>12.136496963</c:v>
                </c:pt>
                <c:pt idx="122">
                  <c:v>12.159210297</c:v>
                </c:pt>
                <c:pt idx="123">
                  <c:v>12.180456386</c:v>
                </c:pt>
                <c:pt idx="124">
                  <c:v>12.200167262</c:v>
                </c:pt>
                <c:pt idx="125">
                  <c:v>12.218382822</c:v>
                </c:pt>
                <c:pt idx="126">
                  <c:v>12.23516563</c:v>
                </c:pt>
                <c:pt idx="127">
                  <c:v>12.250578246</c:v>
                </c:pt>
                <c:pt idx="128">
                  <c:v>12.264678887</c:v>
                </c:pt>
                <c:pt idx="129">
                  <c:v>12.277521298</c:v>
                </c:pt>
                <c:pt idx="130">
                  <c:v>12.289155384</c:v>
                </c:pt>
                <c:pt idx="131">
                  <c:v>12.299627831</c:v>
                </c:pt>
                <c:pt idx="132">
                  <c:v>12.308982614</c:v>
                </c:pt>
                <c:pt idx="133">
                  <c:v>12.317261377</c:v>
                </c:pt>
                <c:pt idx="134">
                  <c:v>12.324503733</c:v>
                </c:pt>
                <c:pt idx="135">
                  <c:v>12.33074748</c:v>
                </c:pt>
                <c:pt idx="136">
                  <c:v>12.564754962</c:v>
                </c:pt>
                <c:pt idx="137">
                  <c:v>12.866478831</c:v>
                </c:pt>
                <c:pt idx="138">
                  <c:v>13.15939185</c:v>
                </c:pt>
                <c:pt idx="139">
                  <c:v>13.443892071</c:v>
                </c:pt>
                <c:pt idx="140">
                  <c:v>13.503924346</c:v>
                </c:pt>
                <c:pt idx="141">
                  <c:v>13.385443067</c:v>
                </c:pt>
                <c:pt idx="142">
                  <c:v>13.246501243</c:v>
                </c:pt>
                <c:pt idx="143">
                  <c:v>13.108554036</c:v>
                </c:pt>
                <c:pt idx="144">
                  <c:v>12.97434912</c:v>
                </c:pt>
                <c:pt idx="145">
                  <c:v>12.844120095</c:v>
                </c:pt>
                <c:pt idx="146">
                  <c:v>12.717771609</c:v>
                </c:pt>
                <c:pt idx="147">
                  <c:v>12.595172204</c:v>
                </c:pt>
                <c:pt idx="148">
                  <c:v>12.476192514</c:v>
                </c:pt>
                <c:pt idx="149">
                  <c:v>12.36070946</c:v>
                </c:pt>
                <c:pt idx="150">
                  <c:v>12.248606101</c:v>
                </c:pt>
                <c:pt idx="151">
                  <c:v>12.13977106</c:v>
                </c:pt>
                <c:pt idx="152">
                  <c:v>12.034098006</c:v>
                </c:pt>
                <c:pt idx="153">
                  <c:v>11.931485224</c:v>
                </c:pt>
                <c:pt idx="154">
                  <c:v>11.83183526</c:v>
                </c:pt>
                <c:pt idx="155">
                  <c:v>11.735054625</c:v>
                </c:pt>
                <c:pt idx="156">
                  <c:v>11.641053532</c:v>
                </c:pt>
                <c:pt idx="157">
                  <c:v>11.54974568</c:v>
                </c:pt>
                <c:pt idx="158">
                  <c:v>11.461048051</c:v>
                </c:pt>
                <c:pt idx="159">
                  <c:v>11.374880733</c:v>
                </c:pt>
                <c:pt idx="160">
                  <c:v>11.291166762</c:v>
                </c:pt>
                <c:pt idx="161">
                  <c:v>11.209831975</c:v>
                </c:pt>
                <c:pt idx="162">
                  <c:v>11.130804872</c:v>
                </c:pt>
                <c:pt idx="163">
                  <c:v>11.054016496</c:v>
                </c:pt>
                <c:pt idx="164">
                  <c:v>10.979400315</c:v>
                </c:pt>
                <c:pt idx="165">
                  <c:v>10.90689211</c:v>
                </c:pt>
                <c:pt idx="166">
                  <c:v>10.920234977</c:v>
                </c:pt>
                <c:pt idx="167">
                  <c:v>10.96556128</c:v>
                </c:pt>
                <c:pt idx="168">
                  <c:v>11.008947163</c:v>
                </c:pt>
                <c:pt idx="169">
                  <c:v>11.050319966</c:v>
                </c:pt>
                <c:pt idx="170">
                  <c:v>11.089726271</c:v>
                </c:pt>
                <c:pt idx="171">
                  <c:v>11.127238812</c:v>
                </c:pt>
                <c:pt idx="172">
                  <c:v>11.162930904</c:v>
                </c:pt>
                <c:pt idx="173">
                  <c:v>11.19687138</c:v>
                </c:pt>
                <c:pt idx="174">
                  <c:v>11.229124317</c:v>
                </c:pt>
                <c:pt idx="175">
                  <c:v>11.259749656</c:v>
                </c:pt>
                <c:pt idx="176">
                  <c:v>11.288803839</c:v>
                </c:pt>
                <c:pt idx="177">
                  <c:v>11.31634033</c:v>
                </c:pt>
                <c:pt idx="178">
                  <c:v>11.342410017</c:v>
                </c:pt>
                <c:pt idx="179">
                  <c:v>11.367061513</c:v>
                </c:pt>
                <c:pt idx="180">
                  <c:v>11.390341396</c:v>
                </c:pt>
                <c:pt idx="181">
                  <c:v>11.611904384</c:v>
                </c:pt>
                <c:pt idx="182">
                  <c:v>11.924907852</c:v>
                </c:pt>
                <c:pt idx="183">
                  <c:v>12.22894884</c:v>
                </c:pt>
                <c:pt idx="184">
                  <c:v>12.524446866</c:v>
                </c:pt>
                <c:pt idx="185">
                  <c:v>12.676925769</c:v>
                </c:pt>
                <c:pt idx="186">
                  <c:v>12.586324077</c:v>
                </c:pt>
                <c:pt idx="187">
                  <c:v>12.460037785</c:v>
                </c:pt>
                <c:pt idx="188">
                  <c:v>12.332573978</c:v>
                </c:pt>
                <c:pt idx="189">
                  <c:v>12.208442541</c:v>
                </c:pt>
                <c:pt idx="190">
                  <c:v>12.088113852</c:v>
                </c:pt>
                <c:pt idx="191">
                  <c:v>11.971525575</c:v>
                </c:pt>
                <c:pt idx="192">
                  <c:v>11.858549555</c:v>
                </c:pt>
                <c:pt idx="193">
                  <c:v>11.749057833</c:v>
                </c:pt>
                <c:pt idx="194">
                  <c:v>11.642927776</c:v>
                </c:pt>
                <c:pt idx="195">
                  <c:v>11.540043518</c:v>
                </c:pt>
                <c:pt idx="196">
                  <c:v>11.440294305</c:v>
                </c:pt>
                <c:pt idx="197">
                  <c:v>11.343574873</c:v>
                </c:pt>
                <c:pt idx="198">
                  <c:v>11.249784574</c:v>
                </c:pt>
                <c:pt idx="199">
                  <c:v>11.1588271</c:v>
                </c:pt>
                <c:pt idx="200">
                  <c:v>11.070610208</c:v>
                </c:pt>
                <c:pt idx="201">
                  <c:v>10.985045386</c:v>
                </c:pt>
                <c:pt idx="202">
                  <c:v>10.902047667</c:v>
                </c:pt>
                <c:pt idx="203">
                  <c:v>10.821535413</c:v>
                </c:pt>
                <c:pt idx="204">
                  <c:v>10.743430126</c:v>
                </c:pt>
                <c:pt idx="205">
                  <c:v>10.667656288</c:v>
                </c:pt>
                <c:pt idx="206">
                  <c:v>10.594141209</c:v>
                </c:pt>
                <c:pt idx="207">
                  <c:v>10.522814885</c:v>
                </c:pt>
                <c:pt idx="208">
                  <c:v>10.453609871</c:v>
                </c:pt>
                <c:pt idx="209">
                  <c:v>10.386461163</c:v>
                </c:pt>
                <c:pt idx="210">
                  <c:v>10.321306083</c:v>
                </c:pt>
                <c:pt idx="211">
                  <c:v>10.33288002</c:v>
                </c:pt>
                <c:pt idx="212">
                  <c:v>10.387741051</c:v>
                </c:pt>
                <c:pt idx="213">
                  <c:v>10.440480228</c:v>
                </c:pt>
                <c:pt idx="214">
                  <c:v>10.491012413</c:v>
                </c:pt>
                <c:pt idx="215">
                  <c:v>10.539383959</c:v>
                </c:pt>
                <c:pt idx="216">
                  <c:v>10.585671462</c:v>
                </c:pt>
                <c:pt idx="217">
                  <c:v>10.629952936</c:v>
                </c:pt>
                <c:pt idx="218">
                  <c:v>10.672301932</c:v>
                </c:pt>
                <c:pt idx="219">
                  <c:v>10.712787095</c:v>
                </c:pt>
                <c:pt idx="220">
                  <c:v>10.751472764</c:v>
                </c:pt>
                <c:pt idx="221">
                  <c:v>10.788419619</c:v>
                </c:pt>
                <c:pt idx="222">
                  <c:v>10.823685218</c:v>
                </c:pt>
                <c:pt idx="223">
                  <c:v>10.857324409</c:v>
                </c:pt>
                <c:pt idx="224">
                  <c:v>10.889389646</c:v>
                </c:pt>
                <c:pt idx="225">
                  <c:v>10.919931229</c:v>
                </c:pt>
                <c:pt idx="226">
                  <c:v>11.121772221</c:v>
                </c:pt>
                <c:pt idx="227">
                  <c:v>11.438927238</c:v>
                </c:pt>
                <c:pt idx="228">
                  <c:v>11.747067542</c:v>
                </c:pt>
                <c:pt idx="229">
                  <c:v>12.046636838</c:v>
                </c:pt>
                <c:pt idx="230">
                  <c:v>12.255653789</c:v>
                </c:pt>
                <c:pt idx="231">
                  <c:v>12.187971983</c:v>
                </c:pt>
                <c:pt idx="232">
                  <c:v>12.067763439</c:v>
                </c:pt>
                <c:pt idx="233">
                  <c:v>11.944089464</c:v>
                </c:pt>
                <c:pt idx="234">
                  <c:v>11.823423516</c:v>
                </c:pt>
                <c:pt idx="235">
                  <c:v>11.706500207</c:v>
                </c:pt>
                <c:pt idx="236">
                  <c:v>11.593290093</c:v>
                </c:pt>
                <c:pt idx="237">
                  <c:v>11.483669576</c:v>
                </c:pt>
                <c:pt idx="238">
                  <c:v>11.377509734</c:v>
                </c:pt>
                <c:pt idx="239">
                  <c:v>11.274687252</c:v>
                </c:pt>
                <c:pt idx="240">
                  <c:v>11.17508512</c:v>
                </c:pt>
                <c:pt idx="241">
                  <c:v>11.078592126</c:v>
                </c:pt>
                <c:pt idx="242">
                  <c:v>10.985102316</c:v>
                </c:pt>
                <c:pt idx="243">
                  <c:v>10.894514535</c:v>
                </c:pt>
                <c:pt idx="244">
                  <c:v>10.806732046</c:v>
                </c:pt>
                <c:pt idx="245">
                  <c:v>10.721662212</c:v>
                </c:pt>
                <c:pt idx="246">
                  <c:v>10.639216219</c:v>
                </c:pt>
                <c:pt idx="247">
                  <c:v>10.559308844</c:v>
                </c:pt>
                <c:pt idx="248">
                  <c:v>10.481858236</c:v>
                </c:pt>
                <c:pt idx="249">
                  <c:v>10.406785736</c:v>
                </c:pt>
                <c:pt idx="250">
                  <c:v>10.334015703</c:v>
                </c:pt>
                <c:pt idx="251">
                  <c:v>10.263475359</c:v>
                </c:pt>
                <c:pt idx="252">
                  <c:v>10.19509465</c:v>
                </c:pt>
                <c:pt idx="253">
                  <c:v>10.128806109</c:v>
                </c:pt>
                <c:pt idx="254">
                  <c:v>10.06454474</c:v>
                </c:pt>
                <c:pt idx="255">
                  <c:v>10.0022479</c:v>
                </c:pt>
                <c:pt idx="256">
                  <c:v>10.008267195</c:v>
                </c:pt>
                <c:pt idx="257">
                  <c:v>10.067582349</c:v>
                </c:pt>
                <c:pt idx="258">
                  <c:v>10.12470996</c:v>
                </c:pt>
                <c:pt idx="259">
                  <c:v>10.179548156</c:v>
                </c:pt>
                <c:pt idx="260">
                  <c:v>10.232139711</c:v>
                </c:pt>
                <c:pt idx="261">
                  <c:v>10.282562331</c:v>
                </c:pt>
                <c:pt idx="262">
                  <c:v>10.330896188</c:v>
                </c:pt>
                <c:pt idx="263">
                  <c:v>10.377217107</c:v>
                </c:pt>
                <c:pt idx="264">
                  <c:v>10.421595926</c:v>
                </c:pt>
                <c:pt idx="265">
                  <c:v>10.464099066</c:v>
                </c:pt>
                <c:pt idx="266">
                  <c:v>10.504789189</c:v>
                </c:pt>
                <c:pt idx="267">
                  <c:v>10.543725747</c:v>
                </c:pt>
                <c:pt idx="268">
                  <c:v>10.580965405</c:v>
                </c:pt>
                <c:pt idx="269">
                  <c:v>10.616562361</c:v>
                </c:pt>
                <c:pt idx="270">
                  <c:v>10.650568603</c:v>
                </c:pt>
                <c:pt idx="271">
                  <c:v>10.830104483</c:v>
                </c:pt>
                <c:pt idx="272">
                  <c:v>11.148915797</c:v>
                </c:pt>
                <c:pt idx="273">
                  <c:v>11.458686433</c:v>
                </c:pt>
                <c:pt idx="274">
                  <c:v>11.759887627</c:v>
                </c:pt>
                <c:pt idx="275">
                  <c:v>12.006687391</c:v>
                </c:pt>
                <c:pt idx="276">
                  <c:v>11.96203038</c:v>
                </c:pt>
                <c:pt idx="277">
                  <c:v>11.845771134</c:v>
                </c:pt>
                <c:pt idx="278">
                  <c:v>11.723489746</c:v>
                </c:pt>
                <c:pt idx="279">
                  <c:v>11.603889431</c:v>
                </c:pt>
                <c:pt idx="280">
                  <c:v>11.488003663</c:v>
                </c:pt>
                <c:pt idx="281">
                  <c:v>11.37584164</c:v>
                </c:pt>
                <c:pt idx="282">
                  <c:v>11.26728346</c:v>
                </c:pt>
                <c:pt idx="283">
                  <c:v>11.162199362</c:v>
                </c:pt>
                <c:pt idx="284">
                  <c:v>11.060464717</c:v>
                </c:pt>
                <c:pt idx="285">
                  <c:v>10.96196125</c:v>
                </c:pt>
                <c:pt idx="286">
                  <c:v>10.866576582</c:v>
                </c:pt>
                <c:pt idx="287">
                  <c:v>10.774203687</c:v>
                </c:pt>
                <c:pt idx="288">
                  <c:v>10.684740417</c:v>
                </c:pt>
                <c:pt idx="289">
                  <c:v>10.598089119</c:v>
                </c:pt>
                <c:pt idx="290">
                  <c:v>10.514156301</c:v>
                </c:pt>
                <c:pt idx="291">
                  <c:v>10.432852356</c:v>
                </c:pt>
                <c:pt idx="292">
                  <c:v>10.354091315</c:v>
                </c:pt>
                <c:pt idx="293">
                  <c:v>10.277790637</c:v>
                </c:pt>
                <c:pt idx="294">
                  <c:v>10.203871011</c:v>
                </c:pt>
                <c:pt idx="295">
                  <c:v>10.13225619</c:v>
                </c:pt>
                <c:pt idx="296">
                  <c:v>10.062872826</c:v>
                </c:pt>
                <c:pt idx="297">
                  <c:v>9.995664733</c:v>
                </c:pt>
                <c:pt idx="298">
                  <c:v>9.934750192</c:v>
                </c:pt>
                <c:pt idx="299">
                  <c:v>9.882416413</c:v>
                </c:pt>
                <c:pt idx="300">
                  <c:v>9.837460054</c:v>
                </c:pt>
                <c:pt idx="301">
                  <c:v>9.851857155</c:v>
                </c:pt>
                <c:pt idx="302">
                  <c:v>9.925853599</c:v>
                </c:pt>
                <c:pt idx="303">
                  <c:v>9.988787857</c:v>
                </c:pt>
                <c:pt idx="304">
                  <c:v>10.044258297</c:v>
                </c:pt>
                <c:pt idx="305">
                  <c:v>10.097362063</c:v>
                </c:pt>
                <c:pt idx="306">
                  <c:v>10.148313969</c:v>
                </c:pt>
                <c:pt idx="307">
                  <c:v>10.197192145</c:v>
                </c:pt>
                <c:pt idx="308">
                  <c:v>10.244071301</c:v>
                </c:pt>
                <c:pt idx="309">
                  <c:v>10.289021294</c:v>
                </c:pt>
                <c:pt idx="310">
                  <c:v>10.332107612</c:v>
                </c:pt>
                <c:pt idx="311">
                  <c:v>10.373392022</c:v>
                </c:pt>
                <c:pt idx="312">
                  <c:v>10.412933113</c:v>
                </c:pt>
                <c:pt idx="313">
                  <c:v>10.450786727</c:v>
                </c:pt>
                <c:pt idx="314">
                  <c:v>10.487006281</c:v>
                </c:pt>
                <c:pt idx="315">
                  <c:v>10.521643017</c:v>
                </c:pt>
                <c:pt idx="316">
                  <c:v>10.676763967</c:v>
                </c:pt>
                <c:pt idx="317">
                  <c:v>10.995261771</c:v>
                </c:pt>
                <c:pt idx="318">
                  <c:v>11.30472902</c:v>
                </c:pt>
                <c:pt idx="319">
                  <c:v>11.605666862</c:v>
                </c:pt>
                <c:pt idx="320">
                  <c:v>11.87728528</c:v>
                </c:pt>
                <c:pt idx="321">
                  <c:v>11.857559507</c:v>
                </c:pt>
                <c:pt idx="322">
                  <c:v>11.743847263</c:v>
                </c:pt>
                <c:pt idx="323">
                  <c:v>11.621144318</c:v>
                </c:pt>
                <c:pt idx="324">
                  <c:v>11.500774723</c:v>
                </c:pt>
                <c:pt idx="325">
                  <c:v>11.384122813</c:v>
                </c:pt>
                <c:pt idx="326">
                  <c:v>11.271242486</c:v>
                </c:pt>
                <c:pt idx="327">
                  <c:v>11.162017482</c:v>
                </c:pt>
                <c:pt idx="328">
                  <c:v>11.056316359</c:v>
                </c:pt>
                <c:pt idx="329">
                  <c:v>10.954012248</c:v>
                </c:pt>
                <c:pt idx="330">
                  <c:v>10.854984698</c:v>
                </c:pt>
                <c:pt idx="331">
                  <c:v>10.75911928</c:v>
                </c:pt>
                <c:pt idx="332">
                  <c:v>10.666307033</c:v>
                </c:pt>
                <c:pt idx="333">
                  <c:v>10.576443988</c:v>
                </c:pt>
                <c:pt idx="334">
                  <c:v>10.489430764</c:v>
                </c:pt>
                <c:pt idx="335">
                  <c:v>10.405172232</c:v>
                </c:pt>
                <c:pt idx="336">
                  <c:v>10.32357723</c:v>
                </c:pt>
                <c:pt idx="337">
                  <c:v>10.244558308</c:v>
                </c:pt>
                <c:pt idx="338">
                  <c:v>10.168031514</c:v>
                </c:pt>
                <c:pt idx="339">
                  <c:v>10.093916194</c:v>
                </c:pt>
                <c:pt idx="340">
                  <c:v>10.022134817</c:v>
                </c:pt>
                <c:pt idx="341">
                  <c:v>9.954495504</c:v>
                </c:pt>
                <c:pt idx="342">
                  <c:v>9.896039995</c:v>
                </c:pt>
                <c:pt idx="343">
                  <c:v>9.845841319</c:v>
                </c:pt>
                <c:pt idx="344">
                  <c:v>9.80274691</c:v>
                </c:pt>
                <c:pt idx="345">
                  <c:v>9.765766351</c:v>
                </c:pt>
                <c:pt idx="346">
                  <c:v>9.777138461</c:v>
                </c:pt>
                <c:pt idx="347">
                  <c:v>9.859540165</c:v>
                </c:pt>
                <c:pt idx="348">
                  <c:v>9.929708472</c:v>
                </c:pt>
                <c:pt idx="349">
                  <c:v>9.989227313</c:v>
                </c:pt>
                <c:pt idx="350">
                  <c:v>10.041634237</c:v>
                </c:pt>
                <c:pt idx="351">
                  <c:v>10.091798965</c:v>
                </c:pt>
                <c:pt idx="352">
                  <c:v>10.139935229</c:v>
                </c:pt>
                <c:pt idx="353">
                  <c:v>10.186115321</c:v>
                </c:pt>
                <c:pt idx="354">
                  <c:v>10.230407312</c:v>
                </c:pt>
                <c:pt idx="355">
                  <c:v>10.272875008</c:v>
                </c:pt>
                <c:pt idx="356">
                  <c:v>10.313578552</c:v>
                </c:pt>
                <c:pt idx="357">
                  <c:v>10.352574976</c:v>
                </c:pt>
                <c:pt idx="358">
                  <c:v>10.389918618</c:v>
                </c:pt>
                <c:pt idx="359">
                  <c:v>10.425661451</c:v>
                </c:pt>
                <c:pt idx="360">
                  <c:v>10.459853335</c:v>
                </c:pt>
                <c:pt idx="361">
                  <c:v>10.589888788</c:v>
                </c:pt>
                <c:pt idx="362">
                  <c:v>10.907524366</c:v>
                </c:pt>
                <c:pt idx="363">
                  <c:v>11.21613814</c:v>
                </c:pt>
                <c:pt idx="364">
                  <c:v>11.516265085</c:v>
                </c:pt>
                <c:pt idx="365">
                  <c:v>11.802126577</c:v>
                </c:pt>
                <c:pt idx="366">
                  <c:v>11.810575212</c:v>
                </c:pt>
                <c:pt idx="367">
                  <c:v>11.699333659</c:v>
                </c:pt>
                <c:pt idx="368">
                  <c:v>11.575690829</c:v>
                </c:pt>
                <c:pt idx="369">
                  <c:v>11.453980052</c:v>
                </c:pt>
                <c:pt idx="370">
                  <c:v>11.335988894</c:v>
                </c:pt>
                <c:pt idx="371">
                  <c:v>11.221822999</c:v>
                </c:pt>
                <c:pt idx="372">
                  <c:v>11.111370682</c:v>
                </c:pt>
                <c:pt idx="373">
                  <c:v>11.004498909</c:v>
                </c:pt>
                <c:pt idx="374">
                  <c:v>10.901078551</c:v>
                </c:pt>
                <c:pt idx="375">
                  <c:v>10.800986935</c:v>
                </c:pt>
                <c:pt idx="376">
                  <c:v>10.704107528</c:v>
                </c:pt>
                <c:pt idx="377">
                  <c:v>10.610329386</c:v>
                </c:pt>
                <c:pt idx="378">
                  <c:v>10.519546657</c:v>
                </c:pt>
                <c:pt idx="379">
                  <c:v>10.431658172</c:v>
                </c:pt>
                <c:pt idx="380">
                  <c:v>10.346567102</c:v>
                </c:pt>
                <c:pt idx="381">
                  <c:v>10.264180661</c:v>
                </c:pt>
                <c:pt idx="382">
                  <c:v>10.184409852</c:v>
                </c:pt>
                <c:pt idx="383">
                  <c:v>10.107169244</c:v>
                </c:pt>
                <c:pt idx="384">
                  <c:v>10.032376766</c:v>
                </c:pt>
                <c:pt idx="385">
                  <c:v>9.961248987</c:v>
                </c:pt>
                <c:pt idx="386">
                  <c:v>9.899423619</c:v>
                </c:pt>
                <c:pt idx="387">
                  <c:v>9.846341801</c:v>
                </c:pt>
                <c:pt idx="388">
                  <c:v>9.800782839</c:v>
                </c:pt>
                <c:pt idx="389">
                  <c:v>9.761697319</c:v>
                </c:pt>
                <c:pt idx="390">
                  <c:v>9.728183389</c:v>
                </c:pt>
                <c:pt idx="391">
                  <c:v>9.732540973</c:v>
                </c:pt>
                <c:pt idx="392">
                  <c:v>9.819659706</c:v>
                </c:pt>
                <c:pt idx="393">
                  <c:v>9.893902089</c:v>
                </c:pt>
                <c:pt idx="394">
                  <c:v>9.956926566</c:v>
                </c:pt>
                <c:pt idx="395">
                  <c:v>10.010443497</c:v>
                </c:pt>
                <c:pt idx="396">
                  <c:v>10.059800913</c:v>
                </c:pt>
                <c:pt idx="397">
                  <c:v>10.107145372</c:v>
                </c:pt>
                <c:pt idx="398">
                  <c:v>10.152570577</c:v>
                </c:pt>
                <c:pt idx="399">
                  <c:v>10.196143312</c:v>
                </c:pt>
                <c:pt idx="400">
                  <c:v>10.237926059</c:v>
                </c:pt>
                <c:pt idx="401">
                  <c:v>10.277977691</c:v>
                </c:pt>
                <c:pt idx="402">
                  <c:v>10.316353998</c:v>
                </c:pt>
                <c:pt idx="403">
                  <c:v>10.353108121</c:v>
                </c:pt>
                <c:pt idx="404">
                  <c:v>10.388290875</c:v>
                </c:pt>
                <c:pt idx="405">
                  <c:v>10.421951004</c:v>
                </c:pt>
                <c:pt idx="406">
                  <c:v>10.527025235</c:v>
                </c:pt>
                <c:pt idx="407">
                  <c:v>10.84402041</c:v>
                </c:pt>
                <c:pt idx="408">
                  <c:v>11.151982203</c:v>
                </c:pt>
                <c:pt idx="409">
                  <c:v>11.451484172</c:v>
                </c:pt>
                <c:pt idx="410">
                  <c:v>11.742693482</c:v>
                </c:pt>
                <c:pt idx="411">
                  <c:v>11.78392517</c:v>
                </c:pt>
                <c:pt idx="412">
                  <c:v>11.675877728</c:v>
                </c:pt>
                <c:pt idx="413">
                  <c:v>11.551483219</c:v>
                </c:pt>
                <c:pt idx="414">
                  <c:v>11.42853828</c:v>
                </c:pt>
                <c:pt idx="415">
                  <c:v>11.309295967</c:v>
                </c:pt>
                <c:pt idx="416">
                  <c:v>11.193922464</c:v>
                </c:pt>
                <c:pt idx="417">
                  <c:v>11.082312205</c:v>
                </c:pt>
                <c:pt idx="418">
                  <c:v>10.974331111</c:v>
                </c:pt>
                <c:pt idx="419">
                  <c:v>10.869848185</c:v>
                </c:pt>
                <c:pt idx="420">
                  <c:v>10.768738891</c:v>
                </c:pt>
                <c:pt idx="421">
                  <c:v>10.670884937</c:v>
                </c:pt>
                <c:pt idx="422">
                  <c:v>10.576173713</c:v>
                </c:pt>
                <c:pt idx="423">
                  <c:v>10.484497792</c:v>
                </c:pt>
                <c:pt idx="424">
                  <c:v>10.39575451</c:v>
                </c:pt>
                <c:pt idx="425">
                  <c:v>10.309845615</c:v>
                </c:pt>
                <c:pt idx="426">
                  <c:v>10.226676965</c:v>
                </c:pt>
                <c:pt idx="427">
                  <c:v>10.146158269</c:v>
                </c:pt>
                <c:pt idx="428">
                  <c:v>10.068202854</c:v>
                </c:pt>
                <c:pt idx="429">
                  <c:v>9.992771003</c:v>
                </c:pt>
                <c:pt idx="430">
                  <c:v>9.924692282</c:v>
                </c:pt>
                <c:pt idx="431">
                  <c:v>9.866245024</c:v>
                </c:pt>
                <c:pt idx="432">
                  <c:v>9.816081218</c:v>
                </c:pt>
                <c:pt idx="433">
                  <c:v>9.773044316</c:v>
                </c:pt>
                <c:pt idx="434">
                  <c:v>9.736140554</c:v>
                </c:pt>
                <c:pt idx="435">
                  <c:v>9.704515813</c:v>
                </c:pt>
                <c:pt idx="436">
                  <c:v>9.700319485</c:v>
                </c:pt>
                <c:pt idx="437">
                  <c:v>9.790812641</c:v>
                </c:pt>
                <c:pt idx="438">
                  <c:v>9.867977927</c:v>
                </c:pt>
                <c:pt idx="439">
                  <c:v>9.933520386</c:v>
                </c:pt>
                <c:pt idx="440">
                  <c:v>9.989073195</c:v>
                </c:pt>
                <c:pt idx="441">
                  <c:v>10.037893749</c:v>
                </c:pt>
                <c:pt idx="442">
                  <c:v>10.084603877</c:v>
                </c:pt>
                <c:pt idx="443">
                  <c:v>10.129423376</c:v>
                </c:pt>
                <c:pt idx="444">
                  <c:v>10.172417494</c:v>
                </c:pt>
                <c:pt idx="445">
                  <c:v>10.213647768</c:v>
                </c:pt>
                <c:pt idx="446">
                  <c:v>10.253172149</c:v>
                </c:pt>
                <c:pt idx="447">
                  <c:v>10.291045531</c:v>
                </c:pt>
                <c:pt idx="448">
                  <c:v>10.327320176</c:v>
                </c:pt>
                <c:pt idx="449">
                  <c:v>10.362046046</c:v>
                </c:pt>
                <c:pt idx="450">
                  <c:v>10.395271057</c:v>
                </c:pt>
                <c:pt idx="451">
                  <c:v>10.475591348</c:v>
                </c:pt>
                <c:pt idx="452">
                  <c:v>10.792248782</c:v>
                </c:pt>
                <c:pt idx="453">
                  <c:v>11.099841664</c:v>
                </c:pt>
                <c:pt idx="454">
                  <c:v>11.398987002</c:v>
                </c:pt>
                <c:pt idx="455">
                  <c:v>11.689983754</c:v>
                </c:pt>
                <c:pt idx="456">
                  <c:v>11.766639483</c:v>
                </c:pt>
                <c:pt idx="457">
                  <c:v>11.662737998</c:v>
                </c:pt>
                <c:pt idx="458">
                  <c:v>11.537888142</c:v>
                </c:pt>
                <c:pt idx="459">
                  <c:v>11.413909455</c:v>
                </c:pt>
                <c:pt idx="460">
                  <c:v>11.293595431</c:v>
                </c:pt>
                <c:pt idx="461">
                  <c:v>11.177183</c:v>
                </c:pt>
                <c:pt idx="462">
                  <c:v>11.06457483</c:v>
                </c:pt>
                <c:pt idx="463">
                  <c:v>10.955636126</c:v>
                </c:pt>
                <c:pt idx="464">
                  <c:v>10.850234472</c:v>
                </c:pt>
                <c:pt idx="465">
                  <c:v>10.74824367</c:v>
                </c:pt>
                <c:pt idx="466">
                  <c:v>10.649544026</c:v>
                </c:pt>
                <c:pt idx="467">
                  <c:v>10.554021533</c:v>
                </c:pt>
                <c:pt idx="468">
                  <c:v>10.461567457</c:v>
                </c:pt>
                <c:pt idx="469">
                  <c:v>10.372077898</c:v>
                </c:pt>
                <c:pt idx="470">
                  <c:v>10.285453427</c:v>
                </c:pt>
                <c:pt idx="471">
                  <c:v>10.201598784</c:v>
                </c:pt>
                <c:pt idx="472">
                  <c:v>10.120422607</c:v>
                </c:pt>
                <c:pt idx="473">
                  <c:v>10.041837205</c:v>
                </c:pt>
                <c:pt idx="474">
                  <c:v>9.966674608</c:v>
                </c:pt>
                <c:pt idx="475">
                  <c:v>9.900931275</c:v>
                </c:pt>
                <c:pt idx="476">
                  <c:v>9.844502254</c:v>
                </c:pt>
                <c:pt idx="477">
                  <c:v>9.796082959</c:v>
                </c:pt>
                <c:pt idx="478">
                  <c:v>9.754555384</c:v>
                </c:pt>
                <c:pt idx="479">
                  <c:v>9.718958795</c:v>
                </c:pt>
                <c:pt idx="480">
                  <c:v>9.688467412</c:v>
                </c:pt>
                <c:pt idx="481">
                  <c:v>9.674885369</c:v>
                </c:pt>
                <c:pt idx="482">
                  <c:v>9.768088323</c:v>
                </c:pt>
                <c:pt idx="483">
                  <c:v>9.847606271</c:v>
                </c:pt>
                <c:pt idx="484">
                  <c:v>9.915177629</c:v>
                </c:pt>
                <c:pt idx="485">
                  <c:v>9.972473592</c:v>
                </c:pt>
                <c:pt idx="486">
                  <c:v>10.021593854</c:v>
                </c:pt>
                <c:pt idx="487">
                  <c:v>10.067834579</c:v>
                </c:pt>
                <c:pt idx="488">
                  <c:v>10.112199471</c:v>
                </c:pt>
                <c:pt idx="489">
                  <c:v>10.154760733</c:v>
                </c:pt>
                <c:pt idx="490">
                  <c:v>10.195577418</c:v>
                </c:pt>
                <c:pt idx="491">
                  <c:v>10.234705737</c:v>
                </c:pt>
                <c:pt idx="492">
                  <c:v>10.272202615</c:v>
                </c:pt>
                <c:pt idx="493">
                  <c:v>10.308117344</c:v>
                </c:pt>
                <c:pt idx="494">
                  <c:v>10.342500281</c:v>
                </c:pt>
                <c:pt idx="495">
                  <c:v>10.37539864</c:v>
                </c:pt>
                <c:pt idx="496">
                  <c:v>10.431124561</c:v>
                </c:pt>
                <c:pt idx="497">
                  <c:v>10.747702707</c:v>
                </c:pt>
                <c:pt idx="498">
                  <c:v>11.055168186</c:v>
                </c:pt>
                <c:pt idx="499">
                  <c:v>11.354186417</c:v>
                </c:pt>
                <c:pt idx="500">
                  <c:v>11.645067627</c:v>
                </c:pt>
                <c:pt idx="501">
                  <c:v>11.754659867</c:v>
                </c:pt>
                <c:pt idx="502">
                  <c:v>11.655980415</c:v>
                </c:pt>
                <c:pt idx="503">
                  <c:v>11.530970107</c:v>
                </c:pt>
                <c:pt idx="504">
                  <c:v>11.406138671</c:v>
                </c:pt>
                <c:pt idx="505">
                  <c:v>11.284912793</c:v>
                </c:pt>
                <c:pt idx="506">
                  <c:v>11.167612969</c:v>
                </c:pt>
                <c:pt idx="507">
                  <c:v>11.054151427</c:v>
                </c:pt>
                <c:pt idx="508">
                  <c:v>10.944391843</c:v>
                </c:pt>
                <c:pt idx="509">
                  <c:v>10.838202932</c:v>
                </c:pt>
                <c:pt idx="510">
                  <c:v>10.735455818</c:v>
                </c:pt>
                <c:pt idx="511">
                  <c:v>10.636029835</c:v>
                </c:pt>
                <c:pt idx="512">
                  <c:v>10.539809776</c:v>
                </c:pt>
                <c:pt idx="513">
                  <c:v>10.446685805</c:v>
                </c:pt>
                <c:pt idx="514">
                  <c:v>10.356552979</c:v>
                </c:pt>
                <c:pt idx="515">
                  <c:v>10.269310882</c:v>
                </c:pt>
                <c:pt idx="516">
                  <c:v>10.184863313</c:v>
                </c:pt>
                <c:pt idx="517">
                  <c:v>10.103118016</c:v>
                </c:pt>
                <c:pt idx="518">
                  <c:v>10.023986445</c:v>
                </c:pt>
                <c:pt idx="519">
                  <c:v>9.949498308</c:v>
                </c:pt>
                <c:pt idx="520">
                  <c:v>9.885163182</c:v>
                </c:pt>
                <c:pt idx="521">
                  <c:v>9.829948486</c:v>
                </c:pt>
                <c:pt idx="522">
                  <c:v>9.78258002</c:v>
                </c:pt>
                <c:pt idx="523">
                  <c:v>9.741962796</c:v>
                </c:pt>
                <c:pt idx="524">
                  <c:v>9.707155792</c:v>
                </c:pt>
                <c:pt idx="525">
                  <c:v>9.677350156</c:v>
                </c:pt>
                <c:pt idx="526">
                  <c:v>9.653826213</c:v>
                </c:pt>
                <c:pt idx="527">
                  <c:v>9.749339248</c:v>
                </c:pt>
                <c:pt idx="528">
                  <c:v>9.830866314</c:v>
                </c:pt>
                <c:pt idx="529">
                  <c:v>9.900172305</c:v>
                </c:pt>
                <c:pt idx="530">
                  <c:v>9.958958308</c:v>
                </c:pt>
                <c:pt idx="531">
                  <c:v>10.008850566</c:v>
                </c:pt>
                <c:pt idx="532">
                  <c:v>10.054751009</c:v>
                </c:pt>
                <c:pt idx="533">
                  <c:v>10.098793656</c:v>
                </c:pt>
                <c:pt idx="534">
                  <c:v>10.141045321</c:v>
                </c:pt>
                <c:pt idx="535">
                  <c:v>10.181566324</c:v>
                </c:pt>
                <c:pt idx="536">
                  <c:v>10.220413532</c:v>
                </c:pt>
                <c:pt idx="537">
                  <c:v>10.257640758</c:v>
                </c:pt>
                <c:pt idx="538">
                  <c:v>10.293299195</c:v>
                </c:pt>
                <c:pt idx="539">
                  <c:v>10.327437752</c:v>
                </c:pt>
                <c:pt idx="540">
                  <c:v>10.360103314</c:v>
                </c:pt>
                <c:pt idx="541">
                  <c:v>10.39134095</c:v>
                </c:pt>
                <c:pt idx="542">
                  <c:v>10.70804812</c:v>
                </c:pt>
                <c:pt idx="543">
                  <c:v>11.015579585</c:v>
                </c:pt>
                <c:pt idx="544">
                  <c:v>11.31465421</c:v>
                </c:pt>
                <c:pt idx="545">
                  <c:v>11.60559554</c:v>
                </c:pt>
                <c:pt idx="546">
                  <c:v>11.745772575</c:v>
                </c:pt>
                <c:pt idx="547">
                  <c:v>11.653522468</c:v>
                </c:pt>
                <c:pt idx="548">
                  <c:v>11.528633387</c:v>
                </c:pt>
                <c:pt idx="549">
                  <c:v>11.403102674</c:v>
                </c:pt>
                <c:pt idx="550">
                  <c:v>11.281095583</c:v>
                </c:pt>
                <c:pt idx="551">
                  <c:v>11.163030868</c:v>
                </c:pt>
                <c:pt idx="552">
                  <c:v>11.048832378</c:v>
                </c:pt>
                <c:pt idx="553">
                  <c:v>10.938365835</c:v>
                </c:pt>
                <c:pt idx="554">
                  <c:v>10.831496426</c:v>
                </c:pt>
                <c:pt idx="555">
                  <c:v>10.7280956</c:v>
                </c:pt>
                <c:pt idx="556">
                  <c:v>10.628041262</c:v>
                </c:pt>
                <c:pt idx="557">
                  <c:v>10.531217238</c:v>
                </c:pt>
                <c:pt idx="558">
                  <c:v>10.437512743</c:v>
                </c:pt>
                <c:pt idx="559">
                  <c:v>10.346821938</c:v>
                </c:pt>
                <c:pt idx="560">
                  <c:v>10.259043561</c:v>
                </c:pt>
                <c:pt idx="561">
                  <c:v>10.174080608</c:v>
                </c:pt>
                <c:pt idx="562">
                  <c:v>10.091840057</c:v>
                </c:pt>
                <c:pt idx="563">
                  <c:v>10.012232636</c:v>
                </c:pt>
                <c:pt idx="564">
                  <c:v>9.938333569</c:v>
                </c:pt>
                <c:pt idx="565">
                  <c:v>9.874798141</c:v>
                </c:pt>
                <c:pt idx="566">
                  <c:v>9.820276167</c:v>
                </c:pt>
                <c:pt idx="567">
                  <c:v>9.773508294</c:v>
                </c:pt>
                <c:pt idx="568">
                  <c:v>9.73341248</c:v>
                </c:pt>
                <c:pt idx="569">
                  <c:v>9.69905881</c:v>
                </c:pt>
                <c:pt idx="570">
                  <c:v>9.669647963</c:v>
                </c:pt>
                <c:pt idx="571">
                  <c:v>9.644492774</c:v>
                </c:pt>
                <c:pt idx="572">
                  <c:v>9.733332622</c:v>
                </c:pt>
                <c:pt idx="573">
                  <c:v>9.816644552</c:v>
                </c:pt>
                <c:pt idx="574">
                  <c:v>9.887493552</c:v>
                </c:pt>
                <c:pt idx="575">
                  <c:v>9.947604824</c:v>
                </c:pt>
                <c:pt idx="576">
                  <c:v>9.998530787</c:v>
                </c:pt>
                <c:pt idx="577">
                  <c:v>10.044202638</c:v>
                </c:pt>
                <c:pt idx="578">
                  <c:v>10.088025237</c:v>
                </c:pt>
                <c:pt idx="579">
                  <c:v>10.130066848</c:v>
                </c:pt>
                <c:pt idx="580">
                  <c:v>10.170387454</c:v>
                </c:pt>
                <c:pt idx="581">
                  <c:v>10.209043643</c:v>
                </c:pt>
                <c:pt idx="582">
                  <c:v>10.246088943</c:v>
                </c:pt>
                <c:pt idx="583">
                  <c:v>10.281574253</c:v>
                </c:pt>
                <c:pt idx="584">
                  <c:v>10.315548186</c:v>
                </c:pt>
                <c:pt idx="585">
                  <c:v>10.348057335</c:v>
                </c:pt>
                <c:pt idx="586">
                  <c:v>10.379146478</c:v>
                </c:pt>
                <c:pt idx="587">
                  <c:v>10.671869651</c:v>
                </c:pt>
                <c:pt idx="588">
                  <c:v>10.979618848</c:v>
                </c:pt>
                <c:pt idx="589">
                  <c:v>11.278893277</c:v>
                </c:pt>
                <c:pt idx="590">
                  <c:v>11.570031974</c:v>
                </c:pt>
                <c:pt idx="591">
                  <c:v>11.738521929</c:v>
                </c:pt>
                <c:pt idx="592">
                  <c:v>11.654076312</c:v>
                </c:pt>
                <c:pt idx="593">
                  <c:v>11.529587975</c:v>
                </c:pt>
                <c:pt idx="594">
                  <c:v>11.403485854</c:v>
                </c:pt>
                <c:pt idx="595">
                  <c:v>11.280800511</c:v>
                </c:pt>
                <c:pt idx="596">
                  <c:v>11.162067612</c:v>
                </c:pt>
                <c:pt idx="597">
                  <c:v>11.047224537</c:v>
                </c:pt>
                <c:pt idx="598">
                  <c:v>10.936138322</c:v>
                </c:pt>
                <c:pt idx="599">
                  <c:v>10.828672968</c:v>
                </c:pt>
                <c:pt idx="600">
                  <c:v>10.724699084</c:v>
                </c:pt>
                <c:pt idx="601">
                  <c:v>10.624093609</c:v>
                </c:pt>
                <c:pt idx="602">
                  <c:v>10.526739474</c:v>
                </c:pt>
                <c:pt idx="603">
                  <c:v>10.432525059</c:v>
                </c:pt>
                <c:pt idx="604">
                  <c:v>10.341343744</c:v>
                </c:pt>
                <c:pt idx="605">
                  <c:v>10.253093527</c:v>
                </c:pt>
                <c:pt idx="606">
                  <c:v>10.167676704</c:v>
                </c:pt>
                <c:pt idx="607">
                  <c:v>10.084999592</c:v>
                </c:pt>
                <c:pt idx="608">
                  <c:v>10.004972282</c:v>
                </c:pt>
                <c:pt idx="609">
                  <c:v>9.931418066</c:v>
                </c:pt>
                <c:pt idx="610">
                  <c:v>9.868265586</c:v>
                </c:pt>
                <c:pt idx="611">
                  <c:v>9.814076566</c:v>
                </c:pt>
                <c:pt idx="612">
                  <c:v>9.767598632</c:v>
                </c:pt>
                <c:pt idx="613">
                  <c:v>9.727755785</c:v>
                </c:pt>
                <c:pt idx="614">
                  <c:v>9.693623291</c:v>
                </c:pt>
                <c:pt idx="615">
                  <c:v>9.664406275</c:v>
                </c:pt>
                <c:pt idx="616">
                  <c:v>9.639421387</c:v>
                </c:pt>
                <c:pt idx="617">
                  <c:v>9.719280786</c:v>
                </c:pt>
                <c:pt idx="618">
                  <c:v>9.804224212</c:v>
                </c:pt>
                <c:pt idx="619">
                  <c:v>9.876485662</c:v>
                </c:pt>
                <c:pt idx="620">
                  <c:v>9.937810059</c:v>
                </c:pt>
                <c:pt idx="621">
                  <c:v>9.989775384</c:v>
                </c:pt>
                <c:pt idx="622">
                  <c:v>10.035440129</c:v>
                </c:pt>
                <c:pt idx="623">
                  <c:v>10.079124316</c:v>
                </c:pt>
                <c:pt idx="624">
                  <c:v>10.121034359</c:v>
                </c:pt>
                <c:pt idx="625">
                  <c:v>10.161229884</c:v>
                </c:pt>
                <c:pt idx="626">
                  <c:v>10.199767193</c:v>
                </c:pt>
                <c:pt idx="627">
                  <c:v>10.236699668</c:v>
                </c:pt>
                <c:pt idx="628">
                  <c:v>10.272078028</c:v>
                </c:pt>
                <c:pt idx="629">
                  <c:v>10.3059507</c:v>
                </c:pt>
                <c:pt idx="630">
                  <c:v>10.338364086</c:v>
                </c:pt>
                <c:pt idx="631">
                  <c:v>10.369362771</c:v>
                </c:pt>
                <c:pt idx="632">
                  <c:v>10.638202551</c:v>
                </c:pt>
                <c:pt idx="633">
                  <c:v>10.94628855</c:v>
                </c:pt>
                <c:pt idx="634">
                  <c:v>11.245874593</c:v>
                </c:pt>
                <c:pt idx="635">
                  <c:v>11.537317546</c:v>
                </c:pt>
                <c:pt idx="636">
                  <c:v>11.731805298</c:v>
                </c:pt>
                <c:pt idx="637">
                  <c:v>11.656746026</c:v>
                </c:pt>
                <c:pt idx="638">
                  <c:v>11.532945714</c:v>
                </c:pt>
                <c:pt idx="639">
                  <c:v>11.406378926</c:v>
                </c:pt>
                <c:pt idx="640">
                  <c:v>11.283097384</c:v>
                </c:pt>
                <c:pt idx="641">
                  <c:v>11.163770683</c:v>
                </c:pt>
                <c:pt idx="642">
                  <c:v>11.04835492</c:v>
                </c:pt>
                <c:pt idx="643">
                  <c:v>10.936717406</c:v>
                </c:pt>
                <c:pt idx="644">
                  <c:v>10.828721919</c:v>
                </c:pt>
                <c:pt idx="645">
                  <c:v>10.724237951</c:v>
                </c:pt>
                <c:pt idx="646">
                  <c:v>10.62314163</c:v>
                </c:pt>
                <c:pt idx="647">
                  <c:v>10.525315083</c:v>
                </c:pt>
                <c:pt idx="648">
                  <c:v>10.430645991</c:v>
                </c:pt>
                <c:pt idx="649">
                  <c:v>10.339026979</c:v>
                </c:pt>
                <c:pt idx="650">
                  <c:v>10.250355408</c:v>
                </c:pt>
                <c:pt idx="651">
                  <c:v>10.164532952</c:v>
                </c:pt>
                <c:pt idx="652">
                  <c:v>10.081465342</c:v>
                </c:pt>
                <c:pt idx="653">
                  <c:v>10.001064789</c:v>
                </c:pt>
                <c:pt idx="654">
                  <c:v>9.927587506</c:v>
                </c:pt>
                <c:pt idx="655">
                  <c:v>9.86452083</c:v>
                </c:pt>
                <c:pt idx="656">
                  <c:v>9.81040825</c:v>
                </c:pt>
                <c:pt idx="657">
                  <c:v>9.763998766</c:v>
                </c:pt>
                <c:pt idx="658">
                  <c:v>9.724217437</c:v>
                </c:pt>
                <c:pt idx="659">
                  <c:v>9.690140509</c:v>
                </c:pt>
                <c:pt idx="660">
                  <c:v>9.660973926</c:v>
                </c:pt>
                <c:pt idx="661">
                  <c:v>9.636035046</c:v>
                </c:pt>
                <c:pt idx="662">
                  <c:v>9.706640803</c:v>
                </c:pt>
                <c:pt idx="663">
                  <c:v>9.793108888</c:v>
                </c:pt>
                <c:pt idx="664">
                  <c:v>9.866692371</c:v>
                </c:pt>
                <c:pt idx="665">
                  <c:v>9.929152379</c:v>
                </c:pt>
                <c:pt idx="666">
                  <c:v>9.982090477</c:v>
                </c:pt>
                <c:pt idx="667">
                  <c:v>10.027962639</c:v>
                </c:pt>
                <c:pt idx="668">
                  <c:v>10.07157401</c:v>
                </c:pt>
                <c:pt idx="669">
                  <c:v>10.113414203</c:v>
                </c:pt>
                <c:pt idx="670">
                  <c:v>10.153543606</c:v>
                </c:pt>
                <c:pt idx="671">
                  <c:v>10.192018588</c:v>
                </c:pt>
                <c:pt idx="672">
                  <c:v>10.228892437</c:v>
                </c:pt>
                <c:pt idx="673">
                  <c:v>10.264215783</c:v>
                </c:pt>
                <c:pt idx="674">
                  <c:v>10.298036948</c:v>
                </c:pt>
                <c:pt idx="675">
                  <c:v>10.330402226</c:v>
                </c:pt>
                <c:pt idx="676">
                  <c:v>10.361356087</c:v>
                </c:pt>
                <c:pt idx="677">
                  <c:v>10.60637293</c:v>
                </c:pt>
                <c:pt idx="678">
                  <c:v>10.914889269</c:v>
                </c:pt>
                <c:pt idx="679">
                  <c:v>11.214873931</c:v>
                </c:pt>
                <c:pt idx="680">
                  <c:v>11.506704146</c:v>
                </c:pt>
                <c:pt idx="681">
                  <c:v>11.72471908</c:v>
                </c:pt>
                <c:pt idx="682">
                  <c:v>11.66088518</c:v>
                </c:pt>
                <c:pt idx="683">
                  <c:v>11.538075987</c:v>
                </c:pt>
                <c:pt idx="684">
                  <c:v>11.411140966</c:v>
                </c:pt>
                <c:pt idx="685">
                  <c:v>11.287327205</c:v>
                </c:pt>
                <c:pt idx="686">
                  <c:v>11.167465598</c:v>
                </c:pt>
                <c:pt idx="687">
                  <c:v>11.051532089</c:v>
                </c:pt>
                <c:pt idx="688">
                  <c:v>10.939396387</c:v>
                </c:pt>
                <c:pt idx="689">
                  <c:v>10.830921516</c:v>
                </c:pt>
                <c:pt idx="690">
                  <c:v>10.725976193</c:v>
                </c:pt>
                <c:pt idx="691">
                  <c:v>10.62443572</c:v>
                </c:pt>
                <c:pt idx="692">
                  <c:v>10.526181501</c:v>
                </c:pt>
                <c:pt idx="693">
                  <c:v>10.431100493</c:v>
                </c:pt>
                <c:pt idx="694">
                  <c:v>10.339084745</c:v>
                </c:pt>
                <c:pt idx="695">
                  <c:v>10.250031005</c:v>
                </c:pt>
                <c:pt idx="696">
                  <c:v>10.163840387</c:v>
                </c:pt>
                <c:pt idx="697">
                  <c:v>10.080418088</c:v>
                </c:pt>
                <c:pt idx="698">
                  <c:v>9.999675934</c:v>
                </c:pt>
                <c:pt idx="699">
                  <c:v>9.926040822</c:v>
                </c:pt>
                <c:pt idx="700">
                  <c:v>9.862842627</c:v>
                </c:pt>
                <c:pt idx="701">
                  <c:v>9.808618909</c:v>
                </c:pt>
                <c:pt idx="702">
                  <c:v>9.762115773</c:v>
                </c:pt>
                <c:pt idx="703">
                  <c:v>9.722255874</c:v>
                </c:pt>
                <c:pt idx="704">
                  <c:v>9.688113313</c:v>
                </c:pt>
                <c:pt idx="705">
                  <c:v>9.658892211</c:v>
                </c:pt>
                <c:pt idx="706">
                  <c:v>9.633908357</c:v>
                </c:pt>
                <c:pt idx="707">
                  <c:v>9.695026765</c:v>
                </c:pt>
                <c:pt idx="708">
                  <c:v>9.782944494</c:v>
                </c:pt>
                <c:pt idx="709">
                  <c:v>9.857787066</c:v>
                </c:pt>
                <c:pt idx="710">
                  <c:v>9.921328914</c:v>
                </c:pt>
                <c:pt idx="711">
                  <c:v>9.975193378</c:v>
                </c:pt>
                <c:pt idx="712">
                  <c:v>10.021424036</c:v>
                </c:pt>
                <c:pt idx="713">
                  <c:v>10.065010729</c:v>
                </c:pt>
                <c:pt idx="714">
                  <c:v>10.106829071</c:v>
                </c:pt>
                <c:pt idx="715">
                  <c:v>10.146938465</c:v>
                </c:pt>
                <c:pt idx="716">
                  <c:v>10.185395318</c:v>
                </c:pt>
                <c:pt idx="717">
                  <c:v>10.222252919</c:v>
                </c:pt>
                <c:pt idx="718">
                  <c:v>10.257561874</c:v>
                </c:pt>
                <c:pt idx="719">
                  <c:v>10.29137047</c:v>
                </c:pt>
                <c:pt idx="720">
                  <c:v>10.323724949</c:v>
                </c:pt>
                <c:pt idx="721">
                  <c:v>10.354669728</c:v>
                </c:pt>
                <c:pt idx="722">
                  <c:v>10.364678824</c:v>
                </c:pt>
              </c:numCache>
            </c:numRef>
          </c:yVal>
        </c:ser>
        <c:ser>
          <c:idx val="1"/>
          <c:order val="1"/>
          <c:tx>
            <c:v>Coolant, fixed link</c:v>
          </c:tx>
          <c:spPr>
            <a:ln xmlns:a="http://schemas.openxmlformats.org/drawingml/2006/main" w="23813">
              <a:solidFill>
                <a:srgbClr val="B34C4C"/>
              </a:solidFill>
            </a:ln>
          </c:spPr>
          <c:marker>
            <c:symbol val="none"/>
          </c:marker>
          <c:xVal>
            <c:numRef>
              <c:f>'Chart Data'!$C$2:$C$724</c:f>
              <c:numCache>
                <c:formatCode>General</c:formatCode>
                <c:ptCount val="723"/>
                <c:pt idx="0">
                  <c:v>0</c:v>
                </c:pt>
                <c:pt idx="1">
                  <c:v>0.0333333333333</c:v>
                </c:pt>
                <c:pt idx="2">
                  <c:v>0.0666666666667</c:v>
                </c:pt>
                <c:pt idx="3">
                  <c:v>0.1</c:v>
                </c:pt>
                <c:pt idx="4">
                  <c:v>0.133333333333</c:v>
                </c:pt>
                <c:pt idx="5">
                  <c:v>0.166666666667</c:v>
                </c:pt>
                <c:pt idx="6">
                  <c:v>0.2</c:v>
                </c:pt>
                <c:pt idx="7">
                  <c:v>0.233333333333</c:v>
                </c:pt>
                <c:pt idx="8">
                  <c:v>0.266666666667</c:v>
                </c:pt>
                <c:pt idx="9">
                  <c:v>0.3</c:v>
                </c:pt>
                <c:pt idx="10">
                  <c:v>0.333333333333</c:v>
                </c:pt>
                <c:pt idx="11">
                  <c:v>0.366666666667</c:v>
                </c:pt>
                <c:pt idx="12">
                  <c:v>0.4</c:v>
                </c:pt>
                <c:pt idx="13">
                  <c:v>0.433333333333</c:v>
                </c:pt>
                <c:pt idx="14">
                  <c:v>0.466666666667</c:v>
                </c:pt>
                <c:pt idx="15">
                  <c:v>0.5</c:v>
                </c:pt>
                <c:pt idx="16">
                  <c:v>0.533333333333</c:v>
                </c:pt>
                <c:pt idx="17">
                  <c:v>0.566666666667</c:v>
                </c:pt>
                <c:pt idx="18">
                  <c:v>0.6</c:v>
                </c:pt>
                <c:pt idx="19">
                  <c:v>0.633333333333</c:v>
                </c:pt>
                <c:pt idx="20">
                  <c:v>0.666666666667</c:v>
                </c:pt>
                <c:pt idx="21">
                  <c:v>0.7</c:v>
                </c:pt>
                <c:pt idx="22">
                  <c:v>0.733333333333</c:v>
                </c:pt>
                <c:pt idx="23">
                  <c:v>0.766666666667</c:v>
                </c:pt>
                <c:pt idx="24">
                  <c:v>0.8</c:v>
                </c:pt>
                <c:pt idx="25">
                  <c:v>0.833333333333</c:v>
                </c:pt>
                <c:pt idx="26">
                  <c:v>0.866666666667</c:v>
                </c:pt>
                <c:pt idx="27">
                  <c:v>0.9</c:v>
                </c:pt>
                <c:pt idx="28">
                  <c:v>0.933333333333</c:v>
                </c:pt>
                <c:pt idx="29">
                  <c:v>0.966666666667</c:v>
                </c:pt>
                <c:pt idx="30">
                  <c:v>1</c:v>
                </c:pt>
                <c:pt idx="31">
                  <c:v>1.03055555556</c:v>
                </c:pt>
                <c:pt idx="32">
                  <c:v>1.06388888889</c:v>
                </c:pt>
                <c:pt idx="33">
                  <c:v>1.09722222222</c:v>
                </c:pt>
                <c:pt idx="34">
                  <c:v>1.13055555556</c:v>
                </c:pt>
                <c:pt idx="35">
                  <c:v>1.16388888889</c:v>
                </c:pt>
                <c:pt idx="36">
                  <c:v>1.19722222222</c:v>
                </c:pt>
                <c:pt idx="37">
                  <c:v>1.23055555556</c:v>
                </c:pt>
                <c:pt idx="38">
                  <c:v>1.26388888889</c:v>
                </c:pt>
                <c:pt idx="39">
                  <c:v>1.29722222222</c:v>
                </c:pt>
                <c:pt idx="40">
                  <c:v>1.33055555556</c:v>
                </c:pt>
                <c:pt idx="41">
                  <c:v>1.36388888889</c:v>
                </c:pt>
                <c:pt idx="42">
                  <c:v>1.39722222222</c:v>
                </c:pt>
                <c:pt idx="43">
                  <c:v>1.43055555556</c:v>
                </c:pt>
                <c:pt idx="44">
                  <c:v>1.46388888889</c:v>
                </c:pt>
                <c:pt idx="45">
                  <c:v>1.49722222222</c:v>
                </c:pt>
                <c:pt idx="46">
                  <c:v>1.53055555556</c:v>
                </c:pt>
                <c:pt idx="47">
                  <c:v>1.56388888889</c:v>
                </c:pt>
                <c:pt idx="48">
                  <c:v>1.59722222222</c:v>
                </c:pt>
                <c:pt idx="49">
                  <c:v>1.63055555556</c:v>
                </c:pt>
                <c:pt idx="50">
                  <c:v>1.66388888889</c:v>
                </c:pt>
                <c:pt idx="51">
                  <c:v>1.69722222222</c:v>
                </c:pt>
                <c:pt idx="52">
                  <c:v>1.73055555556</c:v>
                </c:pt>
                <c:pt idx="53">
                  <c:v>1.76388888889</c:v>
                </c:pt>
                <c:pt idx="54">
                  <c:v>1.79722222222</c:v>
                </c:pt>
                <c:pt idx="55">
                  <c:v>1.83055555556</c:v>
                </c:pt>
                <c:pt idx="56">
                  <c:v>1.86388888889</c:v>
                </c:pt>
                <c:pt idx="57">
                  <c:v>1.89722222222</c:v>
                </c:pt>
                <c:pt idx="58">
                  <c:v>1.93055555556</c:v>
                </c:pt>
                <c:pt idx="59">
                  <c:v>1.96388888889</c:v>
                </c:pt>
                <c:pt idx="60">
                  <c:v>1.99722222222</c:v>
                </c:pt>
                <c:pt idx="61">
                  <c:v>2.03055555556</c:v>
                </c:pt>
                <c:pt idx="62">
                  <c:v>2.06388888889</c:v>
                </c:pt>
                <c:pt idx="63">
                  <c:v>2.09722222222</c:v>
                </c:pt>
                <c:pt idx="64">
                  <c:v>2.13055555556</c:v>
                </c:pt>
                <c:pt idx="65">
                  <c:v>2.16388888889</c:v>
                </c:pt>
                <c:pt idx="66">
                  <c:v>2.19722222222</c:v>
                </c:pt>
                <c:pt idx="67">
                  <c:v>2.23055555556</c:v>
                </c:pt>
                <c:pt idx="68">
                  <c:v>2.26388888889</c:v>
                </c:pt>
                <c:pt idx="69">
                  <c:v>2.29722222222</c:v>
                </c:pt>
                <c:pt idx="70">
                  <c:v>2.33055555556</c:v>
                </c:pt>
                <c:pt idx="71">
                  <c:v>2.36388888889</c:v>
                </c:pt>
                <c:pt idx="72">
                  <c:v>2.39722222222</c:v>
                </c:pt>
                <c:pt idx="73">
                  <c:v>2.43055555556</c:v>
                </c:pt>
                <c:pt idx="74">
                  <c:v>2.46388888889</c:v>
                </c:pt>
                <c:pt idx="75">
                  <c:v>2.49722222222</c:v>
                </c:pt>
                <c:pt idx="76">
                  <c:v>2.52777777778</c:v>
                </c:pt>
                <c:pt idx="77">
                  <c:v>2.56111111111</c:v>
                </c:pt>
                <c:pt idx="78">
                  <c:v>2.59444444444</c:v>
                </c:pt>
                <c:pt idx="79">
                  <c:v>2.62777777778</c:v>
                </c:pt>
                <c:pt idx="80">
                  <c:v>2.66111111111</c:v>
                </c:pt>
                <c:pt idx="81">
                  <c:v>2.69444444444</c:v>
                </c:pt>
                <c:pt idx="82">
                  <c:v>2.72777777778</c:v>
                </c:pt>
                <c:pt idx="83">
                  <c:v>2.76111111111</c:v>
                </c:pt>
                <c:pt idx="84">
                  <c:v>2.79444444444</c:v>
                </c:pt>
                <c:pt idx="85">
                  <c:v>2.82777777778</c:v>
                </c:pt>
                <c:pt idx="86">
                  <c:v>2.86111111111</c:v>
                </c:pt>
                <c:pt idx="87">
                  <c:v>2.89444444444</c:v>
                </c:pt>
                <c:pt idx="88">
                  <c:v>2.92777777778</c:v>
                </c:pt>
                <c:pt idx="89">
                  <c:v>2.96111111111</c:v>
                </c:pt>
                <c:pt idx="90">
                  <c:v>2.99444444444</c:v>
                </c:pt>
                <c:pt idx="91">
                  <c:v>3.02777777778</c:v>
                </c:pt>
                <c:pt idx="92">
                  <c:v>3.06111111111</c:v>
                </c:pt>
                <c:pt idx="93">
                  <c:v>3.09444444444</c:v>
                </c:pt>
                <c:pt idx="94">
                  <c:v>3.12777777778</c:v>
                </c:pt>
                <c:pt idx="95">
                  <c:v>3.16111111111</c:v>
                </c:pt>
                <c:pt idx="96">
                  <c:v>3.19444444444</c:v>
                </c:pt>
                <c:pt idx="97">
                  <c:v>3.22777777778</c:v>
                </c:pt>
                <c:pt idx="98">
                  <c:v>3.26111111111</c:v>
                </c:pt>
                <c:pt idx="99">
                  <c:v>3.29444444444</c:v>
                </c:pt>
                <c:pt idx="100">
                  <c:v>3.32777777778</c:v>
                </c:pt>
                <c:pt idx="101">
                  <c:v>3.36111111111</c:v>
                </c:pt>
                <c:pt idx="102">
                  <c:v>3.39444444444</c:v>
                </c:pt>
                <c:pt idx="103">
                  <c:v>3.42777777778</c:v>
                </c:pt>
                <c:pt idx="104">
                  <c:v>3.46111111111</c:v>
                </c:pt>
                <c:pt idx="105">
                  <c:v>3.49444444444</c:v>
                </c:pt>
                <c:pt idx="106">
                  <c:v>3.52777777778</c:v>
                </c:pt>
                <c:pt idx="107">
                  <c:v>3.56111111111</c:v>
                </c:pt>
                <c:pt idx="108">
                  <c:v>3.59444444444</c:v>
                </c:pt>
                <c:pt idx="109">
                  <c:v>3.62777777778</c:v>
                </c:pt>
                <c:pt idx="110">
                  <c:v>3.66111111111</c:v>
                </c:pt>
                <c:pt idx="111">
                  <c:v>3.69444444444</c:v>
                </c:pt>
                <c:pt idx="112">
                  <c:v>3.72777777778</c:v>
                </c:pt>
                <c:pt idx="113">
                  <c:v>3.76111111111</c:v>
                </c:pt>
                <c:pt idx="114">
                  <c:v>3.79444444444</c:v>
                </c:pt>
                <c:pt idx="115">
                  <c:v>3.82777777778</c:v>
                </c:pt>
                <c:pt idx="116">
                  <c:v>3.86111111111</c:v>
                </c:pt>
                <c:pt idx="117">
                  <c:v>3.89444444444</c:v>
                </c:pt>
                <c:pt idx="118">
                  <c:v>3.92777777778</c:v>
                </c:pt>
                <c:pt idx="119">
                  <c:v>3.96111111111</c:v>
                </c:pt>
                <c:pt idx="120">
                  <c:v>3.99444444444</c:v>
                </c:pt>
                <c:pt idx="121">
                  <c:v>4.025</c:v>
                </c:pt>
                <c:pt idx="122">
                  <c:v>4.05833333333</c:v>
                </c:pt>
                <c:pt idx="123">
                  <c:v>4.09166666667</c:v>
                </c:pt>
                <c:pt idx="124">
                  <c:v>4.125</c:v>
                </c:pt>
                <c:pt idx="125">
                  <c:v>4.15833333333</c:v>
                </c:pt>
                <c:pt idx="126">
                  <c:v>4.19166666667</c:v>
                </c:pt>
                <c:pt idx="127">
                  <c:v>4.225</c:v>
                </c:pt>
                <c:pt idx="128">
                  <c:v>4.25833333333</c:v>
                </c:pt>
                <c:pt idx="129">
                  <c:v>4.29166666667</c:v>
                </c:pt>
                <c:pt idx="130">
                  <c:v>4.325</c:v>
                </c:pt>
                <c:pt idx="131">
                  <c:v>4.35833333333</c:v>
                </c:pt>
                <c:pt idx="132">
                  <c:v>4.39166666667</c:v>
                </c:pt>
                <c:pt idx="133">
                  <c:v>4.425</c:v>
                </c:pt>
                <c:pt idx="134">
                  <c:v>4.45833333333</c:v>
                </c:pt>
                <c:pt idx="135">
                  <c:v>4.49166666667</c:v>
                </c:pt>
                <c:pt idx="136">
                  <c:v>4.525</c:v>
                </c:pt>
                <c:pt idx="137">
                  <c:v>4.55833333333</c:v>
                </c:pt>
                <c:pt idx="138">
                  <c:v>4.59166666667</c:v>
                </c:pt>
                <c:pt idx="139">
                  <c:v>4.625</c:v>
                </c:pt>
                <c:pt idx="140">
                  <c:v>4.65833333333</c:v>
                </c:pt>
                <c:pt idx="141">
                  <c:v>4.69166666667</c:v>
                </c:pt>
                <c:pt idx="142">
                  <c:v>4.725</c:v>
                </c:pt>
                <c:pt idx="143">
                  <c:v>4.75833333333</c:v>
                </c:pt>
                <c:pt idx="144">
                  <c:v>4.79166666667</c:v>
                </c:pt>
                <c:pt idx="145">
                  <c:v>4.825</c:v>
                </c:pt>
                <c:pt idx="146">
                  <c:v>4.85833333333</c:v>
                </c:pt>
                <c:pt idx="147">
                  <c:v>4.89166666667</c:v>
                </c:pt>
                <c:pt idx="148">
                  <c:v>4.925</c:v>
                </c:pt>
                <c:pt idx="149">
                  <c:v>4.95833333333</c:v>
                </c:pt>
                <c:pt idx="150">
                  <c:v>4.99166666667</c:v>
                </c:pt>
                <c:pt idx="151">
                  <c:v>5.025</c:v>
                </c:pt>
                <c:pt idx="152">
                  <c:v>5.05833333333</c:v>
                </c:pt>
                <c:pt idx="153">
                  <c:v>5.09166666667</c:v>
                </c:pt>
                <c:pt idx="154">
                  <c:v>5.125</c:v>
                </c:pt>
                <c:pt idx="155">
                  <c:v>5.15833333333</c:v>
                </c:pt>
                <c:pt idx="156">
                  <c:v>5.19166666667</c:v>
                </c:pt>
                <c:pt idx="157">
                  <c:v>5.225</c:v>
                </c:pt>
                <c:pt idx="158">
                  <c:v>5.25833333333</c:v>
                </c:pt>
                <c:pt idx="159">
                  <c:v>5.29166666667</c:v>
                </c:pt>
                <c:pt idx="160">
                  <c:v>5.325</c:v>
                </c:pt>
                <c:pt idx="161">
                  <c:v>5.35833333333</c:v>
                </c:pt>
                <c:pt idx="162">
                  <c:v>5.39166666667</c:v>
                </c:pt>
                <c:pt idx="163">
                  <c:v>5.425</c:v>
                </c:pt>
                <c:pt idx="164">
                  <c:v>5.45833333333</c:v>
                </c:pt>
                <c:pt idx="165">
                  <c:v>5.49166666667</c:v>
                </c:pt>
                <c:pt idx="166">
                  <c:v>5.52222222222</c:v>
                </c:pt>
                <c:pt idx="167">
                  <c:v>5.55555555556</c:v>
                </c:pt>
                <c:pt idx="168">
                  <c:v>5.58888888889</c:v>
                </c:pt>
                <c:pt idx="169">
                  <c:v>5.62222222222</c:v>
                </c:pt>
                <c:pt idx="170">
                  <c:v>5.65555555556</c:v>
                </c:pt>
                <c:pt idx="171">
                  <c:v>5.68888888889</c:v>
                </c:pt>
                <c:pt idx="172">
                  <c:v>5.72222222222</c:v>
                </c:pt>
                <c:pt idx="173">
                  <c:v>5.75555555556</c:v>
                </c:pt>
                <c:pt idx="174">
                  <c:v>5.78888888889</c:v>
                </c:pt>
                <c:pt idx="175">
                  <c:v>5.82222222222</c:v>
                </c:pt>
                <c:pt idx="176">
                  <c:v>5.85555555556</c:v>
                </c:pt>
                <c:pt idx="177">
                  <c:v>5.88888888889</c:v>
                </c:pt>
                <c:pt idx="178">
                  <c:v>5.92222222222</c:v>
                </c:pt>
                <c:pt idx="179">
                  <c:v>5.95555555556</c:v>
                </c:pt>
                <c:pt idx="180">
                  <c:v>5.98888888889</c:v>
                </c:pt>
                <c:pt idx="181">
                  <c:v>6.02222222222</c:v>
                </c:pt>
                <c:pt idx="182">
                  <c:v>6.05555555556</c:v>
                </c:pt>
                <c:pt idx="183">
                  <c:v>6.08888888889</c:v>
                </c:pt>
                <c:pt idx="184">
                  <c:v>6.12222222222</c:v>
                </c:pt>
                <c:pt idx="185">
                  <c:v>6.15555555556</c:v>
                </c:pt>
                <c:pt idx="186">
                  <c:v>6.18888888889</c:v>
                </c:pt>
                <c:pt idx="187">
                  <c:v>6.22222222222</c:v>
                </c:pt>
                <c:pt idx="188">
                  <c:v>6.25555555556</c:v>
                </c:pt>
                <c:pt idx="189">
                  <c:v>6.28888888889</c:v>
                </c:pt>
                <c:pt idx="190">
                  <c:v>6.32222222222</c:v>
                </c:pt>
                <c:pt idx="191">
                  <c:v>6.35555555556</c:v>
                </c:pt>
                <c:pt idx="192">
                  <c:v>6.38888888889</c:v>
                </c:pt>
                <c:pt idx="193">
                  <c:v>6.42222222222</c:v>
                </c:pt>
                <c:pt idx="194">
                  <c:v>6.45555555556</c:v>
                </c:pt>
                <c:pt idx="195">
                  <c:v>6.48888888889</c:v>
                </c:pt>
                <c:pt idx="196">
                  <c:v>6.52222222222</c:v>
                </c:pt>
                <c:pt idx="197">
                  <c:v>6.55555555556</c:v>
                </c:pt>
                <c:pt idx="198">
                  <c:v>6.58888888889</c:v>
                </c:pt>
                <c:pt idx="199">
                  <c:v>6.62222222222</c:v>
                </c:pt>
                <c:pt idx="200">
                  <c:v>6.65555555556</c:v>
                </c:pt>
                <c:pt idx="201">
                  <c:v>6.68888888889</c:v>
                </c:pt>
                <c:pt idx="202">
                  <c:v>6.72222222222</c:v>
                </c:pt>
                <c:pt idx="203">
                  <c:v>6.75555555556</c:v>
                </c:pt>
                <c:pt idx="204">
                  <c:v>6.78888888889</c:v>
                </c:pt>
                <c:pt idx="205">
                  <c:v>6.82222222222</c:v>
                </c:pt>
                <c:pt idx="206">
                  <c:v>6.85555555556</c:v>
                </c:pt>
                <c:pt idx="207">
                  <c:v>6.88888888889</c:v>
                </c:pt>
                <c:pt idx="208">
                  <c:v>6.92222222222</c:v>
                </c:pt>
                <c:pt idx="209">
                  <c:v>6.95555555556</c:v>
                </c:pt>
                <c:pt idx="210">
                  <c:v>6.98888888889</c:v>
                </c:pt>
                <c:pt idx="211">
                  <c:v>7.01944444444</c:v>
                </c:pt>
                <c:pt idx="212">
                  <c:v>7.05277777778</c:v>
                </c:pt>
                <c:pt idx="213">
                  <c:v>7.08611111111</c:v>
                </c:pt>
                <c:pt idx="214">
                  <c:v>7.11944444444</c:v>
                </c:pt>
                <c:pt idx="215">
                  <c:v>7.15277777778</c:v>
                </c:pt>
                <c:pt idx="216">
                  <c:v>7.18611111111</c:v>
                </c:pt>
                <c:pt idx="217">
                  <c:v>7.21944444444</c:v>
                </c:pt>
                <c:pt idx="218">
                  <c:v>7.25277777778</c:v>
                </c:pt>
                <c:pt idx="219">
                  <c:v>7.28611111111</c:v>
                </c:pt>
                <c:pt idx="220">
                  <c:v>7.31944444444</c:v>
                </c:pt>
                <c:pt idx="221">
                  <c:v>7.35277777778</c:v>
                </c:pt>
                <c:pt idx="222">
                  <c:v>7.38611111111</c:v>
                </c:pt>
                <c:pt idx="223">
                  <c:v>7.41944444444</c:v>
                </c:pt>
                <c:pt idx="224">
                  <c:v>7.45277777778</c:v>
                </c:pt>
                <c:pt idx="225">
                  <c:v>7.48611111111</c:v>
                </c:pt>
                <c:pt idx="226">
                  <c:v>7.51944444444</c:v>
                </c:pt>
                <c:pt idx="227">
                  <c:v>7.55277777778</c:v>
                </c:pt>
                <c:pt idx="228">
                  <c:v>7.58611111111</c:v>
                </c:pt>
                <c:pt idx="229">
                  <c:v>7.61944444444</c:v>
                </c:pt>
                <c:pt idx="230">
                  <c:v>7.65277777778</c:v>
                </c:pt>
                <c:pt idx="231">
                  <c:v>7.68611111111</c:v>
                </c:pt>
                <c:pt idx="232">
                  <c:v>7.71944444444</c:v>
                </c:pt>
                <c:pt idx="233">
                  <c:v>7.75277777778</c:v>
                </c:pt>
                <c:pt idx="234">
                  <c:v>7.78611111111</c:v>
                </c:pt>
                <c:pt idx="235">
                  <c:v>7.81944444444</c:v>
                </c:pt>
                <c:pt idx="236">
                  <c:v>7.85277777778</c:v>
                </c:pt>
                <c:pt idx="237">
                  <c:v>7.88611111111</c:v>
                </c:pt>
                <c:pt idx="238">
                  <c:v>7.91944444444</c:v>
                </c:pt>
                <c:pt idx="239">
                  <c:v>7.95277777778</c:v>
                </c:pt>
                <c:pt idx="240">
                  <c:v>7.98611111111</c:v>
                </c:pt>
                <c:pt idx="241">
                  <c:v>8.01944444444</c:v>
                </c:pt>
                <c:pt idx="242">
                  <c:v>8.05277777778</c:v>
                </c:pt>
                <c:pt idx="243">
                  <c:v>8.08611111111</c:v>
                </c:pt>
                <c:pt idx="244">
                  <c:v>8.11944444444</c:v>
                </c:pt>
                <c:pt idx="245">
                  <c:v>8.15277777778</c:v>
                </c:pt>
                <c:pt idx="246">
                  <c:v>8.18611111111</c:v>
                </c:pt>
                <c:pt idx="247">
                  <c:v>8.21944444444</c:v>
                </c:pt>
                <c:pt idx="248">
                  <c:v>8.25277777778</c:v>
                </c:pt>
                <c:pt idx="249">
                  <c:v>8.28611111111</c:v>
                </c:pt>
                <c:pt idx="250">
                  <c:v>8.31944444444</c:v>
                </c:pt>
                <c:pt idx="251">
                  <c:v>8.35277777778</c:v>
                </c:pt>
                <c:pt idx="252">
                  <c:v>8.38611111111</c:v>
                </c:pt>
                <c:pt idx="253">
                  <c:v>8.41944444444</c:v>
                </c:pt>
                <c:pt idx="254">
                  <c:v>8.45277777778</c:v>
                </c:pt>
                <c:pt idx="255">
                  <c:v>8.48611111111</c:v>
                </c:pt>
                <c:pt idx="256">
                  <c:v>8.51666666667</c:v>
                </c:pt>
                <c:pt idx="257">
                  <c:v>8.55</c:v>
                </c:pt>
                <c:pt idx="258">
                  <c:v>8.58333333333</c:v>
                </c:pt>
                <c:pt idx="259">
                  <c:v>8.61666666667</c:v>
                </c:pt>
                <c:pt idx="260">
                  <c:v>8.65</c:v>
                </c:pt>
                <c:pt idx="261">
                  <c:v>8.68333333333</c:v>
                </c:pt>
                <c:pt idx="262">
                  <c:v>8.71666666667</c:v>
                </c:pt>
                <c:pt idx="263">
                  <c:v>8.75</c:v>
                </c:pt>
                <c:pt idx="264">
                  <c:v>8.78333333333</c:v>
                </c:pt>
                <c:pt idx="265">
                  <c:v>8.81666666667</c:v>
                </c:pt>
                <c:pt idx="266">
                  <c:v>8.85</c:v>
                </c:pt>
                <c:pt idx="267">
                  <c:v>8.88333333333</c:v>
                </c:pt>
                <c:pt idx="268">
                  <c:v>8.91666666667</c:v>
                </c:pt>
                <c:pt idx="269">
                  <c:v>8.95</c:v>
                </c:pt>
                <c:pt idx="270">
                  <c:v>8.98333333333</c:v>
                </c:pt>
                <c:pt idx="271">
                  <c:v>9.01666666667</c:v>
                </c:pt>
                <c:pt idx="272">
                  <c:v>9.05</c:v>
                </c:pt>
                <c:pt idx="273">
                  <c:v>9.08333333333</c:v>
                </c:pt>
                <c:pt idx="274">
                  <c:v>9.11666666667</c:v>
                </c:pt>
                <c:pt idx="275">
                  <c:v>9.15</c:v>
                </c:pt>
                <c:pt idx="276">
                  <c:v>9.18333333333</c:v>
                </c:pt>
                <c:pt idx="277">
                  <c:v>9.21666666667</c:v>
                </c:pt>
                <c:pt idx="278">
                  <c:v>9.25</c:v>
                </c:pt>
                <c:pt idx="279">
                  <c:v>9.28333333333</c:v>
                </c:pt>
                <c:pt idx="280">
                  <c:v>9.31666666667</c:v>
                </c:pt>
                <c:pt idx="281">
                  <c:v>9.35</c:v>
                </c:pt>
                <c:pt idx="282">
                  <c:v>9.38333333333</c:v>
                </c:pt>
                <c:pt idx="283">
                  <c:v>9.41666666667</c:v>
                </c:pt>
                <c:pt idx="284">
                  <c:v>9.45</c:v>
                </c:pt>
                <c:pt idx="285">
                  <c:v>9.48333333333</c:v>
                </c:pt>
                <c:pt idx="286">
                  <c:v>9.51666666667</c:v>
                </c:pt>
                <c:pt idx="287">
                  <c:v>9.55</c:v>
                </c:pt>
                <c:pt idx="288">
                  <c:v>9.58333333333</c:v>
                </c:pt>
                <c:pt idx="289">
                  <c:v>9.61666666667</c:v>
                </c:pt>
                <c:pt idx="290">
                  <c:v>9.65</c:v>
                </c:pt>
                <c:pt idx="291">
                  <c:v>9.68333333333</c:v>
                </c:pt>
                <c:pt idx="292">
                  <c:v>9.71666666667</c:v>
                </c:pt>
                <c:pt idx="293">
                  <c:v>9.75</c:v>
                </c:pt>
                <c:pt idx="294">
                  <c:v>9.78333333333</c:v>
                </c:pt>
                <c:pt idx="295">
                  <c:v>9.81666666667</c:v>
                </c:pt>
                <c:pt idx="296">
                  <c:v>9.85</c:v>
                </c:pt>
                <c:pt idx="297">
                  <c:v>9.88333333333</c:v>
                </c:pt>
                <c:pt idx="298">
                  <c:v>9.91666666667</c:v>
                </c:pt>
                <c:pt idx="299">
                  <c:v>9.95</c:v>
                </c:pt>
                <c:pt idx="300">
                  <c:v>9.98333333333</c:v>
                </c:pt>
                <c:pt idx="301">
                  <c:v>10.0138888889</c:v>
                </c:pt>
                <c:pt idx="302">
                  <c:v>10.0472222222</c:v>
                </c:pt>
                <c:pt idx="303">
                  <c:v>10.0805555556</c:v>
                </c:pt>
                <c:pt idx="304">
                  <c:v>10.1138888889</c:v>
                </c:pt>
                <c:pt idx="305">
                  <c:v>10.1472222222</c:v>
                </c:pt>
                <c:pt idx="306">
                  <c:v>10.1805555556</c:v>
                </c:pt>
                <c:pt idx="307">
                  <c:v>10.2138888889</c:v>
                </c:pt>
                <c:pt idx="308">
                  <c:v>10.2472222222</c:v>
                </c:pt>
                <c:pt idx="309">
                  <c:v>10.2805555556</c:v>
                </c:pt>
                <c:pt idx="310">
                  <c:v>10.3138888889</c:v>
                </c:pt>
                <c:pt idx="311">
                  <c:v>10.3472222222</c:v>
                </c:pt>
                <c:pt idx="312">
                  <c:v>10.3805555556</c:v>
                </c:pt>
                <c:pt idx="313">
                  <c:v>10.4138888889</c:v>
                </c:pt>
                <c:pt idx="314">
                  <c:v>10.4472222222</c:v>
                </c:pt>
                <c:pt idx="315">
                  <c:v>10.4805555556</c:v>
                </c:pt>
                <c:pt idx="316">
                  <c:v>10.5138888889</c:v>
                </c:pt>
                <c:pt idx="317">
                  <c:v>10.5472222222</c:v>
                </c:pt>
                <c:pt idx="318">
                  <c:v>10.5805555556</c:v>
                </c:pt>
                <c:pt idx="319">
                  <c:v>10.6138888889</c:v>
                </c:pt>
                <c:pt idx="320">
                  <c:v>10.6472222222</c:v>
                </c:pt>
                <c:pt idx="321">
                  <c:v>10.6805555556</c:v>
                </c:pt>
                <c:pt idx="322">
                  <c:v>10.7138888889</c:v>
                </c:pt>
                <c:pt idx="323">
                  <c:v>10.7472222222</c:v>
                </c:pt>
                <c:pt idx="324">
                  <c:v>10.7805555556</c:v>
                </c:pt>
                <c:pt idx="325">
                  <c:v>10.8138888889</c:v>
                </c:pt>
                <c:pt idx="326">
                  <c:v>10.8472222222</c:v>
                </c:pt>
                <c:pt idx="327">
                  <c:v>10.8805555556</c:v>
                </c:pt>
                <c:pt idx="328">
                  <c:v>10.9138888889</c:v>
                </c:pt>
                <c:pt idx="329">
                  <c:v>10.9472222222</c:v>
                </c:pt>
                <c:pt idx="330">
                  <c:v>10.9805555556</c:v>
                </c:pt>
                <c:pt idx="331">
                  <c:v>11.0138888889</c:v>
                </c:pt>
                <c:pt idx="332">
                  <c:v>11.0472222222</c:v>
                </c:pt>
                <c:pt idx="333">
                  <c:v>11.0805555556</c:v>
                </c:pt>
                <c:pt idx="334">
                  <c:v>11.1138888889</c:v>
                </c:pt>
                <c:pt idx="335">
                  <c:v>11.1472222222</c:v>
                </c:pt>
                <c:pt idx="336">
                  <c:v>11.1805555556</c:v>
                </c:pt>
                <c:pt idx="337">
                  <c:v>11.2138888889</c:v>
                </c:pt>
                <c:pt idx="338">
                  <c:v>11.2472222222</c:v>
                </c:pt>
                <c:pt idx="339">
                  <c:v>11.2805555556</c:v>
                </c:pt>
                <c:pt idx="340">
                  <c:v>11.3138888889</c:v>
                </c:pt>
                <c:pt idx="341">
                  <c:v>11.3472222222</c:v>
                </c:pt>
                <c:pt idx="342">
                  <c:v>11.3805555556</c:v>
                </c:pt>
                <c:pt idx="343">
                  <c:v>11.4138888889</c:v>
                </c:pt>
                <c:pt idx="344">
                  <c:v>11.4472222222</c:v>
                </c:pt>
                <c:pt idx="345">
                  <c:v>11.4805555556</c:v>
                </c:pt>
                <c:pt idx="346">
                  <c:v>11.5111111111</c:v>
                </c:pt>
                <c:pt idx="347">
                  <c:v>11.5444444444</c:v>
                </c:pt>
                <c:pt idx="348">
                  <c:v>11.5777777778</c:v>
                </c:pt>
                <c:pt idx="349">
                  <c:v>11.6111111111</c:v>
                </c:pt>
                <c:pt idx="350">
                  <c:v>11.6444444444</c:v>
                </c:pt>
                <c:pt idx="351">
                  <c:v>11.6777777778</c:v>
                </c:pt>
                <c:pt idx="352">
                  <c:v>11.7111111111</c:v>
                </c:pt>
                <c:pt idx="353">
                  <c:v>11.7444444444</c:v>
                </c:pt>
                <c:pt idx="354">
                  <c:v>11.7777777778</c:v>
                </c:pt>
                <c:pt idx="355">
                  <c:v>11.8111111111</c:v>
                </c:pt>
                <c:pt idx="356">
                  <c:v>11.8444444444</c:v>
                </c:pt>
                <c:pt idx="357">
                  <c:v>11.8777777778</c:v>
                </c:pt>
                <c:pt idx="358">
                  <c:v>11.9111111111</c:v>
                </c:pt>
                <c:pt idx="359">
                  <c:v>11.9444444444</c:v>
                </c:pt>
                <c:pt idx="360">
                  <c:v>11.9777777778</c:v>
                </c:pt>
                <c:pt idx="361">
                  <c:v>12.0111111111</c:v>
                </c:pt>
                <c:pt idx="362">
                  <c:v>12.0444444444</c:v>
                </c:pt>
                <c:pt idx="363">
                  <c:v>12.0777777778</c:v>
                </c:pt>
                <c:pt idx="364">
                  <c:v>12.1111111111</c:v>
                </c:pt>
                <c:pt idx="365">
                  <c:v>12.1444444444</c:v>
                </c:pt>
                <c:pt idx="366">
                  <c:v>12.1777777778</c:v>
                </c:pt>
                <c:pt idx="367">
                  <c:v>12.2111111111</c:v>
                </c:pt>
                <c:pt idx="368">
                  <c:v>12.2444444444</c:v>
                </c:pt>
                <c:pt idx="369">
                  <c:v>12.2777777778</c:v>
                </c:pt>
                <c:pt idx="370">
                  <c:v>12.3111111111</c:v>
                </c:pt>
                <c:pt idx="371">
                  <c:v>12.3444444444</c:v>
                </c:pt>
                <c:pt idx="372">
                  <c:v>12.3777777778</c:v>
                </c:pt>
                <c:pt idx="373">
                  <c:v>12.4111111111</c:v>
                </c:pt>
                <c:pt idx="374">
                  <c:v>12.4444444444</c:v>
                </c:pt>
                <c:pt idx="375">
                  <c:v>12.4777777778</c:v>
                </c:pt>
                <c:pt idx="376">
                  <c:v>12.5111111111</c:v>
                </c:pt>
                <c:pt idx="377">
                  <c:v>12.5444444444</c:v>
                </c:pt>
                <c:pt idx="378">
                  <c:v>12.5777777778</c:v>
                </c:pt>
                <c:pt idx="379">
                  <c:v>12.6111111111</c:v>
                </c:pt>
                <c:pt idx="380">
                  <c:v>12.6444444444</c:v>
                </c:pt>
                <c:pt idx="381">
                  <c:v>12.6777777778</c:v>
                </c:pt>
                <c:pt idx="382">
                  <c:v>12.7111111111</c:v>
                </c:pt>
                <c:pt idx="383">
                  <c:v>12.7444444444</c:v>
                </c:pt>
                <c:pt idx="384">
                  <c:v>12.7777777778</c:v>
                </c:pt>
                <c:pt idx="385">
                  <c:v>12.8111111111</c:v>
                </c:pt>
                <c:pt idx="386">
                  <c:v>12.8444444444</c:v>
                </c:pt>
                <c:pt idx="387">
                  <c:v>12.8777777778</c:v>
                </c:pt>
                <c:pt idx="388">
                  <c:v>12.9111111111</c:v>
                </c:pt>
                <c:pt idx="389">
                  <c:v>12.9444444444</c:v>
                </c:pt>
                <c:pt idx="390">
                  <c:v>12.9777777778</c:v>
                </c:pt>
                <c:pt idx="391">
                  <c:v>13.0083333333</c:v>
                </c:pt>
                <c:pt idx="392">
                  <c:v>13.0416666667</c:v>
                </c:pt>
                <c:pt idx="393">
                  <c:v>13.075</c:v>
                </c:pt>
                <c:pt idx="394">
                  <c:v>13.1083333333</c:v>
                </c:pt>
                <c:pt idx="395">
                  <c:v>13.1416666667</c:v>
                </c:pt>
                <c:pt idx="396">
                  <c:v>13.175</c:v>
                </c:pt>
                <c:pt idx="397">
                  <c:v>13.2083333333</c:v>
                </c:pt>
                <c:pt idx="398">
                  <c:v>13.2416666667</c:v>
                </c:pt>
                <c:pt idx="399">
                  <c:v>13.275</c:v>
                </c:pt>
                <c:pt idx="400">
                  <c:v>13.3083333333</c:v>
                </c:pt>
                <c:pt idx="401">
                  <c:v>13.3416666667</c:v>
                </c:pt>
                <c:pt idx="402">
                  <c:v>13.375</c:v>
                </c:pt>
                <c:pt idx="403">
                  <c:v>13.4083333333</c:v>
                </c:pt>
                <c:pt idx="404">
                  <c:v>13.4416666667</c:v>
                </c:pt>
                <c:pt idx="405">
                  <c:v>13.475</c:v>
                </c:pt>
                <c:pt idx="406">
                  <c:v>13.5083333333</c:v>
                </c:pt>
                <c:pt idx="407">
                  <c:v>13.5416666667</c:v>
                </c:pt>
                <c:pt idx="408">
                  <c:v>13.575</c:v>
                </c:pt>
                <c:pt idx="409">
                  <c:v>13.6083333333</c:v>
                </c:pt>
                <c:pt idx="410">
                  <c:v>13.6416666667</c:v>
                </c:pt>
                <c:pt idx="411">
                  <c:v>13.675</c:v>
                </c:pt>
                <c:pt idx="412">
                  <c:v>13.7083333333</c:v>
                </c:pt>
                <c:pt idx="413">
                  <c:v>13.7416666667</c:v>
                </c:pt>
                <c:pt idx="414">
                  <c:v>13.775</c:v>
                </c:pt>
                <c:pt idx="415">
                  <c:v>13.8083333333</c:v>
                </c:pt>
                <c:pt idx="416">
                  <c:v>13.8416666667</c:v>
                </c:pt>
                <c:pt idx="417">
                  <c:v>13.875</c:v>
                </c:pt>
                <c:pt idx="418">
                  <c:v>13.9083333333</c:v>
                </c:pt>
                <c:pt idx="419">
                  <c:v>13.9416666667</c:v>
                </c:pt>
                <c:pt idx="420">
                  <c:v>13.975</c:v>
                </c:pt>
                <c:pt idx="421">
                  <c:v>14.0083333333</c:v>
                </c:pt>
                <c:pt idx="422">
                  <c:v>14.0416666667</c:v>
                </c:pt>
                <c:pt idx="423">
                  <c:v>14.075</c:v>
                </c:pt>
                <c:pt idx="424">
                  <c:v>14.1083333333</c:v>
                </c:pt>
                <c:pt idx="425">
                  <c:v>14.1416666667</c:v>
                </c:pt>
                <c:pt idx="426">
                  <c:v>14.175</c:v>
                </c:pt>
                <c:pt idx="427">
                  <c:v>14.2083333333</c:v>
                </c:pt>
                <c:pt idx="428">
                  <c:v>14.2416666667</c:v>
                </c:pt>
                <c:pt idx="429">
                  <c:v>14.275</c:v>
                </c:pt>
                <c:pt idx="430">
                  <c:v>14.3083333333</c:v>
                </c:pt>
                <c:pt idx="431">
                  <c:v>14.3416666667</c:v>
                </c:pt>
                <c:pt idx="432">
                  <c:v>14.375</c:v>
                </c:pt>
                <c:pt idx="433">
                  <c:v>14.4083333333</c:v>
                </c:pt>
                <c:pt idx="434">
                  <c:v>14.4416666667</c:v>
                </c:pt>
                <c:pt idx="435">
                  <c:v>14.475</c:v>
                </c:pt>
                <c:pt idx="436">
                  <c:v>14.5055555556</c:v>
                </c:pt>
                <c:pt idx="437">
                  <c:v>14.5388888889</c:v>
                </c:pt>
                <c:pt idx="438">
                  <c:v>14.5722222222</c:v>
                </c:pt>
                <c:pt idx="439">
                  <c:v>14.6055555556</c:v>
                </c:pt>
                <c:pt idx="440">
                  <c:v>14.6388888889</c:v>
                </c:pt>
                <c:pt idx="441">
                  <c:v>14.6722222222</c:v>
                </c:pt>
                <c:pt idx="442">
                  <c:v>14.7055555556</c:v>
                </c:pt>
                <c:pt idx="443">
                  <c:v>14.7388888889</c:v>
                </c:pt>
                <c:pt idx="444">
                  <c:v>14.7722222222</c:v>
                </c:pt>
                <c:pt idx="445">
                  <c:v>14.8055555556</c:v>
                </c:pt>
                <c:pt idx="446">
                  <c:v>14.8388888889</c:v>
                </c:pt>
                <c:pt idx="447">
                  <c:v>14.8722222222</c:v>
                </c:pt>
                <c:pt idx="448">
                  <c:v>14.9055555556</c:v>
                </c:pt>
                <c:pt idx="449">
                  <c:v>14.9388888889</c:v>
                </c:pt>
                <c:pt idx="450">
                  <c:v>14.9722222222</c:v>
                </c:pt>
                <c:pt idx="451">
                  <c:v>15.0055555556</c:v>
                </c:pt>
                <c:pt idx="452">
                  <c:v>15.0388888889</c:v>
                </c:pt>
                <c:pt idx="453">
                  <c:v>15.0722222222</c:v>
                </c:pt>
                <c:pt idx="454">
                  <c:v>15.1055555556</c:v>
                </c:pt>
                <c:pt idx="455">
                  <c:v>15.1388888889</c:v>
                </c:pt>
                <c:pt idx="456">
                  <c:v>15.1722222222</c:v>
                </c:pt>
                <c:pt idx="457">
                  <c:v>15.2055555556</c:v>
                </c:pt>
                <c:pt idx="458">
                  <c:v>15.2388888889</c:v>
                </c:pt>
                <c:pt idx="459">
                  <c:v>15.2722222222</c:v>
                </c:pt>
                <c:pt idx="460">
                  <c:v>15.3055555556</c:v>
                </c:pt>
                <c:pt idx="461">
                  <c:v>15.3388888889</c:v>
                </c:pt>
                <c:pt idx="462">
                  <c:v>15.3722222222</c:v>
                </c:pt>
                <c:pt idx="463">
                  <c:v>15.4055555556</c:v>
                </c:pt>
                <c:pt idx="464">
                  <c:v>15.4388888889</c:v>
                </c:pt>
                <c:pt idx="465">
                  <c:v>15.4722222222</c:v>
                </c:pt>
                <c:pt idx="466">
                  <c:v>15.5055555556</c:v>
                </c:pt>
                <c:pt idx="467">
                  <c:v>15.5388888889</c:v>
                </c:pt>
                <c:pt idx="468">
                  <c:v>15.5722222222</c:v>
                </c:pt>
                <c:pt idx="469">
                  <c:v>15.6055555556</c:v>
                </c:pt>
                <c:pt idx="470">
                  <c:v>15.6388888889</c:v>
                </c:pt>
                <c:pt idx="471">
                  <c:v>15.6722222222</c:v>
                </c:pt>
                <c:pt idx="472">
                  <c:v>15.7055555556</c:v>
                </c:pt>
                <c:pt idx="473">
                  <c:v>15.7388888889</c:v>
                </c:pt>
                <c:pt idx="474">
                  <c:v>15.7722222222</c:v>
                </c:pt>
                <c:pt idx="475">
                  <c:v>15.8055555556</c:v>
                </c:pt>
                <c:pt idx="476">
                  <c:v>15.8388888889</c:v>
                </c:pt>
                <c:pt idx="477">
                  <c:v>15.8722222222</c:v>
                </c:pt>
                <c:pt idx="478">
                  <c:v>15.9055555556</c:v>
                </c:pt>
                <c:pt idx="479">
                  <c:v>15.9388888889</c:v>
                </c:pt>
                <c:pt idx="480">
                  <c:v>15.9722222222</c:v>
                </c:pt>
                <c:pt idx="481">
                  <c:v>16.0027777778</c:v>
                </c:pt>
                <c:pt idx="482">
                  <c:v>16.0361111111</c:v>
                </c:pt>
                <c:pt idx="483">
                  <c:v>16.0694444444</c:v>
                </c:pt>
                <c:pt idx="484">
                  <c:v>16.1027777778</c:v>
                </c:pt>
                <c:pt idx="485">
                  <c:v>16.1361111111</c:v>
                </c:pt>
                <c:pt idx="486">
                  <c:v>16.1694444444</c:v>
                </c:pt>
                <c:pt idx="487">
                  <c:v>16.2027777778</c:v>
                </c:pt>
                <c:pt idx="488">
                  <c:v>16.2361111111</c:v>
                </c:pt>
                <c:pt idx="489">
                  <c:v>16.2694444444</c:v>
                </c:pt>
                <c:pt idx="490">
                  <c:v>16.3027777778</c:v>
                </c:pt>
                <c:pt idx="491">
                  <c:v>16.3361111111</c:v>
                </c:pt>
                <c:pt idx="492">
                  <c:v>16.3694444444</c:v>
                </c:pt>
                <c:pt idx="493">
                  <c:v>16.4027777778</c:v>
                </c:pt>
                <c:pt idx="494">
                  <c:v>16.4361111111</c:v>
                </c:pt>
                <c:pt idx="495">
                  <c:v>16.4694444444</c:v>
                </c:pt>
                <c:pt idx="496">
                  <c:v>16.5027777778</c:v>
                </c:pt>
                <c:pt idx="497">
                  <c:v>16.5361111111</c:v>
                </c:pt>
                <c:pt idx="498">
                  <c:v>16.5694444444</c:v>
                </c:pt>
                <c:pt idx="499">
                  <c:v>16.6027777778</c:v>
                </c:pt>
                <c:pt idx="500">
                  <c:v>16.6361111111</c:v>
                </c:pt>
                <c:pt idx="501">
                  <c:v>16.6694444444</c:v>
                </c:pt>
                <c:pt idx="502">
                  <c:v>16.7027777778</c:v>
                </c:pt>
                <c:pt idx="503">
                  <c:v>16.7361111111</c:v>
                </c:pt>
                <c:pt idx="504">
                  <c:v>16.7694444444</c:v>
                </c:pt>
                <c:pt idx="505">
                  <c:v>16.8027777778</c:v>
                </c:pt>
                <c:pt idx="506">
                  <c:v>16.8361111111</c:v>
                </c:pt>
                <c:pt idx="507">
                  <c:v>16.8694444444</c:v>
                </c:pt>
                <c:pt idx="508">
                  <c:v>16.9027777778</c:v>
                </c:pt>
                <c:pt idx="509">
                  <c:v>16.9361111111</c:v>
                </c:pt>
                <c:pt idx="510">
                  <c:v>16.9694444444</c:v>
                </c:pt>
                <c:pt idx="511">
                  <c:v>17.0027777778</c:v>
                </c:pt>
                <c:pt idx="512">
                  <c:v>17.0361111111</c:v>
                </c:pt>
                <c:pt idx="513">
                  <c:v>17.0694444444</c:v>
                </c:pt>
                <c:pt idx="514">
                  <c:v>17.1027777778</c:v>
                </c:pt>
                <c:pt idx="515">
                  <c:v>17.1361111111</c:v>
                </c:pt>
                <c:pt idx="516">
                  <c:v>17.1694444444</c:v>
                </c:pt>
                <c:pt idx="517">
                  <c:v>17.2027777778</c:v>
                </c:pt>
                <c:pt idx="518">
                  <c:v>17.2361111111</c:v>
                </c:pt>
                <c:pt idx="519">
                  <c:v>17.2694444444</c:v>
                </c:pt>
                <c:pt idx="520">
                  <c:v>17.3027777778</c:v>
                </c:pt>
                <c:pt idx="521">
                  <c:v>17.3361111111</c:v>
                </c:pt>
                <c:pt idx="522">
                  <c:v>17.3694444444</c:v>
                </c:pt>
                <c:pt idx="523">
                  <c:v>17.4027777778</c:v>
                </c:pt>
                <c:pt idx="524">
                  <c:v>17.4361111111</c:v>
                </c:pt>
                <c:pt idx="525">
                  <c:v>17.4694444444</c:v>
                </c:pt>
                <c:pt idx="526">
                  <c:v>17.5</c:v>
                </c:pt>
                <c:pt idx="527">
                  <c:v>17.5333333333</c:v>
                </c:pt>
                <c:pt idx="528">
                  <c:v>17.5666666667</c:v>
                </c:pt>
                <c:pt idx="529">
                  <c:v>17.6</c:v>
                </c:pt>
                <c:pt idx="530">
                  <c:v>17.6333333333</c:v>
                </c:pt>
                <c:pt idx="531">
                  <c:v>17.6666666667</c:v>
                </c:pt>
                <c:pt idx="532">
                  <c:v>17.7</c:v>
                </c:pt>
                <c:pt idx="533">
                  <c:v>17.7333333333</c:v>
                </c:pt>
                <c:pt idx="534">
                  <c:v>17.7666666667</c:v>
                </c:pt>
                <c:pt idx="535">
                  <c:v>17.8</c:v>
                </c:pt>
                <c:pt idx="536">
                  <c:v>17.8333333333</c:v>
                </c:pt>
                <c:pt idx="537">
                  <c:v>17.8666666667</c:v>
                </c:pt>
                <c:pt idx="538">
                  <c:v>17.9</c:v>
                </c:pt>
                <c:pt idx="539">
                  <c:v>17.9333333333</c:v>
                </c:pt>
                <c:pt idx="540">
                  <c:v>17.9666666667</c:v>
                </c:pt>
                <c:pt idx="541">
                  <c:v>18</c:v>
                </c:pt>
                <c:pt idx="542">
                  <c:v>18.0333333333</c:v>
                </c:pt>
                <c:pt idx="543">
                  <c:v>18.0666666667</c:v>
                </c:pt>
                <c:pt idx="544">
                  <c:v>18.1</c:v>
                </c:pt>
                <c:pt idx="545">
                  <c:v>18.1333333333</c:v>
                </c:pt>
                <c:pt idx="546">
                  <c:v>18.1666666667</c:v>
                </c:pt>
                <c:pt idx="547">
                  <c:v>18.2</c:v>
                </c:pt>
                <c:pt idx="548">
                  <c:v>18.2333333333</c:v>
                </c:pt>
                <c:pt idx="549">
                  <c:v>18.2666666667</c:v>
                </c:pt>
                <c:pt idx="550">
                  <c:v>18.3</c:v>
                </c:pt>
                <c:pt idx="551">
                  <c:v>18.3333333333</c:v>
                </c:pt>
                <c:pt idx="552">
                  <c:v>18.3666666667</c:v>
                </c:pt>
                <c:pt idx="553">
                  <c:v>18.4</c:v>
                </c:pt>
                <c:pt idx="554">
                  <c:v>18.4333333333</c:v>
                </c:pt>
                <c:pt idx="555">
                  <c:v>18.4666666667</c:v>
                </c:pt>
                <c:pt idx="556">
                  <c:v>18.5</c:v>
                </c:pt>
                <c:pt idx="557">
                  <c:v>18.5333333333</c:v>
                </c:pt>
                <c:pt idx="558">
                  <c:v>18.5666666667</c:v>
                </c:pt>
                <c:pt idx="559">
                  <c:v>18.6</c:v>
                </c:pt>
                <c:pt idx="560">
                  <c:v>18.6333333333</c:v>
                </c:pt>
                <c:pt idx="561">
                  <c:v>18.6666666667</c:v>
                </c:pt>
                <c:pt idx="562">
                  <c:v>18.7</c:v>
                </c:pt>
                <c:pt idx="563">
                  <c:v>18.7333333333</c:v>
                </c:pt>
                <c:pt idx="564">
                  <c:v>18.7666666667</c:v>
                </c:pt>
                <c:pt idx="565">
                  <c:v>18.8</c:v>
                </c:pt>
                <c:pt idx="566">
                  <c:v>18.8333333333</c:v>
                </c:pt>
                <c:pt idx="567">
                  <c:v>18.8666666667</c:v>
                </c:pt>
                <c:pt idx="568">
                  <c:v>18.9</c:v>
                </c:pt>
                <c:pt idx="569">
                  <c:v>18.9333333333</c:v>
                </c:pt>
                <c:pt idx="570">
                  <c:v>18.9666666667</c:v>
                </c:pt>
                <c:pt idx="571">
                  <c:v>19</c:v>
                </c:pt>
                <c:pt idx="572">
                  <c:v>19.0305555556</c:v>
                </c:pt>
                <c:pt idx="573">
                  <c:v>19.0638888889</c:v>
                </c:pt>
                <c:pt idx="574">
                  <c:v>19.0972222222</c:v>
                </c:pt>
                <c:pt idx="575">
                  <c:v>19.1305555556</c:v>
                </c:pt>
                <c:pt idx="576">
                  <c:v>19.1638888889</c:v>
                </c:pt>
                <c:pt idx="577">
                  <c:v>19.1972222222</c:v>
                </c:pt>
                <c:pt idx="578">
                  <c:v>19.2305555556</c:v>
                </c:pt>
                <c:pt idx="579">
                  <c:v>19.2638888889</c:v>
                </c:pt>
                <c:pt idx="580">
                  <c:v>19.2972222222</c:v>
                </c:pt>
                <c:pt idx="581">
                  <c:v>19.3305555556</c:v>
                </c:pt>
                <c:pt idx="582">
                  <c:v>19.3638888889</c:v>
                </c:pt>
                <c:pt idx="583">
                  <c:v>19.3972222222</c:v>
                </c:pt>
                <c:pt idx="584">
                  <c:v>19.4305555556</c:v>
                </c:pt>
                <c:pt idx="585">
                  <c:v>19.4638888889</c:v>
                </c:pt>
                <c:pt idx="586">
                  <c:v>19.4972222222</c:v>
                </c:pt>
                <c:pt idx="587">
                  <c:v>19.5305555556</c:v>
                </c:pt>
                <c:pt idx="588">
                  <c:v>19.5638888889</c:v>
                </c:pt>
                <c:pt idx="589">
                  <c:v>19.5972222222</c:v>
                </c:pt>
                <c:pt idx="590">
                  <c:v>19.6305555556</c:v>
                </c:pt>
                <c:pt idx="591">
                  <c:v>19.6638888889</c:v>
                </c:pt>
                <c:pt idx="592">
                  <c:v>19.6972222222</c:v>
                </c:pt>
                <c:pt idx="593">
                  <c:v>19.7305555556</c:v>
                </c:pt>
                <c:pt idx="594">
                  <c:v>19.7638888889</c:v>
                </c:pt>
                <c:pt idx="595">
                  <c:v>19.7972222222</c:v>
                </c:pt>
                <c:pt idx="596">
                  <c:v>19.8305555556</c:v>
                </c:pt>
                <c:pt idx="597">
                  <c:v>19.8638888889</c:v>
                </c:pt>
                <c:pt idx="598">
                  <c:v>19.8972222222</c:v>
                </c:pt>
                <c:pt idx="599">
                  <c:v>19.9305555556</c:v>
                </c:pt>
                <c:pt idx="600">
                  <c:v>19.9638888889</c:v>
                </c:pt>
                <c:pt idx="601">
                  <c:v>19.9972222222</c:v>
                </c:pt>
                <c:pt idx="602">
                  <c:v>20.0305555556</c:v>
                </c:pt>
                <c:pt idx="603">
                  <c:v>20.0638888889</c:v>
                </c:pt>
                <c:pt idx="604">
                  <c:v>20.0972222222</c:v>
                </c:pt>
                <c:pt idx="605">
                  <c:v>20.1305555556</c:v>
                </c:pt>
                <c:pt idx="606">
                  <c:v>20.1638888889</c:v>
                </c:pt>
                <c:pt idx="607">
                  <c:v>20.1972222222</c:v>
                </c:pt>
                <c:pt idx="608">
                  <c:v>20.2305555556</c:v>
                </c:pt>
                <c:pt idx="609">
                  <c:v>20.2638888889</c:v>
                </c:pt>
                <c:pt idx="610">
                  <c:v>20.2972222222</c:v>
                </c:pt>
                <c:pt idx="611">
                  <c:v>20.3305555556</c:v>
                </c:pt>
                <c:pt idx="612">
                  <c:v>20.3638888889</c:v>
                </c:pt>
                <c:pt idx="613">
                  <c:v>20.3972222222</c:v>
                </c:pt>
                <c:pt idx="614">
                  <c:v>20.4305555556</c:v>
                </c:pt>
                <c:pt idx="615">
                  <c:v>20.4638888889</c:v>
                </c:pt>
                <c:pt idx="616">
                  <c:v>20.4972222222</c:v>
                </c:pt>
                <c:pt idx="617">
                  <c:v>20.5277777778</c:v>
                </c:pt>
                <c:pt idx="618">
                  <c:v>20.5611111111</c:v>
                </c:pt>
                <c:pt idx="619">
                  <c:v>20.5944444444</c:v>
                </c:pt>
                <c:pt idx="620">
                  <c:v>20.6277777778</c:v>
                </c:pt>
                <c:pt idx="621">
                  <c:v>20.6611111111</c:v>
                </c:pt>
                <c:pt idx="622">
                  <c:v>20.6944444444</c:v>
                </c:pt>
                <c:pt idx="623">
                  <c:v>20.7277777778</c:v>
                </c:pt>
                <c:pt idx="624">
                  <c:v>20.7611111111</c:v>
                </c:pt>
                <c:pt idx="625">
                  <c:v>20.7944444444</c:v>
                </c:pt>
                <c:pt idx="626">
                  <c:v>20.8277777778</c:v>
                </c:pt>
                <c:pt idx="627">
                  <c:v>20.8611111111</c:v>
                </c:pt>
                <c:pt idx="628">
                  <c:v>20.8944444444</c:v>
                </c:pt>
                <c:pt idx="629">
                  <c:v>20.9277777778</c:v>
                </c:pt>
                <c:pt idx="630">
                  <c:v>20.9611111111</c:v>
                </c:pt>
                <c:pt idx="631">
                  <c:v>20.9944444444</c:v>
                </c:pt>
                <c:pt idx="632">
                  <c:v>21.0277777778</c:v>
                </c:pt>
                <c:pt idx="633">
                  <c:v>21.0611111111</c:v>
                </c:pt>
                <c:pt idx="634">
                  <c:v>21.0944444444</c:v>
                </c:pt>
                <c:pt idx="635">
                  <c:v>21.1277777778</c:v>
                </c:pt>
                <c:pt idx="636">
                  <c:v>21.1611111111</c:v>
                </c:pt>
                <c:pt idx="637">
                  <c:v>21.1944444444</c:v>
                </c:pt>
                <c:pt idx="638">
                  <c:v>21.2277777778</c:v>
                </c:pt>
                <c:pt idx="639">
                  <c:v>21.2611111111</c:v>
                </c:pt>
                <c:pt idx="640">
                  <c:v>21.2944444444</c:v>
                </c:pt>
                <c:pt idx="641">
                  <c:v>21.3277777778</c:v>
                </c:pt>
                <c:pt idx="642">
                  <c:v>21.3611111111</c:v>
                </c:pt>
                <c:pt idx="643">
                  <c:v>21.3944444444</c:v>
                </c:pt>
                <c:pt idx="644">
                  <c:v>21.4277777778</c:v>
                </c:pt>
                <c:pt idx="645">
                  <c:v>21.4611111111</c:v>
                </c:pt>
                <c:pt idx="646">
                  <c:v>21.4944444444</c:v>
                </c:pt>
                <c:pt idx="647">
                  <c:v>21.5277777778</c:v>
                </c:pt>
                <c:pt idx="648">
                  <c:v>21.5611111111</c:v>
                </c:pt>
                <c:pt idx="649">
                  <c:v>21.5944444444</c:v>
                </c:pt>
                <c:pt idx="650">
                  <c:v>21.6277777778</c:v>
                </c:pt>
                <c:pt idx="651">
                  <c:v>21.6611111111</c:v>
                </c:pt>
                <c:pt idx="652">
                  <c:v>21.6944444444</c:v>
                </c:pt>
                <c:pt idx="653">
                  <c:v>21.7277777778</c:v>
                </c:pt>
                <c:pt idx="654">
                  <c:v>21.7611111111</c:v>
                </c:pt>
                <c:pt idx="655">
                  <c:v>21.7944444444</c:v>
                </c:pt>
                <c:pt idx="656">
                  <c:v>21.8277777778</c:v>
                </c:pt>
                <c:pt idx="657">
                  <c:v>21.8611111111</c:v>
                </c:pt>
                <c:pt idx="658">
                  <c:v>21.8944444444</c:v>
                </c:pt>
                <c:pt idx="659">
                  <c:v>21.9277777778</c:v>
                </c:pt>
                <c:pt idx="660">
                  <c:v>21.9611111111</c:v>
                </c:pt>
                <c:pt idx="661">
                  <c:v>21.9944444444</c:v>
                </c:pt>
                <c:pt idx="662">
                  <c:v>22.025</c:v>
                </c:pt>
                <c:pt idx="663">
                  <c:v>22.0583333333</c:v>
                </c:pt>
                <c:pt idx="664">
                  <c:v>22.0916666667</c:v>
                </c:pt>
                <c:pt idx="665">
                  <c:v>22.125</c:v>
                </c:pt>
                <c:pt idx="666">
                  <c:v>22.1583333333</c:v>
                </c:pt>
                <c:pt idx="667">
                  <c:v>22.1916666667</c:v>
                </c:pt>
                <c:pt idx="668">
                  <c:v>22.225</c:v>
                </c:pt>
                <c:pt idx="669">
                  <c:v>22.2583333333</c:v>
                </c:pt>
                <c:pt idx="670">
                  <c:v>22.2916666667</c:v>
                </c:pt>
                <c:pt idx="671">
                  <c:v>22.325</c:v>
                </c:pt>
                <c:pt idx="672">
                  <c:v>22.3583333333</c:v>
                </c:pt>
                <c:pt idx="673">
                  <c:v>22.3916666667</c:v>
                </c:pt>
                <c:pt idx="674">
                  <c:v>22.425</c:v>
                </c:pt>
                <c:pt idx="675">
                  <c:v>22.4583333333</c:v>
                </c:pt>
                <c:pt idx="676">
                  <c:v>22.4916666667</c:v>
                </c:pt>
                <c:pt idx="677">
                  <c:v>22.525</c:v>
                </c:pt>
                <c:pt idx="678">
                  <c:v>22.5583333333</c:v>
                </c:pt>
                <c:pt idx="679">
                  <c:v>22.5916666667</c:v>
                </c:pt>
                <c:pt idx="680">
                  <c:v>22.625</c:v>
                </c:pt>
                <c:pt idx="681">
                  <c:v>22.6583333333</c:v>
                </c:pt>
                <c:pt idx="682">
                  <c:v>22.6916666667</c:v>
                </c:pt>
                <c:pt idx="683">
                  <c:v>22.725</c:v>
                </c:pt>
                <c:pt idx="684">
                  <c:v>22.7583333333</c:v>
                </c:pt>
                <c:pt idx="685">
                  <c:v>22.7916666667</c:v>
                </c:pt>
                <c:pt idx="686">
                  <c:v>22.825</c:v>
                </c:pt>
                <c:pt idx="687">
                  <c:v>22.8583333333</c:v>
                </c:pt>
                <c:pt idx="688">
                  <c:v>22.8916666667</c:v>
                </c:pt>
                <c:pt idx="689">
                  <c:v>22.925</c:v>
                </c:pt>
                <c:pt idx="690">
                  <c:v>22.9583333333</c:v>
                </c:pt>
                <c:pt idx="691">
                  <c:v>22.9916666667</c:v>
                </c:pt>
                <c:pt idx="692">
                  <c:v>23.025</c:v>
                </c:pt>
                <c:pt idx="693">
                  <c:v>23.0583333333</c:v>
                </c:pt>
                <c:pt idx="694">
                  <c:v>23.0916666667</c:v>
                </c:pt>
                <c:pt idx="695">
                  <c:v>23.125</c:v>
                </c:pt>
                <c:pt idx="696">
                  <c:v>23.1583333333</c:v>
                </c:pt>
                <c:pt idx="697">
                  <c:v>23.1916666667</c:v>
                </c:pt>
                <c:pt idx="698">
                  <c:v>23.225</c:v>
                </c:pt>
                <c:pt idx="699">
                  <c:v>23.2583333333</c:v>
                </c:pt>
                <c:pt idx="700">
                  <c:v>23.2916666667</c:v>
                </c:pt>
                <c:pt idx="701">
                  <c:v>23.325</c:v>
                </c:pt>
                <c:pt idx="702">
                  <c:v>23.3583333333</c:v>
                </c:pt>
                <c:pt idx="703">
                  <c:v>23.3916666667</c:v>
                </c:pt>
                <c:pt idx="704">
                  <c:v>23.425</c:v>
                </c:pt>
                <c:pt idx="705">
                  <c:v>23.4583333333</c:v>
                </c:pt>
                <c:pt idx="706">
                  <c:v>23.4916666667</c:v>
                </c:pt>
                <c:pt idx="707">
                  <c:v>23.5222222222</c:v>
                </c:pt>
                <c:pt idx="708">
                  <c:v>23.5555555556</c:v>
                </c:pt>
                <c:pt idx="709">
                  <c:v>23.5888888889</c:v>
                </c:pt>
                <c:pt idx="710">
                  <c:v>23.6222222222</c:v>
                </c:pt>
                <c:pt idx="711">
                  <c:v>23.6555555556</c:v>
                </c:pt>
                <c:pt idx="712">
                  <c:v>23.6888888889</c:v>
                </c:pt>
                <c:pt idx="713">
                  <c:v>23.7222222222</c:v>
                </c:pt>
                <c:pt idx="714">
                  <c:v>23.7555555556</c:v>
                </c:pt>
                <c:pt idx="715">
                  <c:v>23.7888888889</c:v>
                </c:pt>
                <c:pt idx="716">
                  <c:v>23.8222222222</c:v>
                </c:pt>
                <c:pt idx="717">
                  <c:v>23.8555555556</c:v>
                </c:pt>
                <c:pt idx="718">
                  <c:v>23.8888888889</c:v>
                </c:pt>
                <c:pt idx="719">
                  <c:v>23.9222222222</c:v>
                </c:pt>
                <c:pt idx="720">
                  <c:v>23.9555555556</c:v>
                </c:pt>
                <c:pt idx="721">
                  <c:v>23.9888888889</c:v>
                </c:pt>
                <c:pt idx="722">
                  <c:v>24</c:v>
                </c:pt>
              </c:numCache>
            </c:numRef>
          </c:xVal>
          <c:yVal>
            <c:numRef>
              <c:f>'Chart Data'!$D$2:$D$724</c:f>
              <c:numCache>
                <c:formatCode>General</c:formatCode>
                <c:ptCount val="723"/>
                <c:pt idx="0">
                  <c:v>20</c:v>
                </c:pt>
                <c:pt idx="1">
                  <c:v>18.983942346</c:v>
                </c:pt>
                <c:pt idx="2">
                  <c:v>17.640930506</c:v>
                </c:pt>
                <c:pt idx="3">
                  <c:v>16.531435704</c:v>
                </c:pt>
                <c:pt idx="4">
                  <c:v>15.644519376</c:v>
                </c:pt>
                <c:pt idx="5">
                  <c:v>14.929509602</c:v>
                </c:pt>
                <c:pt idx="6">
                  <c:v>14.34397302</c:v>
                </c:pt>
                <c:pt idx="7">
                  <c:v>13.855991888</c:v>
                </c:pt>
                <c:pt idx="8">
                  <c:v>13.442000277</c:v>
                </c:pt>
                <c:pt idx="9">
                  <c:v>13.084638746</c:v>
                </c:pt>
                <c:pt idx="10">
                  <c:v>12.771093528</c:v>
                </c:pt>
                <c:pt idx="11">
                  <c:v>12.491871145</c:v>
                </c:pt>
                <c:pt idx="12">
                  <c:v>12.239904984</c:v>
                </c:pt>
                <c:pt idx="13">
                  <c:v>12.009905503</c:v>
                </c:pt>
                <c:pt idx="14">
                  <c:v>11.79788746</c:v>
                </c:pt>
                <c:pt idx="15">
                  <c:v>11.600825544</c:v>
                </c:pt>
                <c:pt idx="16">
                  <c:v>11.416182055</c:v>
                </c:pt>
                <c:pt idx="17">
                  <c:v>11.240347535</c:v>
                </c:pt>
                <c:pt idx="18">
                  <c:v>11.070929466</c:v>
                </c:pt>
                <c:pt idx="19">
                  <c:v>10.907002765</c:v>
                </c:pt>
                <c:pt idx="20">
                  <c:v>10.747987575</c:v>
                </c:pt>
                <c:pt idx="21">
                  <c:v>10.593414975</c:v>
                </c:pt>
                <c:pt idx="22">
                  <c:v>10.442894948</c:v>
                </c:pt>
                <c:pt idx="23">
                  <c:v>10.296102923</c:v>
                </c:pt>
                <c:pt idx="24">
                  <c:v>10.152767129</c:v>
                </c:pt>
                <c:pt idx="25">
                  <c:v>10.012657678</c:v>
                </c:pt>
                <c:pt idx="26">
                  <c:v>9.875577868</c:v>
                </c:pt>
                <c:pt idx="27">
                  <c:v>9.741357458</c:v>
                </c:pt>
                <c:pt idx="28">
                  <c:v>9.609847496</c:v>
                </c:pt>
                <c:pt idx="29">
                  <c:v>9.480916345</c:v>
                </c:pt>
                <c:pt idx="30">
                  <c:v>9.35444659</c:v>
                </c:pt>
                <c:pt idx="31">
                  <c:v>9.20590597</c:v>
                </c:pt>
                <c:pt idx="32">
                  <c:v>9.029021531</c:v>
                </c:pt>
                <c:pt idx="33">
                  <c:v>8.859035222</c:v>
                </c:pt>
                <c:pt idx="34">
                  <c:v>8.696613888</c:v>
                </c:pt>
                <c:pt idx="35">
                  <c:v>8.540388063</c:v>
                </c:pt>
                <c:pt idx="36">
                  <c:v>8.389106675</c:v>
                </c:pt>
                <c:pt idx="37">
                  <c:v>8.241805781</c:v>
                </c:pt>
                <c:pt idx="38">
                  <c:v>8.097763438</c:v>
                </c:pt>
                <c:pt idx="39">
                  <c:v>7.957311638</c:v>
                </c:pt>
                <c:pt idx="40">
                  <c:v>7.828540974</c:v>
                </c:pt>
                <c:pt idx="41">
                  <c:v>7.708608522</c:v>
                </c:pt>
                <c:pt idx="42">
                  <c:v>7.595338254</c:v>
                </c:pt>
                <c:pt idx="43">
                  <c:v>7.487595803</c:v>
                </c:pt>
                <c:pt idx="44">
                  <c:v>7.384576396</c:v>
                </c:pt>
                <c:pt idx="45">
                  <c:v>7.285674525</c:v>
                </c:pt>
                <c:pt idx="46">
                  <c:v>7.224576263</c:v>
                </c:pt>
                <c:pt idx="47">
                  <c:v>7.186161101</c:v>
                </c:pt>
                <c:pt idx="48">
                  <c:v>7.146411529</c:v>
                </c:pt>
                <c:pt idx="49">
                  <c:v>7.104173435</c:v>
                </c:pt>
                <c:pt idx="50">
                  <c:v>7.058894896</c:v>
                </c:pt>
                <c:pt idx="51">
                  <c:v>7.011345076</c:v>
                </c:pt>
                <c:pt idx="52">
                  <c:v>6.962603741</c:v>
                </c:pt>
                <c:pt idx="53">
                  <c:v>6.913470177</c:v>
                </c:pt>
                <c:pt idx="54">
                  <c:v>6.864483702</c:v>
                </c:pt>
                <c:pt idx="55">
                  <c:v>6.816002701</c:v>
                </c:pt>
                <c:pt idx="56">
                  <c:v>6.768263519</c:v>
                </c:pt>
                <c:pt idx="57">
                  <c:v>6.7214183</c:v>
                </c:pt>
                <c:pt idx="58">
                  <c:v>6.675561172</c:v>
                </c:pt>
                <c:pt idx="59">
                  <c:v>6.630746221</c:v>
                </c:pt>
                <c:pt idx="60">
                  <c:v>6.58699999</c:v>
                </c:pt>
                <c:pt idx="61">
                  <c:v>6.544330215</c:v>
                </c:pt>
                <c:pt idx="62">
                  <c:v>6.502731907</c:v>
                </c:pt>
                <c:pt idx="63">
                  <c:v>6.462191599</c:v>
                </c:pt>
                <c:pt idx="64">
                  <c:v>6.422690298</c:v>
                </c:pt>
                <c:pt idx="65">
                  <c:v>6.384205531</c:v>
                </c:pt>
                <c:pt idx="66">
                  <c:v>6.346712759</c:v>
                </c:pt>
                <c:pt idx="67">
                  <c:v>6.310186349</c:v>
                </c:pt>
                <c:pt idx="68">
                  <c:v>6.27460024</c:v>
                </c:pt>
                <c:pt idx="69">
                  <c:v>6.239928385</c:v>
                </c:pt>
                <c:pt idx="70">
                  <c:v>6.20614505</c:v>
                </c:pt>
                <c:pt idx="71">
                  <c:v>6.173225009</c:v>
                </c:pt>
                <c:pt idx="72">
                  <c:v>6.14114366</c:v>
                </c:pt>
                <c:pt idx="73">
                  <c:v>6.109877098</c:v>
                </c:pt>
                <c:pt idx="74">
                  <c:v>6.079402154</c:v>
                </c:pt>
                <c:pt idx="75">
                  <c:v>6.049696402</c:v>
                </c:pt>
                <c:pt idx="76">
                  <c:v>5.994013105</c:v>
                </c:pt>
                <c:pt idx="77">
                  <c:v>5.915634456</c:v>
                </c:pt>
                <c:pt idx="78">
                  <c:v>5.84462687</c:v>
                </c:pt>
                <c:pt idx="79">
                  <c:v>5.781283673</c:v>
                </c:pt>
                <c:pt idx="80">
                  <c:v>5.723824216</c:v>
                </c:pt>
                <c:pt idx="81">
                  <c:v>5.670746182</c:v>
                </c:pt>
                <c:pt idx="82">
                  <c:v>5.620946472</c:v>
                </c:pt>
                <c:pt idx="83">
                  <c:v>5.573634795</c:v>
                </c:pt>
                <c:pt idx="84">
                  <c:v>5.528247369</c:v>
                </c:pt>
                <c:pt idx="85">
                  <c:v>5.484381175</c:v>
                </c:pt>
                <c:pt idx="86">
                  <c:v>5.441746782</c:v>
                </c:pt>
                <c:pt idx="87">
                  <c:v>5.400134955</c:v>
                </c:pt>
                <c:pt idx="88">
                  <c:v>5.359393124</c:v>
                </c:pt>
                <c:pt idx="89">
                  <c:v>5.319408845</c:v>
                </c:pt>
                <c:pt idx="90">
                  <c:v>5.280098154</c:v>
                </c:pt>
                <c:pt idx="91">
                  <c:v>5.271127586</c:v>
                </c:pt>
                <c:pt idx="92">
                  <c:v>5.286401518</c:v>
                </c:pt>
                <c:pt idx="93">
                  <c:v>5.298107644</c:v>
                </c:pt>
                <c:pt idx="94">
                  <c:v>5.305433658</c:v>
                </c:pt>
                <c:pt idx="95">
                  <c:v>5.308918615</c:v>
                </c:pt>
                <c:pt idx="96">
                  <c:v>5.308189857</c:v>
                </c:pt>
                <c:pt idx="97">
                  <c:v>5.304072945</c:v>
                </c:pt>
                <c:pt idx="98">
                  <c:v>5.297537678</c:v>
                </c:pt>
                <c:pt idx="99">
                  <c:v>5.28930181</c:v>
                </c:pt>
                <c:pt idx="100">
                  <c:v>5.279869298</c:v>
                </c:pt>
                <c:pt idx="101">
                  <c:v>5.26959675</c:v>
                </c:pt>
                <c:pt idx="102">
                  <c:v>5.258739852</c:v>
                </c:pt>
                <c:pt idx="103">
                  <c:v>5.247483709</c:v>
                </c:pt>
                <c:pt idx="104">
                  <c:v>5.235963594</c:v>
                </c:pt>
                <c:pt idx="105">
                  <c:v>5.224279361</c:v>
                </c:pt>
                <c:pt idx="106">
                  <c:v>5.212505498</c:v>
                </c:pt>
                <c:pt idx="107">
                  <c:v>5.20069827</c:v>
                </c:pt>
                <c:pt idx="108">
                  <c:v>5.188900736</c:v>
                </c:pt>
                <c:pt idx="109">
                  <c:v>5.177146317</c:v>
                </c:pt>
                <c:pt idx="110">
                  <c:v>5.165461324</c:v>
                </c:pt>
                <c:pt idx="111">
                  <c:v>5.153866768</c:v>
                </c:pt>
                <c:pt idx="112">
                  <c:v>5.142379648</c:v>
                </c:pt>
                <c:pt idx="113">
                  <c:v>5.131013885</c:v>
                </c:pt>
                <c:pt idx="114">
                  <c:v>5.119780998</c:v>
                </c:pt>
                <c:pt idx="115">
                  <c:v>5.108690592</c:v>
                </c:pt>
                <c:pt idx="116">
                  <c:v>5.097750728</c:v>
                </c:pt>
                <c:pt idx="117">
                  <c:v>5.086968193</c:v>
                </c:pt>
                <c:pt idx="118">
                  <c:v>5.076348703</c:v>
                </c:pt>
                <c:pt idx="119">
                  <c:v>5.065897067</c:v>
                </c:pt>
                <c:pt idx="120">
                  <c:v>5.055617308</c:v>
                </c:pt>
                <c:pt idx="121">
                  <c:v>5.021389355</c:v>
                </c:pt>
                <c:pt idx="122">
                  <c:v>4.96121823</c:v>
                </c:pt>
                <c:pt idx="123">
                  <c:v>4.907454393</c:v>
                </c:pt>
                <c:pt idx="124">
                  <c:v>4.861010199</c:v>
                </c:pt>
                <c:pt idx="125">
                  <c:v>4.820134173</c:v>
                </c:pt>
                <c:pt idx="126">
                  <c:v>4.783305386</c:v>
                </c:pt>
                <c:pt idx="127">
                  <c:v>4.749405261</c:v>
                </c:pt>
                <c:pt idx="128">
                  <c:v>4.717635253</c:v>
                </c:pt>
                <c:pt idx="129">
                  <c:v>4.687429068</c:v>
                </c:pt>
                <c:pt idx="130">
                  <c:v>4.65838534</c:v>
                </c:pt>
                <c:pt idx="131">
                  <c:v>4.630219133</c:v>
                </c:pt>
                <c:pt idx="132">
                  <c:v>4.60272759</c:v>
                </c:pt>
                <c:pt idx="133">
                  <c:v>4.575765735</c:v>
                </c:pt>
                <c:pt idx="134">
                  <c:v>4.549229444</c:v>
                </c:pt>
                <c:pt idx="135">
                  <c:v>4.523043476</c:v>
                </c:pt>
                <c:pt idx="136">
                  <c:v>4.522589003</c:v>
                </c:pt>
                <c:pt idx="137">
                  <c:v>4.550232902</c:v>
                </c:pt>
                <c:pt idx="138">
                  <c:v>4.574471503</c:v>
                </c:pt>
                <c:pt idx="139">
                  <c:v>4.593902162</c:v>
                </c:pt>
                <c:pt idx="140">
                  <c:v>4.609628499</c:v>
                </c:pt>
                <c:pt idx="141">
                  <c:v>4.621214524</c:v>
                </c:pt>
                <c:pt idx="142">
                  <c:v>4.628990234</c:v>
                </c:pt>
                <c:pt idx="143">
                  <c:v>4.633902037</c:v>
                </c:pt>
                <c:pt idx="144">
                  <c:v>4.636719973</c:v>
                </c:pt>
                <c:pt idx="145">
                  <c:v>4.637990546</c:v>
                </c:pt>
                <c:pt idx="146">
                  <c:v>4.638101536</c:v>
                </c:pt>
                <c:pt idx="147">
                  <c:v>4.637332417</c:v>
                </c:pt>
                <c:pt idx="148">
                  <c:v>4.635887418</c:v>
                </c:pt>
                <c:pt idx="149">
                  <c:v>4.633917684</c:v>
                </c:pt>
                <c:pt idx="150">
                  <c:v>4.631536552</c:v>
                </c:pt>
                <c:pt idx="151">
                  <c:v>4.628830248</c:v>
                </c:pt>
                <c:pt idx="152">
                  <c:v>4.625865412</c:v>
                </c:pt>
                <c:pt idx="153">
                  <c:v>4.622694435</c:v>
                </c:pt>
                <c:pt idx="154">
                  <c:v>4.619359233</c:v>
                </c:pt>
                <c:pt idx="155">
                  <c:v>4.61589394</c:v>
                </c:pt>
                <c:pt idx="156">
                  <c:v>4.612326829</c:v>
                </c:pt>
                <c:pt idx="157">
                  <c:v>4.608681696</c:v>
                </c:pt>
                <c:pt idx="158">
                  <c:v>4.604978851</c:v>
                </c:pt>
                <c:pt idx="159">
                  <c:v>4.601235848</c:v>
                </c:pt>
                <c:pt idx="160">
                  <c:v>4.597468014</c:v>
                </c:pt>
                <c:pt idx="161">
                  <c:v>4.593688847</c:v>
                </c:pt>
                <c:pt idx="162">
                  <c:v>4.589910313</c:v>
                </c:pt>
                <c:pt idx="163">
                  <c:v>4.586143073</c:v>
                </c:pt>
                <c:pt idx="164">
                  <c:v>4.582396657</c:v>
                </c:pt>
                <c:pt idx="165">
                  <c:v>4.578679607</c:v>
                </c:pt>
                <c:pt idx="166">
                  <c:v>4.554393095</c:v>
                </c:pt>
                <c:pt idx="167">
                  <c:v>4.500513457</c:v>
                </c:pt>
                <c:pt idx="168">
                  <c:v>4.452301631</c:v>
                </c:pt>
                <c:pt idx="169">
                  <c:v>4.411418475</c:v>
                </c:pt>
                <c:pt idx="170">
                  <c:v>4.376139467</c:v>
                </c:pt>
                <c:pt idx="171">
                  <c:v>4.34491162</c:v>
                </c:pt>
                <c:pt idx="172">
                  <c:v>4.316587203</c:v>
                </c:pt>
                <c:pt idx="173">
                  <c:v>4.290346391</c:v>
                </c:pt>
                <c:pt idx="174">
                  <c:v>4.265608096</c:v>
                </c:pt>
                <c:pt idx="175">
                  <c:v>4.241961069</c:v>
                </c:pt>
                <c:pt idx="176">
                  <c:v>4.219113888</c:v>
                </c:pt>
                <c:pt idx="177">
                  <c:v>4.196859666</c:v>
                </c:pt>
                <c:pt idx="178">
                  <c:v>4.175051111</c:v>
                </c:pt>
                <c:pt idx="179">
                  <c:v>4.153582981</c:v>
                </c:pt>
                <c:pt idx="180">
                  <c:v>4.132379759</c:v>
                </c:pt>
                <c:pt idx="181">
                  <c:v>4.132646647</c:v>
                </c:pt>
                <c:pt idx="182">
                  <c:v>4.164862603</c:v>
                </c:pt>
                <c:pt idx="183">
                  <c:v>4.194222919</c:v>
                </c:pt>
                <c:pt idx="184">
                  <c:v>4.218578518</c:v>
                </c:pt>
                <c:pt idx="185">
                  <c:v>4.239193551</c:v>
                </c:pt>
                <c:pt idx="186">
                  <c:v>4.255900865</c:v>
                </c:pt>
                <c:pt idx="187">
                  <c:v>4.26864937</c:v>
                </c:pt>
                <c:pt idx="188">
                  <c:v>4.278321598</c:v>
                </c:pt>
                <c:pt idx="189">
                  <c:v>4.285718474</c:v>
                </c:pt>
                <c:pt idx="190">
                  <c:v>4.291415627</c:v>
                </c:pt>
                <c:pt idx="191">
                  <c:v>4.295821167</c:v>
                </c:pt>
                <c:pt idx="192">
                  <c:v>4.299229147</c:v>
                </c:pt>
                <c:pt idx="193">
                  <c:v>4.301854686</c:v>
                </c:pt>
                <c:pt idx="194">
                  <c:v>4.303857373</c:v>
                </c:pt>
                <c:pt idx="195">
                  <c:v>4.305357268</c:v>
                </c:pt>
                <c:pt idx="196">
                  <c:v>4.306446072</c:v>
                </c:pt>
                <c:pt idx="197">
                  <c:v>4.307194994</c:v>
                </c:pt>
                <c:pt idx="198">
                  <c:v>4.307660317</c:v>
                </c:pt>
                <c:pt idx="199">
                  <c:v>4.307887342</c:v>
                </c:pt>
                <c:pt idx="200">
                  <c:v>4.307913205</c:v>
                </c:pt>
                <c:pt idx="201">
                  <c:v>4.30776888</c:v>
                </c:pt>
                <c:pt idx="202">
                  <c:v>4.307480623</c:v>
                </c:pt>
                <c:pt idx="203">
                  <c:v>4.307071015</c:v>
                </c:pt>
                <c:pt idx="204">
                  <c:v>4.306559723</c:v>
                </c:pt>
                <c:pt idx="205">
                  <c:v>4.305964051</c:v>
                </c:pt>
                <c:pt idx="206">
                  <c:v>4.305299361</c:v>
                </c:pt>
                <c:pt idx="207">
                  <c:v>4.304579384</c:v>
                </c:pt>
                <c:pt idx="208">
                  <c:v>4.303816452</c:v>
                </c:pt>
                <c:pt idx="209">
                  <c:v>4.303021693</c:v>
                </c:pt>
                <c:pt idx="210">
                  <c:v>4.302205168</c:v>
                </c:pt>
                <c:pt idx="211">
                  <c:v>4.28443737</c:v>
                </c:pt>
                <c:pt idx="212">
                  <c:v>4.233539264</c:v>
                </c:pt>
                <c:pt idx="213">
                  <c:v>4.187453216</c:v>
                </c:pt>
                <c:pt idx="214">
                  <c:v>4.148766007</c:v>
                </c:pt>
                <c:pt idx="215">
                  <c:v>4.115793694</c:v>
                </c:pt>
                <c:pt idx="216">
                  <c:v>4.086950371</c:v>
                </c:pt>
                <c:pt idx="217">
                  <c:v>4.061056846</c:v>
                </c:pt>
                <c:pt idx="218">
                  <c:v>4.037269846</c:v>
                </c:pt>
                <c:pt idx="219">
                  <c:v>4.014991514</c:v>
                </c:pt>
                <c:pt idx="220">
                  <c:v>3.993798864</c:v>
                </c:pt>
                <c:pt idx="221">
                  <c:v>3.973392278</c:v>
                </c:pt>
                <c:pt idx="222">
                  <c:v>3.953559221</c:v>
                </c:pt>
                <c:pt idx="223">
                  <c:v>3.934148531</c:v>
                </c:pt>
                <c:pt idx="224">
                  <c:v>3.915052363</c:v>
                </c:pt>
                <c:pt idx="225">
                  <c:v>3.896193487</c:v>
                </c:pt>
                <c:pt idx="226">
                  <c:v>3.894770894</c:v>
                </c:pt>
                <c:pt idx="227">
                  <c:v>3.928848603</c:v>
                </c:pt>
                <c:pt idx="228">
                  <c:v>3.960881044</c:v>
                </c:pt>
                <c:pt idx="229">
                  <c:v>3.987790294</c:v>
                </c:pt>
                <c:pt idx="230">
                  <c:v>4.010863762</c:v>
                </c:pt>
                <c:pt idx="231">
                  <c:v>4.030236994</c:v>
                </c:pt>
                <c:pt idx="232">
                  <c:v>4.045594383</c:v>
                </c:pt>
                <c:pt idx="233">
                  <c:v>4.057735181</c:v>
                </c:pt>
                <c:pt idx="234">
                  <c:v>4.06748193</c:v>
                </c:pt>
                <c:pt idx="235">
                  <c:v>4.075434835</c:v>
                </c:pt>
                <c:pt idx="236">
                  <c:v>4.082019155</c:v>
                </c:pt>
                <c:pt idx="237">
                  <c:v>4.087540824</c:v>
                </c:pt>
                <c:pt idx="238">
                  <c:v>4.092223572</c:v>
                </c:pt>
                <c:pt idx="239">
                  <c:v>4.096233395</c:v>
                </c:pt>
                <c:pt idx="240">
                  <c:v>4.099695234</c:v>
                </c:pt>
                <c:pt idx="241">
                  <c:v>4.102704587</c:v>
                </c:pt>
                <c:pt idx="242">
                  <c:v>4.105335683</c:v>
                </c:pt>
                <c:pt idx="243">
                  <c:v>4.107647253</c:v>
                </c:pt>
                <c:pt idx="244">
                  <c:v>4.109686636</c:v>
                </c:pt>
                <c:pt idx="245">
                  <c:v>4.11149269</c:v>
                </c:pt>
                <c:pt idx="246">
                  <c:v>4.11309788</c:v>
                </c:pt>
                <c:pt idx="247">
                  <c:v>4.114529774</c:v>
                </c:pt>
                <c:pt idx="248">
                  <c:v>4.115812129</c:v>
                </c:pt>
                <c:pt idx="249">
                  <c:v>4.116965673</c:v>
                </c:pt>
                <c:pt idx="250">
                  <c:v>4.118008687</c:v>
                </c:pt>
                <c:pt idx="251">
                  <c:v>4.118957434</c:v>
                </c:pt>
                <c:pt idx="252">
                  <c:v>4.119826483</c:v>
                </c:pt>
                <c:pt idx="253">
                  <c:v>4.120628954</c:v>
                </c:pt>
                <c:pt idx="254">
                  <c:v>4.121376713</c:v>
                </c:pt>
                <c:pt idx="255">
                  <c:v>4.12208052</c:v>
                </c:pt>
                <c:pt idx="256">
                  <c:v>4.109398973</c:v>
                </c:pt>
                <c:pt idx="257">
                  <c:v>4.060400322</c:v>
                </c:pt>
                <c:pt idx="258">
                  <c:v>4.015142832</c:v>
                </c:pt>
                <c:pt idx="259">
                  <c:v>3.977359155</c:v>
                </c:pt>
                <c:pt idx="260">
                  <c:v>3.945424747</c:v>
                </c:pt>
                <c:pt idx="261">
                  <c:v>3.917721679</c:v>
                </c:pt>
                <c:pt idx="262">
                  <c:v>3.89303859</c:v>
                </c:pt>
                <c:pt idx="263">
                  <c:v>3.870507766</c:v>
                </c:pt>
                <c:pt idx="264">
                  <c:v>3.849513907</c:v>
                </c:pt>
                <c:pt idx="265">
                  <c:v>3.829621576</c:v>
                </c:pt>
                <c:pt idx="266">
                  <c:v>3.81052244</c:v>
                </c:pt>
                <c:pt idx="267">
                  <c:v>3.791997813</c:v>
                </c:pt>
                <c:pt idx="268">
                  <c:v>3.773892218</c:v>
                </c:pt>
                <c:pt idx="269">
                  <c:v>3.756094793</c:v>
                </c:pt>
                <c:pt idx="270">
                  <c:v>3.738526202</c:v>
                </c:pt>
                <c:pt idx="271">
                  <c:v>3.734594445</c:v>
                </c:pt>
                <c:pt idx="272">
                  <c:v>3.769281455</c:v>
                </c:pt>
                <c:pt idx="273">
                  <c:v>3.802994497</c:v>
                </c:pt>
                <c:pt idx="274">
                  <c:v>3.831506105</c:v>
                </c:pt>
                <c:pt idx="275">
                  <c:v>3.856063736</c:v>
                </c:pt>
                <c:pt idx="276">
                  <c:v>3.877082963</c:v>
                </c:pt>
                <c:pt idx="277">
                  <c:v>3.894073923</c:v>
                </c:pt>
                <c:pt idx="278">
                  <c:v>3.907737706</c:v>
                </c:pt>
                <c:pt idx="279">
                  <c:v>3.918912483</c:v>
                </c:pt>
                <c:pt idx="280">
                  <c:v>3.928221003</c:v>
                </c:pt>
                <c:pt idx="281">
                  <c:v>3.936104429</c:v>
                </c:pt>
                <c:pt idx="282">
                  <c:v>3.942879592</c:v>
                </c:pt>
                <c:pt idx="283">
                  <c:v>3.948777952</c:v>
                </c:pt>
                <c:pt idx="284">
                  <c:v>3.953971141</c:v>
                </c:pt>
                <c:pt idx="285">
                  <c:v>3.958588286</c:v>
                </c:pt>
                <c:pt idx="286">
                  <c:v>3.962728057</c:v>
                </c:pt>
                <c:pt idx="287">
                  <c:v>3.96646712</c:v>
                </c:pt>
                <c:pt idx="288">
                  <c:v>3.969866123</c:v>
                </c:pt>
                <c:pt idx="289">
                  <c:v>3.972973935</c:v>
                </c:pt>
                <c:pt idx="290">
                  <c:v>3.975830669</c:v>
                </c:pt>
                <c:pt idx="291">
                  <c:v>3.978469836</c:v>
                </c:pt>
                <c:pt idx="292">
                  <c:v>3.980919895</c:v>
                </c:pt>
                <c:pt idx="293">
                  <c:v>3.983205375</c:v>
                </c:pt>
                <c:pt idx="294">
                  <c:v>3.985347685</c:v>
                </c:pt>
                <c:pt idx="295">
                  <c:v>3.987365718</c:v>
                </c:pt>
                <c:pt idx="296">
                  <c:v>3.989276286</c:v>
                </c:pt>
                <c:pt idx="297">
                  <c:v>3.991094464</c:v>
                </c:pt>
                <c:pt idx="298">
                  <c:v>3.992839959</c:v>
                </c:pt>
                <c:pt idx="299">
                  <c:v>3.994562504</c:v>
                </c:pt>
                <c:pt idx="300">
                  <c:v>3.996313347</c:v>
                </c:pt>
                <c:pt idx="301">
                  <c:v>3.988127144</c:v>
                </c:pt>
                <c:pt idx="302">
                  <c:v>3.94106065</c:v>
                </c:pt>
                <c:pt idx="303">
                  <c:v>3.896410406</c:v>
                </c:pt>
                <c:pt idx="304">
                  <c:v>3.859264415</c:v>
                </c:pt>
                <c:pt idx="305">
                  <c:v>3.828063876</c:v>
                </c:pt>
                <c:pt idx="306">
                  <c:v>3.801169957</c:v>
                </c:pt>
                <c:pt idx="307">
                  <c:v>3.777346173</c:v>
                </c:pt>
                <c:pt idx="308">
                  <c:v>3.755704813</c:v>
                </c:pt>
                <c:pt idx="309">
                  <c:v>3.735616168</c:v>
                </c:pt>
                <c:pt idx="310">
                  <c:v>3.716634774</c:v>
                </c:pt>
                <c:pt idx="311">
                  <c:v>3.69844545</c:v>
                </c:pt>
                <c:pt idx="312">
                  <c:v>3.680824903</c:v>
                </c:pt>
                <c:pt idx="313">
                  <c:v>3.663614625</c:v>
                </c:pt>
                <c:pt idx="314">
                  <c:v>3.646701812</c:v>
                </c:pt>
                <c:pt idx="315">
                  <c:v>3.630005943</c:v>
                </c:pt>
                <c:pt idx="316">
                  <c:v>3.623420535</c:v>
                </c:pt>
                <c:pt idx="317">
                  <c:v>3.657999515</c:v>
                </c:pt>
                <c:pt idx="318">
                  <c:v>3.692965962</c:v>
                </c:pt>
                <c:pt idx="319">
                  <c:v>3.722678167</c:v>
                </c:pt>
                <c:pt idx="320">
                  <c:v>3.748301667</c:v>
                </c:pt>
                <c:pt idx="321">
                  <c:v>3.770500566</c:v>
                </c:pt>
                <c:pt idx="322">
                  <c:v>3.788683631</c:v>
                </c:pt>
                <c:pt idx="323">
                  <c:v>3.803438054</c:v>
                </c:pt>
                <c:pt idx="324">
                  <c:v>3.815612852</c:v>
                </c:pt>
                <c:pt idx="325">
                  <c:v>3.825852835</c:v>
                </c:pt>
                <c:pt idx="326">
                  <c:v>3.834615103</c:v>
                </c:pt>
                <c:pt idx="327">
                  <c:v>3.842227433</c:v>
                </c:pt>
                <c:pt idx="328">
                  <c:v>3.84892904</c:v>
                </c:pt>
                <c:pt idx="329">
                  <c:v>3.854897209</c:v>
                </c:pt>
                <c:pt idx="330">
                  <c:v>3.860265272</c:v>
                </c:pt>
                <c:pt idx="331">
                  <c:v>3.86513508</c:v>
                </c:pt>
                <c:pt idx="332">
                  <c:v>3.869585751</c:v>
                </c:pt>
                <c:pt idx="333">
                  <c:v>3.873679854</c:v>
                </c:pt>
                <c:pt idx="334">
                  <c:v>3.877467796</c:v>
                </c:pt>
                <c:pt idx="335">
                  <c:v>3.880990944</c:v>
                </c:pt>
                <c:pt idx="336">
                  <c:v>3.884283853</c:v>
                </c:pt>
                <c:pt idx="337">
                  <c:v>3.88737587</c:v>
                </c:pt>
                <c:pt idx="338">
                  <c:v>3.890292287</c:v>
                </c:pt>
                <c:pt idx="339">
                  <c:v>3.893055185</c:v>
                </c:pt>
                <c:pt idx="340">
                  <c:v>3.89568405</c:v>
                </c:pt>
                <c:pt idx="341">
                  <c:v>3.898197564</c:v>
                </c:pt>
                <c:pt idx="342">
                  <c:v>3.900637767</c:v>
                </c:pt>
                <c:pt idx="343">
                  <c:v>3.903064761</c:v>
                </c:pt>
                <c:pt idx="344">
                  <c:v>3.905524271</c:v>
                </c:pt>
                <c:pt idx="345">
                  <c:v>3.908048742</c:v>
                </c:pt>
                <c:pt idx="346">
                  <c:v>3.903706566</c:v>
                </c:pt>
                <c:pt idx="347">
                  <c:v>3.858543866</c:v>
                </c:pt>
                <c:pt idx="348">
                  <c:v>3.814106225</c:v>
                </c:pt>
                <c:pt idx="349">
                  <c:v>3.777221111</c:v>
                </c:pt>
                <c:pt idx="350">
                  <c:v>3.74640968</c:v>
                </c:pt>
                <c:pt idx="351">
                  <c:v>3.719986289</c:v>
                </c:pt>
                <c:pt idx="352">
                  <c:v>3.69668744</c:v>
                </c:pt>
                <c:pt idx="353">
                  <c:v>3.675605593</c:v>
                </c:pt>
                <c:pt idx="354">
                  <c:v>3.656096448</c:v>
                </c:pt>
                <c:pt idx="355">
                  <c:v>3.637704273</c:v>
                </c:pt>
                <c:pt idx="356">
                  <c:v>3.620106847</c:v>
                </c:pt>
                <c:pt idx="357">
                  <c:v>3.603076132</c:v>
                </c:pt>
                <c:pt idx="358">
                  <c:v>3.586450484</c:v>
                </c:pt>
                <c:pt idx="359">
                  <c:v>3.57011509</c:v>
                </c:pt>
                <c:pt idx="360">
                  <c:v>3.553988197</c:v>
                </c:pt>
                <c:pt idx="361">
                  <c:v>3.544801963</c:v>
                </c:pt>
                <c:pt idx="362">
                  <c:v>3.578606477</c:v>
                </c:pt>
                <c:pt idx="363">
                  <c:v>3.614519569</c:v>
                </c:pt>
                <c:pt idx="364">
                  <c:v>3.645160122</c:v>
                </c:pt>
                <c:pt idx="365">
                  <c:v>3.671574519</c:v>
                </c:pt>
                <c:pt idx="366">
                  <c:v>3.694632229</c:v>
                </c:pt>
                <c:pt idx="367">
                  <c:v>3.713707997</c:v>
                </c:pt>
                <c:pt idx="368">
                  <c:v>3.729264584</c:v>
                </c:pt>
                <c:pt idx="369">
                  <c:v>3.74215685</c:v>
                </c:pt>
                <c:pt idx="370">
                  <c:v>3.753050846</c:v>
                </c:pt>
                <c:pt idx="371">
                  <c:v>3.76241939</c:v>
                </c:pt>
                <c:pt idx="372">
                  <c:v>3.770601022</c:v>
                </c:pt>
                <c:pt idx="373">
                  <c:v>3.777842534</c:v>
                </c:pt>
                <c:pt idx="374">
                  <c:v>3.784326694</c:v>
                </c:pt>
                <c:pt idx="375">
                  <c:v>3.790190882</c:v>
                </c:pt>
                <c:pt idx="376">
                  <c:v>3.795539981</c:v>
                </c:pt>
                <c:pt idx="377">
                  <c:v>3.800455421</c:v>
                </c:pt>
                <c:pt idx="378">
                  <c:v>3.805001565</c:v>
                </c:pt>
                <c:pt idx="379">
                  <c:v>3.809230234</c:v>
                </c:pt>
                <c:pt idx="380">
                  <c:v>3.813183935</c:v>
                </c:pt>
                <c:pt idx="381">
                  <c:v>3.81689816</c:v>
                </c:pt>
                <c:pt idx="382">
                  <c:v>3.820403038</c:v>
                </c:pt>
                <c:pt idx="383">
                  <c:v>3.82372453</c:v>
                </c:pt>
                <c:pt idx="384">
                  <c:v>3.826885295</c:v>
                </c:pt>
                <c:pt idx="385">
                  <c:v>3.829905967</c:v>
                </c:pt>
                <c:pt idx="386">
                  <c:v>3.832826766</c:v>
                </c:pt>
                <c:pt idx="387">
                  <c:v>3.835711708</c:v>
                </c:pt>
                <c:pt idx="388">
                  <c:v>3.838611385</c:v>
                </c:pt>
                <c:pt idx="389">
                  <c:v>3.841561851</c:v>
                </c:pt>
                <c:pt idx="390">
                  <c:v>3.844588953</c:v>
                </c:pt>
                <c:pt idx="391">
                  <c:v>3.84339234</c:v>
                </c:pt>
                <c:pt idx="392">
                  <c:v>3.800302077</c:v>
                </c:pt>
                <c:pt idx="393">
                  <c:v>3.755792452</c:v>
                </c:pt>
                <c:pt idx="394">
                  <c:v>3.718847449</c:v>
                </c:pt>
                <c:pt idx="395">
                  <c:v>3.688127787</c:v>
                </c:pt>
                <c:pt idx="396">
                  <c:v>3.661902655</c:v>
                </c:pt>
                <c:pt idx="397">
                  <c:v>3.638869124</c:v>
                </c:pt>
                <c:pt idx="398">
                  <c:v>3.618097622</c:v>
                </c:pt>
                <c:pt idx="399">
                  <c:v>3.598927988</c:v>
                </c:pt>
                <c:pt idx="400">
                  <c:v>3.580893164</c:v>
                </c:pt>
                <c:pt idx="401">
                  <c:v>3.563663028</c:v>
                </c:pt>
                <c:pt idx="402">
                  <c:v>3.547004114</c:v>
                </c:pt>
                <c:pt idx="403">
                  <c:v>3.530751094</c:v>
                </c:pt>
                <c:pt idx="404">
                  <c:v>3.514786691</c:v>
                </c:pt>
                <c:pt idx="405">
                  <c:v>3.499027536</c:v>
                </c:pt>
                <c:pt idx="406">
                  <c:v>3.487494766</c:v>
                </c:pt>
                <c:pt idx="407">
                  <c:v>3.519871347</c:v>
                </c:pt>
                <c:pt idx="408">
                  <c:v>3.556521238</c:v>
                </c:pt>
                <c:pt idx="409">
                  <c:v>3.587921564</c:v>
                </c:pt>
                <c:pt idx="410">
                  <c:v>3.614961609</c:v>
                </c:pt>
                <c:pt idx="411">
                  <c:v>3.63867424</c:v>
                </c:pt>
                <c:pt idx="412">
                  <c:v>3.658456883</c:v>
                </c:pt>
                <c:pt idx="413">
                  <c:v>3.674639858</c:v>
                </c:pt>
                <c:pt idx="414">
                  <c:v>3.688078667</c:v>
                </c:pt>
                <c:pt idx="415">
                  <c:v>3.69945983</c:v>
                </c:pt>
                <c:pt idx="416">
                  <c:v>3.709271722</c:v>
                </c:pt>
                <c:pt idx="417">
                  <c:v>3.7178635</c:v>
                </c:pt>
                <c:pt idx="418">
                  <c:v>3.725489371</c:v>
                </c:pt>
                <c:pt idx="419">
                  <c:v>3.732337418</c:v>
                </c:pt>
                <c:pt idx="420">
                  <c:v>3.7385489</c:v>
                </c:pt>
                <c:pt idx="421">
                  <c:v>3.744231574</c:v>
                </c:pt>
                <c:pt idx="422">
                  <c:v>3.749469031</c:v>
                </c:pt>
                <c:pt idx="423">
                  <c:v>3.754327278</c:v>
                </c:pt>
                <c:pt idx="424">
                  <c:v>3.758859419</c:v>
                </c:pt>
                <c:pt idx="425">
                  <c:v>3.763108969</c:v>
                </c:pt>
                <c:pt idx="426">
                  <c:v>3.767112234</c:v>
                </c:pt>
                <c:pt idx="427">
                  <c:v>3.770900014</c:v>
                </c:pt>
                <c:pt idx="428">
                  <c:v>3.774498827</c:v>
                </c:pt>
                <c:pt idx="429">
                  <c:v>3.777931811</c:v>
                </c:pt>
                <c:pt idx="430">
                  <c:v>3.781227046</c:v>
                </c:pt>
                <c:pt idx="431">
                  <c:v>3.7844456</c:v>
                </c:pt>
                <c:pt idx="432">
                  <c:v>3.787648253</c:v>
                </c:pt>
                <c:pt idx="433">
                  <c:v>3.790878906</c:v>
                </c:pt>
                <c:pt idx="434">
                  <c:v>3.794169054</c:v>
                </c:pt>
                <c:pt idx="435">
                  <c:v>3.79754133</c:v>
                </c:pt>
                <c:pt idx="436">
                  <c:v>3.798785261</c:v>
                </c:pt>
                <c:pt idx="437">
                  <c:v>3.7581834</c:v>
                </c:pt>
                <c:pt idx="438">
                  <c:v>3.713467066</c:v>
                </c:pt>
                <c:pt idx="439">
                  <c:v>3.676283708</c:v>
                </c:pt>
                <c:pt idx="440">
                  <c:v>3.645479786</c:v>
                </c:pt>
                <c:pt idx="441">
                  <c:v>3.61929315</c:v>
                </c:pt>
                <c:pt idx="442">
                  <c:v>3.596375092</c:v>
                </c:pt>
                <c:pt idx="443">
                  <c:v>3.575770959</c:v>
                </c:pt>
                <c:pt idx="444">
                  <c:v>3.556803664</c:v>
                </c:pt>
                <c:pt idx="445">
                  <c:v>3.538994032</c:v>
                </c:pt>
                <c:pt idx="446">
                  <c:v>3.522003416</c:v>
                </c:pt>
                <c:pt idx="447">
                  <c:v>3.50559243</c:v>
                </c:pt>
                <c:pt idx="448">
                  <c:v>3.489591673</c:v>
                </c:pt>
                <c:pt idx="449">
                  <c:v>3.473881089</c:v>
                </c:pt>
                <c:pt idx="450">
                  <c:v>3.458375439</c:v>
                </c:pt>
                <c:pt idx="451">
                  <c:v>3.444953995</c:v>
                </c:pt>
                <c:pt idx="452">
                  <c:v>3.475221169</c:v>
                </c:pt>
                <c:pt idx="453">
                  <c:v>3.512468666</c:v>
                </c:pt>
                <c:pt idx="454">
                  <c:v>3.544536837</c:v>
                </c:pt>
                <c:pt idx="455">
                  <c:v>3.572114511</c:v>
                </c:pt>
                <c:pt idx="456">
                  <c:v>3.596361508</c:v>
                </c:pt>
                <c:pt idx="457">
                  <c:v>3.616743896</c:v>
                </c:pt>
                <c:pt idx="458">
                  <c:v>3.633454203</c:v>
                </c:pt>
                <c:pt idx="459">
                  <c:v>3.647342869</c:v>
                </c:pt>
                <c:pt idx="460">
                  <c:v>3.659116295</c:v>
                </c:pt>
                <c:pt idx="461">
                  <c:v>3.66927846</c:v>
                </c:pt>
                <c:pt idx="462">
                  <c:v>3.678189162</c:v>
                </c:pt>
                <c:pt idx="463">
                  <c:v>3.686109993</c:v>
                </c:pt>
                <c:pt idx="464">
                  <c:v>3.69323429</c:v>
                </c:pt>
                <c:pt idx="465">
                  <c:v>3.699707126</c:v>
                </c:pt>
                <c:pt idx="466">
                  <c:v>3.705639056</c:v>
                </c:pt>
                <c:pt idx="467">
                  <c:v>3.711115752</c:v>
                </c:pt>
                <c:pt idx="468">
                  <c:v>3.716204795</c:v>
                </c:pt>
                <c:pt idx="469">
                  <c:v>3.720960488</c:v>
                </c:pt>
                <c:pt idx="470">
                  <c:v>3.725427288</c:v>
                </c:pt>
                <c:pt idx="471">
                  <c:v>3.729642245</c:v>
                </c:pt>
                <c:pt idx="472">
                  <c:v>3.73363676</c:v>
                </c:pt>
                <c:pt idx="473">
                  <c:v>3.737437851</c:v>
                </c:pt>
                <c:pt idx="474">
                  <c:v>3.741069392</c:v>
                </c:pt>
                <c:pt idx="475">
                  <c:v>3.744571548</c:v>
                </c:pt>
                <c:pt idx="476">
                  <c:v>3.748012639</c:v>
                </c:pt>
                <c:pt idx="477">
                  <c:v>3.751448787</c:v>
                </c:pt>
                <c:pt idx="478">
                  <c:v>3.754920184</c:v>
                </c:pt>
                <c:pt idx="479">
                  <c:v>3.758455799</c:v>
                </c:pt>
                <c:pt idx="480">
                  <c:v>3.762076448</c:v>
                </c:pt>
                <c:pt idx="481">
                  <c:v>3.764963062</c:v>
                </c:pt>
                <c:pt idx="482">
                  <c:v>3.727470305</c:v>
                </c:pt>
                <c:pt idx="483">
                  <c:v>3.682488795</c:v>
                </c:pt>
                <c:pt idx="484">
                  <c:v>3.644954948</c:v>
                </c:pt>
                <c:pt idx="485">
                  <c:v>3.613953644</c:v>
                </c:pt>
                <c:pt idx="486">
                  <c:v>3.587700842</c:v>
                </c:pt>
                <c:pt idx="487">
                  <c:v>3.564802486</c:v>
                </c:pt>
                <c:pt idx="488">
                  <c:v>3.544275077</c:v>
                </c:pt>
                <c:pt idx="489">
                  <c:v>3.525423469</c:v>
                </c:pt>
                <c:pt idx="490">
                  <c:v>3.507755735</c:v>
                </c:pt>
                <c:pt idx="491">
                  <c:v>3.490924295</c:v>
                </c:pt>
                <c:pt idx="492">
                  <c:v>3.474683367</c:v>
                </c:pt>
                <c:pt idx="493">
                  <c:v>3.458859222</c:v>
                </c:pt>
                <c:pt idx="494">
                  <c:v>3.443328774</c:v>
                </c:pt>
                <c:pt idx="495">
                  <c:v>3.428004724</c:v>
                </c:pt>
                <c:pt idx="496">
                  <c:v>3.413344154</c:v>
                </c:pt>
                <c:pt idx="497">
                  <c:v>3.440721113</c:v>
                </c:pt>
                <c:pt idx="498">
                  <c:v>3.478454015</c:v>
                </c:pt>
                <c:pt idx="499">
                  <c:v>3.511134575</c:v>
                </c:pt>
                <c:pt idx="500">
                  <c:v>3.539198413</c:v>
                </c:pt>
                <c:pt idx="501">
                  <c:v>3.563901615</c:v>
                </c:pt>
                <c:pt idx="502">
                  <c:v>3.584814727</c:v>
                </c:pt>
                <c:pt idx="503">
                  <c:v>3.601990728</c:v>
                </c:pt>
                <c:pt idx="504">
                  <c:v>3.616268811</c:v>
                </c:pt>
                <c:pt idx="505">
                  <c:v>3.628374636</c:v>
                </c:pt>
                <c:pt idx="506">
                  <c:v>3.638827988</c:v>
                </c:pt>
                <c:pt idx="507">
                  <c:v>3.647999415</c:v>
                </c:pt>
                <c:pt idx="508">
                  <c:v>3.656157959</c:v>
                </c:pt>
                <c:pt idx="509">
                  <c:v>3.663502184</c:v>
                </c:pt>
                <c:pt idx="510">
                  <c:v>3.670180984</c:v>
                </c:pt>
                <c:pt idx="511">
                  <c:v>3.676307686</c:v>
                </c:pt>
                <c:pt idx="512">
                  <c:v>3.681970007</c:v>
                </c:pt>
                <c:pt idx="513">
                  <c:v>3.687237058</c:v>
                </c:pt>
                <c:pt idx="514">
                  <c:v>3.692164309</c:v>
                </c:pt>
                <c:pt idx="515">
                  <c:v>3.696797111</c:v>
                </c:pt>
                <c:pt idx="516">
                  <c:v>3.701173221</c:v>
                </c:pt>
                <c:pt idx="517">
                  <c:v>3.705324604</c:v>
                </c:pt>
                <c:pt idx="518">
                  <c:v>3.709278737</c:v>
                </c:pt>
                <c:pt idx="519">
                  <c:v>3.7130611</c:v>
                </c:pt>
                <c:pt idx="520">
                  <c:v>3.716722171</c:v>
                </c:pt>
                <c:pt idx="521">
                  <c:v>3.720331385</c:v>
                </c:pt>
                <c:pt idx="522">
                  <c:v>3.72394181</c:v>
                </c:pt>
                <c:pt idx="523">
                  <c:v>3.727591516</c:v>
                </c:pt>
                <c:pt idx="524">
                  <c:v>3.731308009</c:v>
                </c:pt>
                <c:pt idx="525">
                  <c:v>3.735111036</c:v>
                </c:pt>
                <c:pt idx="526">
                  <c:v>3.738685097</c:v>
                </c:pt>
                <c:pt idx="527">
                  <c:v>3.705126421</c:v>
                </c:pt>
                <c:pt idx="528">
                  <c:v>3.659867862</c:v>
                </c:pt>
                <c:pt idx="529">
                  <c:v>3.621904938</c:v>
                </c:pt>
                <c:pt idx="530">
                  <c:v>3.590625294</c:v>
                </c:pt>
                <c:pt idx="531">
                  <c:v>3.564230028</c:v>
                </c:pt>
                <c:pt idx="532">
                  <c:v>3.541282852</c:v>
                </c:pt>
                <c:pt idx="533">
                  <c:v>3.520767726</c:v>
                </c:pt>
                <c:pt idx="534">
                  <c:v>3.501970725</c:v>
                </c:pt>
                <c:pt idx="535">
                  <c:v>3.484386563</c:v>
                </c:pt>
                <c:pt idx="536">
                  <c:v>3.467658095</c:v>
                </c:pt>
                <c:pt idx="537">
                  <c:v>3.451532978</c:v>
                </c:pt>
                <c:pt idx="538">
                  <c:v>3.435832805</c:v>
                </c:pt>
                <c:pt idx="539">
                  <c:v>3.420431291</c:v>
                </c:pt>
                <c:pt idx="540">
                  <c:v>3.40523892</c:v>
                </c:pt>
                <c:pt idx="541">
                  <c:v>3.390192133</c:v>
                </c:pt>
                <c:pt idx="542">
                  <c:v>3.413751053</c:v>
                </c:pt>
                <c:pt idx="543">
                  <c:v>3.451863113</c:v>
                </c:pt>
                <c:pt idx="544">
                  <c:v>3.485119138</c:v>
                </c:pt>
                <c:pt idx="545">
                  <c:v>3.513636794</c:v>
                </c:pt>
                <c:pt idx="546">
                  <c:v>3.538741759</c:v>
                </c:pt>
                <c:pt idx="547">
                  <c:v>3.56013659</c:v>
                </c:pt>
                <c:pt idx="548">
                  <c:v>3.577736899</c:v>
                </c:pt>
                <c:pt idx="549">
                  <c:v>3.592363638</c:v>
                </c:pt>
                <c:pt idx="550">
                  <c:v>3.604761112</c:v>
                </c:pt>
                <c:pt idx="551">
                  <c:v>3.615465094</c:v>
                </c:pt>
                <c:pt idx="552">
                  <c:v>3.624857083</c:v>
                </c:pt>
                <c:pt idx="553">
                  <c:v>3.633213632</c:v>
                </c:pt>
                <c:pt idx="554">
                  <c:v>3.640738662</c:v>
                </c:pt>
                <c:pt idx="555">
                  <c:v>3.647584856</c:v>
                </c:pt>
                <c:pt idx="556">
                  <c:v>3.653868313</c:v>
                </c:pt>
                <c:pt idx="557">
                  <c:v>3.659678789</c:v>
                </c:pt>
                <c:pt idx="558">
                  <c:v>3.66508691</c:v>
                </c:pt>
                <c:pt idx="559">
                  <c:v>3.670149287</c:v>
                </c:pt>
                <c:pt idx="560">
                  <c:v>3.674912146</c:v>
                </c:pt>
                <c:pt idx="561">
                  <c:v>3.679413921</c:v>
                </c:pt>
                <c:pt idx="562">
                  <c:v>3.683687118</c:v>
                </c:pt>
                <c:pt idx="563">
                  <c:v>3.687759649</c:v>
                </c:pt>
                <c:pt idx="564">
                  <c:v>3.691659005</c:v>
                </c:pt>
                <c:pt idx="565">
                  <c:v>3.695442581</c:v>
                </c:pt>
                <c:pt idx="566">
                  <c:v>3.699179391</c:v>
                </c:pt>
                <c:pt idx="567">
                  <c:v>3.702920717</c:v>
                </c:pt>
                <c:pt idx="568">
                  <c:v>3.706703429</c:v>
                </c:pt>
                <c:pt idx="569">
                  <c:v>3.710554202</c:v>
                </c:pt>
                <c:pt idx="570">
                  <c:v>3.714492177</c:v>
                </c:pt>
                <c:pt idx="571">
                  <c:v>3.718530776</c:v>
                </c:pt>
                <c:pt idx="572">
                  <c:v>3.689018702</c:v>
                </c:pt>
                <c:pt idx="573">
                  <c:v>3.643507618</c:v>
                </c:pt>
                <c:pt idx="574">
                  <c:v>3.605057399</c:v>
                </c:pt>
                <c:pt idx="575">
                  <c:v>3.573437886</c:v>
                </c:pt>
                <c:pt idx="576">
                  <c:v>3.546841935</c:v>
                </c:pt>
                <c:pt idx="577">
                  <c:v>3.523793704</c:v>
                </c:pt>
                <c:pt idx="578">
                  <c:v>3.503242799</c:v>
                </c:pt>
                <c:pt idx="579">
                  <c:v>3.484455155</c:v>
                </c:pt>
                <c:pt idx="580">
                  <c:v>3.466911552</c:v>
                </c:pt>
                <c:pt idx="581">
                  <c:v>3.450244947</c:v>
                </c:pt>
                <c:pt idx="582">
                  <c:v>3.434196033</c:v>
                </c:pt>
                <c:pt idx="583">
                  <c:v>3.418581525</c:v>
                </c:pt>
                <c:pt idx="584">
                  <c:v>3.403271747</c:v>
                </c:pt>
                <c:pt idx="585">
                  <c:v>3.388174825</c:v>
                </c:pt>
                <c:pt idx="586">
                  <c:v>3.373225571</c:v>
                </c:pt>
                <c:pt idx="587">
                  <c:v>3.392451405</c:v>
                </c:pt>
                <c:pt idx="588">
                  <c:v>3.430832105</c:v>
                </c:pt>
                <c:pt idx="589">
                  <c:v>3.46463761</c:v>
                </c:pt>
                <c:pt idx="590">
                  <c:v>3.493588723</c:v>
                </c:pt>
                <c:pt idx="591">
                  <c:v>3.519056618</c:v>
                </c:pt>
                <c:pt idx="592">
                  <c:v>3.540896521</c:v>
                </c:pt>
                <c:pt idx="593">
                  <c:v>3.558892651</c:v>
                </c:pt>
                <c:pt idx="594">
                  <c:v>3.573839918</c:v>
                </c:pt>
                <c:pt idx="595">
                  <c:v>3.58650048</c:v>
                </c:pt>
                <c:pt idx="596">
                  <c:v>3.597426379</c:v>
                </c:pt>
                <c:pt idx="597">
                  <c:v>3.607010303</c:v>
                </c:pt>
                <c:pt idx="598">
                  <c:v>3.615536461</c:v>
                </c:pt>
                <c:pt idx="599">
                  <c:v>3.623214162</c:v>
                </c:pt>
                <c:pt idx="600">
                  <c:v>3.630199951</c:v>
                </c:pt>
                <c:pt idx="601">
                  <c:v>3.636612717</c:v>
                </c:pt>
                <c:pt idx="602">
                  <c:v>3.642544256</c:v>
                </c:pt>
                <c:pt idx="603">
                  <c:v>3.648066707</c:v>
                </c:pt>
                <c:pt idx="604">
                  <c:v>3.653237811</c:v>
                </c:pt>
                <c:pt idx="605">
                  <c:v>3.658104656</c:v>
                </c:pt>
                <c:pt idx="606">
                  <c:v>3.66270634</c:v>
                </c:pt>
                <c:pt idx="607">
                  <c:v>3.667075893</c:v>
                </c:pt>
                <c:pt idx="608">
                  <c:v>3.671241646</c:v>
                </c:pt>
                <c:pt idx="609">
                  <c:v>3.675232898</c:v>
                </c:pt>
                <c:pt idx="610">
                  <c:v>3.679111235</c:v>
                </c:pt>
                <c:pt idx="611">
                  <c:v>3.682945192</c:v>
                </c:pt>
                <c:pt idx="612">
                  <c:v>3.68678512</c:v>
                </c:pt>
                <c:pt idx="613">
                  <c:v>3.690667284</c:v>
                </c:pt>
                <c:pt idx="614">
                  <c:v>3.694617942</c:v>
                </c:pt>
                <c:pt idx="615">
                  <c:v>3.698655933</c:v>
                </c:pt>
                <c:pt idx="616">
                  <c:v>3.702794454</c:v>
                </c:pt>
                <c:pt idx="617">
                  <c:v>3.677585423</c:v>
                </c:pt>
                <c:pt idx="618">
                  <c:v>3.631880622</c:v>
                </c:pt>
                <c:pt idx="619">
                  <c:v>3.59289997</c:v>
                </c:pt>
                <c:pt idx="620">
                  <c:v>3.560891788</c:v>
                </c:pt>
                <c:pt idx="621">
                  <c:v>3.534049319</c:v>
                </c:pt>
                <c:pt idx="622">
                  <c:v>3.510859006</c:v>
                </c:pt>
                <c:pt idx="623">
                  <c:v>3.490235171</c:v>
                </c:pt>
                <c:pt idx="624">
                  <c:v>3.471422301</c:v>
                </c:pt>
                <c:pt idx="625">
                  <c:v>3.453886676</c:v>
                </c:pt>
                <c:pt idx="626">
                  <c:v>3.43725095</c:v>
                </c:pt>
                <c:pt idx="627">
                  <c:v>3.421248548</c:v>
                </c:pt>
                <c:pt idx="628">
                  <c:v>3.40569109</c:v>
                </c:pt>
                <c:pt idx="629">
                  <c:v>3.390445336</c:v>
                </c:pt>
                <c:pt idx="630">
                  <c:v>3.37541693</c:v>
                </c:pt>
                <c:pt idx="631">
                  <c:v>3.360538959</c:v>
                </c:pt>
                <c:pt idx="632">
                  <c:v>3.375465946</c:v>
                </c:pt>
                <c:pt idx="633">
                  <c:v>3.413992702</c:v>
                </c:pt>
                <c:pt idx="634">
                  <c:v>3.448328292</c:v>
                </c:pt>
                <c:pt idx="635">
                  <c:v>3.47770065</c:v>
                </c:pt>
                <c:pt idx="636">
                  <c:v>3.503503903</c:v>
                </c:pt>
                <c:pt idx="637">
                  <c:v>3.525760256</c:v>
                </c:pt>
                <c:pt idx="638">
                  <c:v>3.544132549</c:v>
                </c:pt>
                <c:pt idx="639">
                  <c:v>3.559380945</c:v>
                </c:pt>
                <c:pt idx="640">
                  <c:v>3.572284462</c:v>
                </c:pt>
                <c:pt idx="641">
                  <c:v>3.583411771</c:v>
                </c:pt>
                <c:pt idx="642">
                  <c:v>3.593166958</c:v>
                </c:pt>
                <c:pt idx="643">
                  <c:v>3.601842081</c:v>
                </c:pt>
                <c:pt idx="644">
                  <c:v>3.609651933</c:v>
                </c:pt>
                <c:pt idx="645">
                  <c:v>3.616756966</c:v>
                </c:pt>
                <c:pt idx="646">
                  <c:v>3.623278896</c:v>
                </c:pt>
                <c:pt idx="647">
                  <c:v>3.629311581</c:v>
                </c:pt>
                <c:pt idx="648">
                  <c:v>3.634928678</c:v>
                </c:pt>
                <c:pt idx="649">
                  <c:v>3.640189058</c:v>
                </c:pt>
                <c:pt idx="650">
                  <c:v>3.645140665</c:v>
                </c:pt>
                <c:pt idx="651">
                  <c:v>3.649823256</c:v>
                </c:pt>
                <c:pt idx="652">
                  <c:v>3.654270372</c:v>
                </c:pt>
                <c:pt idx="653">
                  <c:v>3.658510753</c:v>
                </c:pt>
                <c:pt idx="654">
                  <c:v>3.662575005</c:v>
                </c:pt>
                <c:pt idx="655">
                  <c:v>3.666527016</c:v>
                </c:pt>
                <c:pt idx="656">
                  <c:v>3.670435172</c:v>
                </c:pt>
                <c:pt idx="657">
                  <c:v>3.67434949</c:v>
                </c:pt>
                <c:pt idx="658">
                  <c:v>3.67830603</c:v>
                </c:pt>
                <c:pt idx="659">
                  <c:v>3.682330919</c:v>
                </c:pt>
                <c:pt idx="660">
                  <c:v>3.686442906</c:v>
                </c:pt>
                <c:pt idx="661">
                  <c:v>3.690655126</c:v>
                </c:pt>
                <c:pt idx="662">
                  <c:v>3.6696583</c:v>
                </c:pt>
                <c:pt idx="663">
                  <c:v>3.623853649</c:v>
                </c:pt>
                <c:pt idx="664">
                  <c:v>3.584310079</c:v>
                </c:pt>
                <c:pt idx="665">
                  <c:v>3.551873491</c:v>
                </c:pt>
                <c:pt idx="666">
                  <c:v>3.524747574</c:v>
                </c:pt>
                <c:pt idx="667">
                  <c:v>3.501382201</c:v>
                </c:pt>
                <c:pt idx="668">
                  <c:v>3.480656146</c:v>
                </c:pt>
                <c:pt idx="669">
                  <c:v>3.461791136</c:v>
                </c:pt>
                <c:pt idx="670">
                  <c:v>3.444238383</c:v>
                </c:pt>
                <c:pt idx="671">
                  <c:v>3.427609844</c:v>
                </c:pt>
                <c:pt idx="672">
                  <c:v>3.411631388</c:v>
                </c:pt>
                <c:pt idx="673">
                  <c:v>3.396109328</c:v>
                </c:pt>
                <c:pt idx="674">
                  <c:v>3.380906704</c:v>
                </c:pt>
                <c:pt idx="675">
                  <c:v>3.36592656</c:v>
                </c:pt>
                <c:pt idx="676">
                  <c:v>3.351100167</c:v>
                </c:pt>
                <c:pt idx="677">
                  <c:v>3.361796003</c:v>
                </c:pt>
                <c:pt idx="678">
                  <c:v>3.400326476</c:v>
                </c:pt>
                <c:pt idx="679">
                  <c:v>3.435176565</c:v>
                </c:pt>
                <c:pt idx="680">
                  <c:v>3.464963801</c:v>
                </c:pt>
                <c:pt idx="681">
                  <c:v>3.491083415</c:v>
                </c:pt>
                <c:pt idx="682">
                  <c:v>3.513732993</c:v>
                </c:pt>
                <c:pt idx="683">
                  <c:v>3.532468084</c:v>
                </c:pt>
                <c:pt idx="684">
                  <c:v>3.548004543</c:v>
                </c:pt>
                <c:pt idx="685">
                  <c:v>3.561137048</c:v>
                </c:pt>
                <c:pt idx="686">
                  <c:v>3.572451148</c:v>
                </c:pt>
                <c:pt idx="687">
                  <c:v>3.582362698</c:v>
                </c:pt>
                <c:pt idx="688">
                  <c:v>3.591171752</c:v>
                </c:pt>
                <c:pt idx="689">
                  <c:v>3.599098706</c:v>
                </c:pt>
                <c:pt idx="690">
                  <c:v>3.606307999</c:v>
                </c:pt>
                <c:pt idx="691">
                  <c:v>3.612924216</c:v>
                </c:pt>
                <c:pt idx="692">
                  <c:v>3.619043303</c:v>
                </c:pt>
                <c:pt idx="693">
                  <c:v>3.624740447</c:v>
                </c:pt>
                <c:pt idx="694">
                  <c:v>3.630075661</c:v>
                </c:pt>
                <c:pt idx="695">
                  <c:v>3.635097742</c:v>
                </c:pt>
                <c:pt idx="696">
                  <c:v>3.639847104</c:v>
                </c:pt>
                <c:pt idx="697">
                  <c:v>3.644357795</c:v>
                </c:pt>
                <c:pt idx="698">
                  <c:v>3.648658959</c:v>
                </c:pt>
                <c:pt idx="699">
                  <c:v>3.652781905</c:v>
                </c:pt>
                <c:pt idx="700">
                  <c:v>3.656791603</c:v>
                </c:pt>
                <c:pt idx="701">
                  <c:v>3.660756644</c:v>
                </c:pt>
                <c:pt idx="702">
                  <c:v>3.66472713</c:v>
                </c:pt>
                <c:pt idx="703">
                  <c:v>3.668739205</c:v>
                </c:pt>
                <c:pt idx="704">
                  <c:v>3.67281907</c:v>
                </c:pt>
                <c:pt idx="705">
                  <c:v>3.676985538</c:v>
                </c:pt>
                <c:pt idx="706">
                  <c:v>3.681251794</c:v>
                </c:pt>
                <c:pt idx="707">
                  <c:v>3.664348645</c:v>
                </c:pt>
                <c:pt idx="708">
                  <c:v>3.618576931</c:v>
                </c:pt>
                <c:pt idx="709">
                  <c:v>3.578447266</c:v>
                </c:pt>
                <c:pt idx="710">
                  <c:v>3.545549106</c:v>
                </c:pt>
                <c:pt idx="711">
                  <c:v>3.518109153</c:v>
                </c:pt>
                <c:pt idx="712">
                  <c:v>3.494541664</c:v>
                </c:pt>
                <c:pt idx="713">
                  <c:v>3.473689821</c:v>
                </c:pt>
                <c:pt idx="714">
                  <c:v>3.45475134</c:v>
                </c:pt>
                <c:pt idx="715">
                  <c:v>3.4371618</c:v>
                </c:pt>
                <c:pt idx="716">
                  <c:v>3.420522078</c:v>
                </c:pt>
                <c:pt idx="717">
                  <c:v>3.404550202</c:v>
                </c:pt>
                <c:pt idx="718">
                  <c:v>3.389046975</c:v>
                </c:pt>
                <c:pt idx="719">
                  <c:v>3.373871565</c:v>
                </c:pt>
                <c:pt idx="720">
                  <c:v>3.358924305</c:v>
                </c:pt>
                <c:pt idx="721">
                  <c:v>3.344134569</c:v>
                </c:pt>
                <c:pt idx="722">
                  <c:v>3.339230537</c:v>
                </c:pt>
              </c:numCache>
            </c:numRef>
          </c:yVal>
        </c:ser>
        <c:ser>
          <c:idx val="2"/>
          <c:order val="2"/>
          <c:tx>
            <c:v>Battery, bypass</c:v>
          </c:tx>
          <c:spPr>
            <a:ln xmlns:a="http://schemas.openxmlformats.org/drawingml/2006/main" w="23813">
              <a:solidFill>
                <a:srgbClr val="087F95"/>
              </a:solidFill>
            </a:ln>
          </c:spPr>
          <c:marker>
            <c:symbol val="none"/>
          </c:marker>
          <c:xVal>
            <c:numRef>
              <c:f>'Chart Data'!$E$2:$E$724</c:f>
              <c:numCache>
                <c:formatCode>General</c:formatCode>
                <c:ptCount val="723"/>
                <c:pt idx="0">
                  <c:v>0</c:v>
                </c:pt>
                <c:pt idx="1">
                  <c:v>0.0333333333333</c:v>
                </c:pt>
                <c:pt idx="2">
                  <c:v>0.0666666666667</c:v>
                </c:pt>
                <c:pt idx="3">
                  <c:v>0.1</c:v>
                </c:pt>
                <c:pt idx="4">
                  <c:v>0.133333333333</c:v>
                </c:pt>
                <c:pt idx="5">
                  <c:v>0.166666666667</c:v>
                </c:pt>
                <c:pt idx="6">
                  <c:v>0.2</c:v>
                </c:pt>
                <c:pt idx="7">
                  <c:v>0.233333333333</c:v>
                </c:pt>
                <c:pt idx="8">
                  <c:v>0.266666666667</c:v>
                </c:pt>
                <c:pt idx="9">
                  <c:v>0.3</c:v>
                </c:pt>
                <c:pt idx="10">
                  <c:v>0.333333333333</c:v>
                </c:pt>
                <c:pt idx="11">
                  <c:v>0.366666666667</c:v>
                </c:pt>
                <c:pt idx="12">
                  <c:v>0.4</c:v>
                </c:pt>
                <c:pt idx="13">
                  <c:v>0.433333333333</c:v>
                </c:pt>
                <c:pt idx="14">
                  <c:v>0.466666666667</c:v>
                </c:pt>
                <c:pt idx="15">
                  <c:v>0.5</c:v>
                </c:pt>
                <c:pt idx="16">
                  <c:v>0.533333333333</c:v>
                </c:pt>
                <c:pt idx="17">
                  <c:v>0.566666666667</c:v>
                </c:pt>
                <c:pt idx="18">
                  <c:v>0.6</c:v>
                </c:pt>
                <c:pt idx="19">
                  <c:v>0.633333333333</c:v>
                </c:pt>
                <c:pt idx="20">
                  <c:v>0.666666666667</c:v>
                </c:pt>
                <c:pt idx="21">
                  <c:v>0.7</c:v>
                </c:pt>
                <c:pt idx="22">
                  <c:v>0.733333333333</c:v>
                </c:pt>
                <c:pt idx="23">
                  <c:v>0.766666666667</c:v>
                </c:pt>
                <c:pt idx="24">
                  <c:v>0.8</c:v>
                </c:pt>
                <c:pt idx="25">
                  <c:v>0.833333333333</c:v>
                </c:pt>
                <c:pt idx="26">
                  <c:v>0.866666666667</c:v>
                </c:pt>
                <c:pt idx="27">
                  <c:v>0.9</c:v>
                </c:pt>
                <c:pt idx="28">
                  <c:v>0.933333333333</c:v>
                </c:pt>
                <c:pt idx="29">
                  <c:v>0.966666666667</c:v>
                </c:pt>
                <c:pt idx="30">
                  <c:v>1</c:v>
                </c:pt>
                <c:pt idx="31">
                  <c:v>1.03055555556</c:v>
                </c:pt>
                <c:pt idx="32">
                  <c:v>1.06388888889</c:v>
                </c:pt>
                <c:pt idx="33">
                  <c:v>1.09722222222</c:v>
                </c:pt>
                <c:pt idx="34">
                  <c:v>1.13055555556</c:v>
                </c:pt>
                <c:pt idx="35">
                  <c:v>1.16388888889</c:v>
                </c:pt>
                <c:pt idx="36">
                  <c:v>1.19722222222</c:v>
                </c:pt>
                <c:pt idx="37">
                  <c:v>1.23055555556</c:v>
                </c:pt>
                <c:pt idx="38">
                  <c:v>1.26388888889</c:v>
                </c:pt>
                <c:pt idx="39">
                  <c:v>1.29722222222</c:v>
                </c:pt>
                <c:pt idx="40">
                  <c:v>1.33055555556</c:v>
                </c:pt>
                <c:pt idx="41">
                  <c:v>1.36388888889</c:v>
                </c:pt>
                <c:pt idx="42">
                  <c:v>1.39722222222</c:v>
                </c:pt>
                <c:pt idx="43">
                  <c:v>1.43055555556</c:v>
                </c:pt>
                <c:pt idx="44">
                  <c:v>1.46388888889</c:v>
                </c:pt>
                <c:pt idx="45">
                  <c:v>1.49722222222</c:v>
                </c:pt>
                <c:pt idx="46">
                  <c:v>1.53055555556</c:v>
                </c:pt>
                <c:pt idx="47">
                  <c:v>1.56388888889</c:v>
                </c:pt>
                <c:pt idx="48">
                  <c:v>1.59722222222</c:v>
                </c:pt>
                <c:pt idx="49">
                  <c:v>1.63055555556</c:v>
                </c:pt>
                <c:pt idx="50">
                  <c:v>1.66388888889</c:v>
                </c:pt>
                <c:pt idx="51">
                  <c:v>1.69722222222</c:v>
                </c:pt>
                <c:pt idx="52">
                  <c:v>1.73055555556</c:v>
                </c:pt>
                <c:pt idx="53">
                  <c:v>1.76388888889</c:v>
                </c:pt>
                <c:pt idx="54">
                  <c:v>1.79722222222</c:v>
                </c:pt>
                <c:pt idx="55">
                  <c:v>1.83055555556</c:v>
                </c:pt>
                <c:pt idx="56">
                  <c:v>1.86388888889</c:v>
                </c:pt>
                <c:pt idx="57">
                  <c:v>1.89722222222</c:v>
                </c:pt>
                <c:pt idx="58">
                  <c:v>1.93055555556</c:v>
                </c:pt>
                <c:pt idx="59">
                  <c:v>1.96388888889</c:v>
                </c:pt>
                <c:pt idx="60">
                  <c:v>1.99722222222</c:v>
                </c:pt>
                <c:pt idx="61">
                  <c:v>2.03055555556</c:v>
                </c:pt>
                <c:pt idx="62">
                  <c:v>2.06388888889</c:v>
                </c:pt>
                <c:pt idx="63">
                  <c:v>2.09722222222</c:v>
                </c:pt>
                <c:pt idx="64">
                  <c:v>2.13055555556</c:v>
                </c:pt>
                <c:pt idx="65">
                  <c:v>2.16388888889</c:v>
                </c:pt>
                <c:pt idx="66">
                  <c:v>2.19722222222</c:v>
                </c:pt>
                <c:pt idx="67">
                  <c:v>2.23055555556</c:v>
                </c:pt>
                <c:pt idx="68">
                  <c:v>2.26388888889</c:v>
                </c:pt>
                <c:pt idx="69">
                  <c:v>2.29722222222</c:v>
                </c:pt>
                <c:pt idx="70">
                  <c:v>2.33055555556</c:v>
                </c:pt>
                <c:pt idx="71">
                  <c:v>2.36388888889</c:v>
                </c:pt>
                <c:pt idx="72">
                  <c:v>2.39722222222</c:v>
                </c:pt>
                <c:pt idx="73">
                  <c:v>2.43055555556</c:v>
                </c:pt>
                <c:pt idx="74">
                  <c:v>2.46388888889</c:v>
                </c:pt>
                <c:pt idx="75">
                  <c:v>2.49722222222</c:v>
                </c:pt>
                <c:pt idx="76">
                  <c:v>2.52777777778</c:v>
                </c:pt>
                <c:pt idx="77">
                  <c:v>2.56111111111</c:v>
                </c:pt>
                <c:pt idx="78">
                  <c:v>2.59444444444</c:v>
                </c:pt>
                <c:pt idx="79">
                  <c:v>2.62777777778</c:v>
                </c:pt>
                <c:pt idx="80">
                  <c:v>2.66111111111</c:v>
                </c:pt>
                <c:pt idx="81">
                  <c:v>2.69444444444</c:v>
                </c:pt>
                <c:pt idx="82">
                  <c:v>2.72777777778</c:v>
                </c:pt>
                <c:pt idx="83">
                  <c:v>2.76111111111</c:v>
                </c:pt>
                <c:pt idx="84">
                  <c:v>2.79444444444</c:v>
                </c:pt>
                <c:pt idx="85">
                  <c:v>2.82777777778</c:v>
                </c:pt>
                <c:pt idx="86">
                  <c:v>2.86111111111</c:v>
                </c:pt>
                <c:pt idx="87">
                  <c:v>2.89444444444</c:v>
                </c:pt>
                <c:pt idx="88">
                  <c:v>2.92777777778</c:v>
                </c:pt>
                <c:pt idx="89">
                  <c:v>2.96111111111</c:v>
                </c:pt>
                <c:pt idx="90">
                  <c:v>2.99444444444</c:v>
                </c:pt>
                <c:pt idx="91">
                  <c:v>3.02777777778</c:v>
                </c:pt>
                <c:pt idx="92">
                  <c:v>3.06111111111</c:v>
                </c:pt>
                <c:pt idx="93">
                  <c:v>3.09444444444</c:v>
                </c:pt>
                <c:pt idx="94">
                  <c:v>3.12777777778</c:v>
                </c:pt>
                <c:pt idx="95">
                  <c:v>3.16111111111</c:v>
                </c:pt>
                <c:pt idx="96">
                  <c:v>3.19444444444</c:v>
                </c:pt>
                <c:pt idx="97">
                  <c:v>3.22777777778</c:v>
                </c:pt>
                <c:pt idx="98">
                  <c:v>3.26111111111</c:v>
                </c:pt>
                <c:pt idx="99">
                  <c:v>3.29444444444</c:v>
                </c:pt>
                <c:pt idx="100">
                  <c:v>3.32777777778</c:v>
                </c:pt>
                <c:pt idx="101">
                  <c:v>3.36111111111</c:v>
                </c:pt>
                <c:pt idx="102">
                  <c:v>3.39444444444</c:v>
                </c:pt>
                <c:pt idx="103">
                  <c:v>3.42777777778</c:v>
                </c:pt>
                <c:pt idx="104">
                  <c:v>3.46111111111</c:v>
                </c:pt>
                <c:pt idx="105">
                  <c:v>3.49444444444</c:v>
                </c:pt>
                <c:pt idx="106">
                  <c:v>3.52777777778</c:v>
                </c:pt>
                <c:pt idx="107">
                  <c:v>3.56111111111</c:v>
                </c:pt>
                <c:pt idx="108">
                  <c:v>3.59444444444</c:v>
                </c:pt>
                <c:pt idx="109">
                  <c:v>3.62777777778</c:v>
                </c:pt>
                <c:pt idx="110">
                  <c:v>3.66111111111</c:v>
                </c:pt>
                <c:pt idx="111">
                  <c:v>3.69444444444</c:v>
                </c:pt>
                <c:pt idx="112">
                  <c:v>3.72777777778</c:v>
                </c:pt>
                <c:pt idx="113">
                  <c:v>3.76111111111</c:v>
                </c:pt>
                <c:pt idx="114">
                  <c:v>3.79444444444</c:v>
                </c:pt>
                <c:pt idx="115">
                  <c:v>3.82777777778</c:v>
                </c:pt>
                <c:pt idx="116">
                  <c:v>3.86111111111</c:v>
                </c:pt>
                <c:pt idx="117">
                  <c:v>3.89444444444</c:v>
                </c:pt>
                <c:pt idx="118">
                  <c:v>3.92777777778</c:v>
                </c:pt>
                <c:pt idx="119">
                  <c:v>3.96111111111</c:v>
                </c:pt>
                <c:pt idx="120">
                  <c:v>3.99444444444</c:v>
                </c:pt>
                <c:pt idx="121">
                  <c:v>4.025</c:v>
                </c:pt>
                <c:pt idx="122">
                  <c:v>4.05833333333</c:v>
                </c:pt>
                <c:pt idx="123">
                  <c:v>4.09166666667</c:v>
                </c:pt>
                <c:pt idx="124">
                  <c:v>4.125</c:v>
                </c:pt>
                <c:pt idx="125">
                  <c:v>4.15833333333</c:v>
                </c:pt>
                <c:pt idx="126">
                  <c:v>4.19166666667</c:v>
                </c:pt>
                <c:pt idx="127">
                  <c:v>4.225</c:v>
                </c:pt>
                <c:pt idx="128">
                  <c:v>4.25833333333</c:v>
                </c:pt>
                <c:pt idx="129">
                  <c:v>4.29166666667</c:v>
                </c:pt>
                <c:pt idx="130">
                  <c:v>4.325</c:v>
                </c:pt>
                <c:pt idx="131">
                  <c:v>4.35833333333</c:v>
                </c:pt>
                <c:pt idx="132">
                  <c:v>4.39166666667</c:v>
                </c:pt>
                <c:pt idx="133">
                  <c:v>4.425</c:v>
                </c:pt>
                <c:pt idx="134">
                  <c:v>4.45833333333</c:v>
                </c:pt>
                <c:pt idx="135">
                  <c:v>4.49166666667</c:v>
                </c:pt>
                <c:pt idx="136">
                  <c:v>4.525</c:v>
                </c:pt>
                <c:pt idx="137">
                  <c:v>4.55833333333</c:v>
                </c:pt>
                <c:pt idx="138">
                  <c:v>4.59166666667</c:v>
                </c:pt>
                <c:pt idx="139">
                  <c:v>4.625</c:v>
                </c:pt>
                <c:pt idx="140">
                  <c:v>4.65833333333</c:v>
                </c:pt>
                <c:pt idx="141">
                  <c:v>4.69166666667</c:v>
                </c:pt>
                <c:pt idx="142">
                  <c:v>4.725</c:v>
                </c:pt>
                <c:pt idx="143">
                  <c:v>4.75833333333</c:v>
                </c:pt>
                <c:pt idx="144">
                  <c:v>4.79166666667</c:v>
                </c:pt>
                <c:pt idx="145">
                  <c:v>4.825</c:v>
                </c:pt>
                <c:pt idx="146">
                  <c:v>4.85833333333</c:v>
                </c:pt>
                <c:pt idx="147">
                  <c:v>4.89166666667</c:v>
                </c:pt>
                <c:pt idx="148">
                  <c:v>4.925</c:v>
                </c:pt>
                <c:pt idx="149">
                  <c:v>4.95833333333</c:v>
                </c:pt>
                <c:pt idx="150">
                  <c:v>4.99166666667</c:v>
                </c:pt>
                <c:pt idx="151">
                  <c:v>5.025</c:v>
                </c:pt>
                <c:pt idx="152">
                  <c:v>5.05833333333</c:v>
                </c:pt>
                <c:pt idx="153">
                  <c:v>5.09166666667</c:v>
                </c:pt>
                <c:pt idx="154">
                  <c:v>5.125</c:v>
                </c:pt>
                <c:pt idx="155">
                  <c:v>5.15833333333</c:v>
                </c:pt>
                <c:pt idx="156">
                  <c:v>5.19166666667</c:v>
                </c:pt>
                <c:pt idx="157">
                  <c:v>5.225</c:v>
                </c:pt>
                <c:pt idx="158">
                  <c:v>5.25833333333</c:v>
                </c:pt>
                <c:pt idx="159">
                  <c:v>5.29166666667</c:v>
                </c:pt>
                <c:pt idx="160">
                  <c:v>5.325</c:v>
                </c:pt>
                <c:pt idx="161">
                  <c:v>5.35833333333</c:v>
                </c:pt>
                <c:pt idx="162">
                  <c:v>5.39166666667</c:v>
                </c:pt>
                <c:pt idx="163">
                  <c:v>5.425</c:v>
                </c:pt>
                <c:pt idx="164">
                  <c:v>5.45833333333</c:v>
                </c:pt>
                <c:pt idx="165">
                  <c:v>5.49166666667</c:v>
                </c:pt>
                <c:pt idx="166">
                  <c:v>5.52222222222</c:v>
                </c:pt>
                <c:pt idx="167">
                  <c:v>5.55555555556</c:v>
                </c:pt>
                <c:pt idx="168">
                  <c:v>5.58888888889</c:v>
                </c:pt>
                <c:pt idx="169">
                  <c:v>5.62222222222</c:v>
                </c:pt>
                <c:pt idx="170">
                  <c:v>5.65555555556</c:v>
                </c:pt>
                <c:pt idx="171">
                  <c:v>5.68888888889</c:v>
                </c:pt>
                <c:pt idx="172">
                  <c:v>5.72222222222</c:v>
                </c:pt>
                <c:pt idx="173">
                  <c:v>5.75555555556</c:v>
                </c:pt>
                <c:pt idx="174">
                  <c:v>5.78888888889</c:v>
                </c:pt>
                <c:pt idx="175">
                  <c:v>5.82222222222</c:v>
                </c:pt>
                <c:pt idx="176">
                  <c:v>5.85555555556</c:v>
                </c:pt>
                <c:pt idx="177">
                  <c:v>5.88888888889</c:v>
                </c:pt>
                <c:pt idx="178">
                  <c:v>5.92222222222</c:v>
                </c:pt>
                <c:pt idx="179">
                  <c:v>5.95555555556</c:v>
                </c:pt>
                <c:pt idx="180">
                  <c:v>5.98888888889</c:v>
                </c:pt>
                <c:pt idx="181">
                  <c:v>6.02222222222</c:v>
                </c:pt>
                <c:pt idx="182">
                  <c:v>6.05555555556</c:v>
                </c:pt>
                <c:pt idx="183">
                  <c:v>6.08888888889</c:v>
                </c:pt>
                <c:pt idx="184">
                  <c:v>6.12222222222</c:v>
                </c:pt>
                <c:pt idx="185">
                  <c:v>6.15555555556</c:v>
                </c:pt>
                <c:pt idx="186">
                  <c:v>6.18888888889</c:v>
                </c:pt>
                <c:pt idx="187">
                  <c:v>6.22222222222</c:v>
                </c:pt>
                <c:pt idx="188">
                  <c:v>6.25555555556</c:v>
                </c:pt>
                <c:pt idx="189">
                  <c:v>6.28888888889</c:v>
                </c:pt>
                <c:pt idx="190">
                  <c:v>6.32222222222</c:v>
                </c:pt>
                <c:pt idx="191">
                  <c:v>6.35555555556</c:v>
                </c:pt>
                <c:pt idx="192">
                  <c:v>6.38888888889</c:v>
                </c:pt>
                <c:pt idx="193">
                  <c:v>6.42222222222</c:v>
                </c:pt>
                <c:pt idx="194">
                  <c:v>6.45555555556</c:v>
                </c:pt>
                <c:pt idx="195">
                  <c:v>6.48888888889</c:v>
                </c:pt>
                <c:pt idx="196">
                  <c:v>6.52222222222</c:v>
                </c:pt>
                <c:pt idx="197">
                  <c:v>6.55555555556</c:v>
                </c:pt>
                <c:pt idx="198">
                  <c:v>6.58888888889</c:v>
                </c:pt>
                <c:pt idx="199">
                  <c:v>6.62222222222</c:v>
                </c:pt>
                <c:pt idx="200">
                  <c:v>6.65555555556</c:v>
                </c:pt>
                <c:pt idx="201">
                  <c:v>6.68888888889</c:v>
                </c:pt>
                <c:pt idx="202">
                  <c:v>6.72222222222</c:v>
                </c:pt>
                <c:pt idx="203">
                  <c:v>6.75555555556</c:v>
                </c:pt>
                <c:pt idx="204">
                  <c:v>6.78888888889</c:v>
                </c:pt>
                <c:pt idx="205">
                  <c:v>6.82222222222</c:v>
                </c:pt>
                <c:pt idx="206">
                  <c:v>6.85555555556</c:v>
                </c:pt>
                <c:pt idx="207">
                  <c:v>6.88888888889</c:v>
                </c:pt>
                <c:pt idx="208">
                  <c:v>6.92222222222</c:v>
                </c:pt>
                <c:pt idx="209">
                  <c:v>6.95555555556</c:v>
                </c:pt>
                <c:pt idx="210">
                  <c:v>6.98888888889</c:v>
                </c:pt>
                <c:pt idx="211">
                  <c:v>7.01944444444</c:v>
                </c:pt>
                <c:pt idx="212">
                  <c:v>7.05277777778</c:v>
                </c:pt>
                <c:pt idx="213">
                  <c:v>7.08611111111</c:v>
                </c:pt>
                <c:pt idx="214">
                  <c:v>7.11944444444</c:v>
                </c:pt>
                <c:pt idx="215">
                  <c:v>7.15277777778</c:v>
                </c:pt>
                <c:pt idx="216">
                  <c:v>7.18611111111</c:v>
                </c:pt>
                <c:pt idx="217">
                  <c:v>7.21944444444</c:v>
                </c:pt>
                <c:pt idx="218">
                  <c:v>7.25277777778</c:v>
                </c:pt>
                <c:pt idx="219">
                  <c:v>7.28611111111</c:v>
                </c:pt>
                <c:pt idx="220">
                  <c:v>7.31944444444</c:v>
                </c:pt>
                <c:pt idx="221">
                  <c:v>7.35277777778</c:v>
                </c:pt>
                <c:pt idx="222">
                  <c:v>7.38611111111</c:v>
                </c:pt>
                <c:pt idx="223">
                  <c:v>7.41944444444</c:v>
                </c:pt>
                <c:pt idx="224">
                  <c:v>7.45277777778</c:v>
                </c:pt>
                <c:pt idx="225">
                  <c:v>7.48611111111</c:v>
                </c:pt>
                <c:pt idx="226">
                  <c:v>7.51944444444</c:v>
                </c:pt>
                <c:pt idx="227">
                  <c:v>7.55277777778</c:v>
                </c:pt>
                <c:pt idx="228">
                  <c:v>7.58611111111</c:v>
                </c:pt>
                <c:pt idx="229">
                  <c:v>7.61944444444</c:v>
                </c:pt>
                <c:pt idx="230">
                  <c:v>7.65277777778</c:v>
                </c:pt>
                <c:pt idx="231">
                  <c:v>7.68611111111</c:v>
                </c:pt>
                <c:pt idx="232">
                  <c:v>7.71944444444</c:v>
                </c:pt>
                <c:pt idx="233">
                  <c:v>7.75277777778</c:v>
                </c:pt>
                <c:pt idx="234">
                  <c:v>7.78611111111</c:v>
                </c:pt>
                <c:pt idx="235">
                  <c:v>7.81944444444</c:v>
                </c:pt>
                <c:pt idx="236">
                  <c:v>7.85277777778</c:v>
                </c:pt>
                <c:pt idx="237">
                  <c:v>7.88611111111</c:v>
                </c:pt>
                <c:pt idx="238">
                  <c:v>7.91944444444</c:v>
                </c:pt>
                <c:pt idx="239">
                  <c:v>7.95277777778</c:v>
                </c:pt>
                <c:pt idx="240">
                  <c:v>7.98611111111</c:v>
                </c:pt>
                <c:pt idx="241">
                  <c:v>8.01944444444</c:v>
                </c:pt>
                <c:pt idx="242">
                  <c:v>8.05277777778</c:v>
                </c:pt>
                <c:pt idx="243">
                  <c:v>8.08611111111</c:v>
                </c:pt>
                <c:pt idx="244">
                  <c:v>8.11944444444</c:v>
                </c:pt>
                <c:pt idx="245">
                  <c:v>8.15277777778</c:v>
                </c:pt>
                <c:pt idx="246">
                  <c:v>8.18611111111</c:v>
                </c:pt>
                <c:pt idx="247">
                  <c:v>8.21944444444</c:v>
                </c:pt>
                <c:pt idx="248">
                  <c:v>8.25277777778</c:v>
                </c:pt>
                <c:pt idx="249">
                  <c:v>8.28611111111</c:v>
                </c:pt>
                <c:pt idx="250">
                  <c:v>8.31944444444</c:v>
                </c:pt>
                <c:pt idx="251">
                  <c:v>8.35277777778</c:v>
                </c:pt>
                <c:pt idx="252">
                  <c:v>8.38611111111</c:v>
                </c:pt>
                <c:pt idx="253">
                  <c:v>8.41944444444</c:v>
                </c:pt>
                <c:pt idx="254">
                  <c:v>8.45277777778</c:v>
                </c:pt>
                <c:pt idx="255">
                  <c:v>8.48611111111</c:v>
                </c:pt>
                <c:pt idx="256">
                  <c:v>8.51666666667</c:v>
                </c:pt>
                <c:pt idx="257">
                  <c:v>8.55</c:v>
                </c:pt>
                <c:pt idx="258">
                  <c:v>8.58333333333</c:v>
                </c:pt>
                <c:pt idx="259">
                  <c:v>8.61666666667</c:v>
                </c:pt>
                <c:pt idx="260">
                  <c:v>8.65</c:v>
                </c:pt>
                <c:pt idx="261">
                  <c:v>8.68333333333</c:v>
                </c:pt>
                <c:pt idx="262">
                  <c:v>8.71666666667</c:v>
                </c:pt>
                <c:pt idx="263">
                  <c:v>8.75</c:v>
                </c:pt>
                <c:pt idx="264">
                  <c:v>8.78333333333</c:v>
                </c:pt>
                <c:pt idx="265">
                  <c:v>8.81666666667</c:v>
                </c:pt>
                <c:pt idx="266">
                  <c:v>8.85</c:v>
                </c:pt>
                <c:pt idx="267">
                  <c:v>8.88333333333</c:v>
                </c:pt>
                <c:pt idx="268">
                  <c:v>8.91666666667</c:v>
                </c:pt>
                <c:pt idx="269">
                  <c:v>8.95</c:v>
                </c:pt>
                <c:pt idx="270">
                  <c:v>8.98333333333</c:v>
                </c:pt>
                <c:pt idx="271">
                  <c:v>9.01666666667</c:v>
                </c:pt>
                <c:pt idx="272">
                  <c:v>9.05</c:v>
                </c:pt>
                <c:pt idx="273">
                  <c:v>9.08333333333</c:v>
                </c:pt>
                <c:pt idx="274">
                  <c:v>9.11666666667</c:v>
                </c:pt>
                <c:pt idx="275">
                  <c:v>9.15</c:v>
                </c:pt>
                <c:pt idx="276">
                  <c:v>9.18333333333</c:v>
                </c:pt>
                <c:pt idx="277">
                  <c:v>9.21666666667</c:v>
                </c:pt>
                <c:pt idx="278">
                  <c:v>9.25</c:v>
                </c:pt>
                <c:pt idx="279">
                  <c:v>9.28333333333</c:v>
                </c:pt>
                <c:pt idx="280">
                  <c:v>9.31666666667</c:v>
                </c:pt>
                <c:pt idx="281">
                  <c:v>9.35</c:v>
                </c:pt>
                <c:pt idx="282">
                  <c:v>9.38333333333</c:v>
                </c:pt>
                <c:pt idx="283">
                  <c:v>9.41666666667</c:v>
                </c:pt>
                <c:pt idx="284">
                  <c:v>9.45</c:v>
                </c:pt>
                <c:pt idx="285">
                  <c:v>9.48333333333</c:v>
                </c:pt>
                <c:pt idx="286">
                  <c:v>9.51666666667</c:v>
                </c:pt>
                <c:pt idx="287">
                  <c:v>9.55</c:v>
                </c:pt>
                <c:pt idx="288">
                  <c:v>9.58333333333</c:v>
                </c:pt>
                <c:pt idx="289">
                  <c:v>9.61666666667</c:v>
                </c:pt>
                <c:pt idx="290">
                  <c:v>9.65</c:v>
                </c:pt>
                <c:pt idx="291">
                  <c:v>9.68333333333</c:v>
                </c:pt>
                <c:pt idx="292">
                  <c:v>9.71666666667</c:v>
                </c:pt>
                <c:pt idx="293">
                  <c:v>9.75</c:v>
                </c:pt>
                <c:pt idx="294">
                  <c:v>9.78333333333</c:v>
                </c:pt>
                <c:pt idx="295">
                  <c:v>9.81666666667</c:v>
                </c:pt>
                <c:pt idx="296">
                  <c:v>9.85</c:v>
                </c:pt>
                <c:pt idx="297">
                  <c:v>9.88333333333</c:v>
                </c:pt>
                <c:pt idx="298">
                  <c:v>9.91666666667</c:v>
                </c:pt>
                <c:pt idx="299">
                  <c:v>9.95</c:v>
                </c:pt>
                <c:pt idx="300">
                  <c:v>9.98333333333</c:v>
                </c:pt>
                <c:pt idx="301">
                  <c:v>10.0138888889</c:v>
                </c:pt>
                <c:pt idx="302">
                  <c:v>10.0472222222</c:v>
                </c:pt>
                <c:pt idx="303">
                  <c:v>10.0805555556</c:v>
                </c:pt>
                <c:pt idx="304">
                  <c:v>10.1138888889</c:v>
                </c:pt>
                <c:pt idx="305">
                  <c:v>10.1472222222</c:v>
                </c:pt>
                <c:pt idx="306">
                  <c:v>10.1805555556</c:v>
                </c:pt>
                <c:pt idx="307">
                  <c:v>10.2138888889</c:v>
                </c:pt>
                <c:pt idx="308">
                  <c:v>10.2472222222</c:v>
                </c:pt>
                <c:pt idx="309">
                  <c:v>10.2805555556</c:v>
                </c:pt>
                <c:pt idx="310">
                  <c:v>10.3138888889</c:v>
                </c:pt>
                <c:pt idx="311">
                  <c:v>10.3472222222</c:v>
                </c:pt>
                <c:pt idx="312">
                  <c:v>10.3805555556</c:v>
                </c:pt>
                <c:pt idx="313">
                  <c:v>10.4138888889</c:v>
                </c:pt>
                <c:pt idx="314">
                  <c:v>10.4472222222</c:v>
                </c:pt>
                <c:pt idx="315">
                  <c:v>10.4805555556</c:v>
                </c:pt>
                <c:pt idx="316">
                  <c:v>10.5138888889</c:v>
                </c:pt>
                <c:pt idx="317">
                  <c:v>10.5472222222</c:v>
                </c:pt>
                <c:pt idx="318">
                  <c:v>10.5805555556</c:v>
                </c:pt>
                <c:pt idx="319">
                  <c:v>10.6138888889</c:v>
                </c:pt>
                <c:pt idx="320">
                  <c:v>10.6472222222</c:v>
                </c:pt>
                <c:pt idx="321">
                  <c:v>10.6805555556</c:v>
                </c:pt>
                <c:pt idx="322">
                  <c:v>10.7138888889</c:v>
                </c:pt>
                <c:pt idx="323">
                  <c:v>10.7472222222</c:v>
                </c:pt>
                <c:pt idx="324">
                  <c:v>10.7805555556</c:v>
                </c:pt>
                <c:pt idx="325">
                  <c:v>10.8138888889</c:v>
                </c:pt>
                <c:pt idx="326">
                  <c:v>10.8472222222</c:v>
                </c:pt>
                <c:pt idx="327">
                  <c:v>10.8805555556</c:v>
                </c:pt>
                <c:pt idx="328">
                  <c:v>10.9138888889</c:v>
                </c:pt>
                <c:pt idx="329">
                  <c:v>10.9472222222</c:v>
                </c:pt>
                <c:pt idx="330">
                  <c:v>10.9805555556</c:v>
                </c:pt>
                <c:pt idx="331">
                  <c:v>11.0138888889</c:v>
                </c:pt>
                <c:pt idx="332">
                  <c:v>11.0472222222</c:v>
                </c:pt>
                <c:pt idx="333">
                  <c:v>11.0805555556</c:v>
                </c:pt>
                <c:pt idx="334">
                  <c:v>11.1138888889</c:v>
                </c:pt>
                <c:pt idx="335">
                  <c:v>11.1472222222</c:v>
                </c:pt>
                <c:pt idx="336">
                  <c:v>11.1805555556</c:v>
                </c:pt>
                <c:pt idx="337">
                  <c:v>11.2138888889</c:v>
                </c:pt>
                <c:pt idx="338">
                  <c:v>11.2472222222</c:v>
                </c:pt>
                <c:pt idx="339">
                  <c:v>11.2805555556</c:v>
                </c:pt>
                <c:pt idx="340">
                  <c:v>11.3138888889</c:v>
                </c:pt>
                <c:pt idx="341">
                  <c:v>11.3472222222</c:v>
                </c:pt>
                <c:pt idx="342">
                  <c:v>11.3805555556</c:v>
                </c:pt>
                <c:pt idx="343">
                  <c:v>11.4138888889</c:v>
                </c:pt>
                <c:pt idx="344">
                  <c:v>11.4472222222</c:v>
                </c:pt>
                <c:pt idx="345">
                  <c:v>11.4805555556</c:v>
                </c:pt>
                <c:pt idx="346">
                  <c:v>11.5111111111</c:v>
                </c:pt>
                <c:pt idx="347">
                  <c:v>11.5444444444</c:v>
                </c:pt>
                <c:pt idx="348">
                  <c:v>11.5777777778</c:v>
                </c:pt>
                <c:pt idx="349">
                  <c:v>11.6111111111</c:v>
                </c:pt>
                <c:pt idx="350">
                  <c:v>11.6444444444</c:v>
                </c:pt>
                <c:pt idx="351">
                  <c:v>11.6777777778</c:v>
                </c:pt>
                <c:pt idx="352">
                  <c:v>11.7111111111</c:v>
                </c:pt>
                <c:pt idx="353">
                  <c:v>11.7444444444</c:v>
                </c:pt>
                <c:pt idx="354">
                  <c:v>11.7777777778</c:v>
                </c:pt>
                <c:pt idx="355">
                  <c:v>11.8111111111</c:v>
                </c:pt>
                <c:pt idx="356">
                  <c:v>11.8444444444</c:v>
                </c:pt>
                <c:pt idx="357">
                  <c:v>11.8777777778</c:v>
                </c:pt>
                <c:pt idx="358">
                  <c:v>11.9111111111</c:v>
                </c:pt>
                <c:pt idx="359">
                  <c:v>11.9444444444</c:v>
                </c:pt>
                <c:pt idx="360">
                  <c:v>11.9777777778</c:v>
                </c:pt>
                <c:pt idx="361">
                  <c:v>12.0111111111</c:v>
                </c:pt>
                <c:pt idx="362">
                  <c:v>12.0444444444</c:v>
                </c:pt>
                <c:pt idx="363">
                  <c:v>12.0777777778</c:v>
                </c:pt>
                <c:pt idx="364">
                  <c:v>12.1111111111</c:v>
                </c:pt>
                <c:pt idx="365">
                  <c:v>12.1444444444</c:v>
                </c:pt>
                <c:pt idx="366">
                  <c:v>12.1777777778</c:v>
                </c:pt>
                <c:pt idx="367">
                  <c:v>12.2111111111</c:v>
                </c:pt>
                <c:pt idx="368">
                  <c:v>12.2444444444</c:v>
                </c:pt>
                <c:pt idx="369">
                  <c:v>12.2777777778</c:v>
                </c:pt>
                <c:pt idx="370">
                  <c:v>12.3111111111</c:v>
                </c:pt>
                <c:pt idx="371">
                  <c:v>12.3444444444</c:v>
                </c:pt>
                <c:pt idx="372">
                  <c:v>12.3777777778</c:v>
                </c:pt>
                <c:pt idx="373">
                  <c:v>12.4111111111</c:v>
                </c:pt>
                <c:pt idx="374">
                  <c:v>12.4444444444</c:v>
                </c:pt>
                <c:pt idx="375">
                  <c:v>12.4777777778</c:v>
                </c:pt>
                <c:pt idx="376">
                  <c:v>12.5111111111</c:v>
                </c:pt>
                <c:pt idx="377">
                  <c:v>12.5444444444</c:v>
                </c:pt>
                <c:pt idx="378">
                  <c:v>12.5777777778</c:v>
                </c:pt>
                <c:pt idx="379">
                  <c:v>12.6111111111</c:v>
                </c:pt>
                <c:pt idx="380">
                  <c:v>12.6444444444</c:v>
                </c:pt>
                <c:pt idx="381">
                  <c:v>12.6777777778</c:v>
                </c:pt>
                <c:pt idx="382">
                  <c:v>12.7111111111</c:v>
                </c:pt>
                <c:pt idx="383">
                  <c:v>12.7444444444</c:v>
                </c:pt>
                <c:pt idx="384">
                  <c:v>12.7777777778</c:v>
                </c:pt>
                <c:pt idx="385">
                  <c:v>12.8111111111</c:v>
                </c:pt>
                <c:pt idx="386">
                  <c:v>12.8444444444</c:v>
                </c:pt>
                <c:pt idx="387">
                  <c:v>12.8777777778</c:v>
                </c:pt>
                <c:pt idx="388">
                  <c:v>12.9111111111</c:v>
                </c:pt>
                <c:pt idx="389">
                  <c:v>12.9444444444</c:v>
                </c:pt>
                <c:pt idx="390">
                  <c:v>12.9777777778</c:v>
                </c:pt>
                <c:pt idx="391">
                  <c:v>13.0083333333</c:v>
                </c:pt>
                <c:pt idx="392">
                  <c:v>13.0416666667</c:v>
                </c:pt>
                <c:pt idx="393">
                  <c:v>13.075</c:v>
                </c:pt>
                <c:pt idx="394">
                  <c:v>13.1083333333</c:v>
                </c:pt>
                <c:pt idx="395">
                  <c:v>13.1416666667</c:v>
                </c:pt>
                <c:pt idx="396">
                  <c:v>13.175</c:v>
                </c:pt>
                <c:pt idx="397">
                  <c:v>13.2083333333</c:v>
                </c:pt>
                <c:pt idx="398">
                  <c:v>13.2416666667</c:v>
                </c:pt>
                <c:pt idx="399">
                  <c:v>13.275</c:v>
                </c:pt>
                <c:pt idx="400">
                  <c:v>13.3083333333</c:v>
                </c:pt>
                <c:pt idx="401">
                  <c:v>13.3416666667</c:v>
                </c:pt>
                <c:pt idx="402">
                  <c:v>13.375</c:v>
                </c:pt>
                <c:pt idx="403">
                  <c:v>13.4083333333</c:v>
                </c:pt>
                <c:pt idx="404">
                  <c:v>13.4416666667</c:v>
                </c:pt>
                <c:pt idx="405">
                  <c:v>13.475</c:v>
                </c:pt>
                <c:pt idx="406">
                  <c:v>13.5083333333</c:v>
                </c:pt>
                <c:pt idx="407">
                  <c:v>13.5416666667</c:v>
                </c:pt>
                <c:pt idx="408">
                  <c:v>13.575</c:v>
                </c:pt>
                <c:pt idx="409">
                  <c:v>13.6083333333</c:v>
                </c:pt>
                <c:pt idx="410">
                  <c:v>13.6416666667</c:v>
                </c:pt>
                <c:pt idx="411">
                  <c:v>13.675</c:v>
                </c:pt>
                <c:pt idx="412">
                  <c:v>13.7083333333</c:v>
                </c:pt>
                <c:pt idx="413">
                  <c:v>13.7416666667</c:v>
                </c:pt>
                <c:pt idx="414">
                  <c:v>13.775</c:v>
                </c:pt>
                <c:pt idx="415">
                  <c:v>13.8083333333</c:v>
                </c:pt>
                <c:pt idx="416">
                  <c:v>13.8416666667</c:v>
                </c:pt>
                <c:pt idx="417">
                  <c:v>13.875</c:v>
                </c:pt>
                <c:pt idx="418">
                  <c:v>13.9083333333</c:v>
                </c:pt>
                <c:pt idx="419">
                  <c:v>13.9416666667</c:v>
                </c:pt>
                <c:pt idx="420">
                  <c:v>13.975</c:v>
                </c:pt>
                <c:pt idx="421">
                  <c:v>14.0083333333</c:v>
                </c:pt>
                <c:pt idx="422">
                  <c:v>14.0416666667</c:v>
                </c:pt>
                <c:pt idx="423">
                  <c:v>14.075</c:v>
                </c:pt>
                <c:pt idx="424">
                  <c:v>14.1083333333</c:v>
                </c:pt>
                <c:pt idx="425">
                  <c:v>14.1416666667</c:v>
                </c:pt>
                <c:pt idx="426">
                  <c:v>14.175</c:v>
                </c:pt>
                <c:pt idx="427">
                  <c:v>14.2083333333</c:v>
                </c:pt>
                <c:pt idx="428">
                  <c:v>14.2416666667</c:v>
                </c:pt>
                <c:pt idx="429">
                  <c:v>14.275</c:v>
                </c:pt>
                <c:pt idx="430">
                  <c:v>14.3083333333</c:v>
                </c:pt>
                <c:pt idx="431">
                  <c:v>14.3416666667</c:v>
                </c:pt>
                <c:pt idx="432">
                  <c:v>14.375</c:v>
                </c:pt>
                <c:pt idx="433">
                  <c:v>14.4083333333</c:v>
                </c:pt>
                <c:pt idx="434">
                  <c:v>14.4416666667</c:v>
                </c:pt>
                <c:pt idx="435">
                  <c:v>14.475</c:v>
                </c:pt>
                <c:pt idx="436">
                  <c:v>14.5055555556</c:v>
                </c:pt>
                <c:pt idx="437">
                  <c:v>14.5388888889</c:v>
                </c:pt>
                <c:pt idx="438">
                  <c:v>14.5722222222</c:v>
                </c:pt>
                <c:pt idx="439">
                  <c:v>14.6055555556</c:v>
                </c:pt>
                <c:pt idx="440">
                  <c:v>14.6388888889</c:v>
                </c:pt>
                <c:pt idx="441">
                  <c:v>14.6722222222</c:v>
                </c:pt>
                <c:pt idx="442">
                  <c:v>14.7055555556</c:v>
                </c:pt>
                <c:pt idx="443">
                  <c:v>14.7388888889</c:v>
                </c:pt>
                <c:pt idx="444">
                  <c:v>14.7722222222</c:v>
                </c:pt>
                <c:pt idx="445">
                  <c:v>14.8055555556</c:v>
                </c:pt>
                <c:pt idx="446">
                  <c:v>14.8388888889</c:v>
                </c:pt>
                <c:pt idx="447">
                  <c:v>14.8722222222</c:v>
                </c:pt>
                <c:pt idx="448">
                  <c:v>14.9055555556</c:v>
                </c:pt>
                <c:pt idx="449">
                  <c:v>14.9388888889</c:v>
                </c:pt>
                <c:pt idx="450">
                  <c:v>14.9722222222</c:v>
                </c:pt>
                <c:pt idx="451">
                  <c:v>15.0055555556</c:v>
                </c:pt>
                <c:pt idx="452">
                  <c:v>15.0388888889</c:v>
                </c:pt>
                <c:pt idx="453">
                  <c:v>15.0722222222</c:v>
                </c:pt>
                <c:pt idx="454">
                  <c:v>15.1055555556</c:v>
                </c:pt>
                <c:pt idx="455">
                  <c:v>15.1388888889</c:v>
                </c:pt>
                <c:pt idx="456">
                  <c:v>15.1722222222</c:v>
                </c:pt>
                <c:pt idx="457">
                  <c:v>15.2055555556</c:v>
                </c:pt>
                <c:pt idx="458">
                  <c:v>15.2388888889</c:v>
                </c:pt>
                <c:pt idx="459">
                  <c:v>15.2722222222</c:v>
                </c:pt>
                <c:pt idx="460">
                  <c:v>15.3055555556</c:v>
                </c:pt>
                <c:pt idx="461">
                  <c:v>15.3388888889</c:v>
                </c:pt>
                <c:pt idx="462">
                  <c:v>15.3722222222</c:v>
                </c:pt>
                <c:pt idx="463">
                  <c:v>15.4055555556</c:v>
                </c:pt>
                <c:pt idx="464">
                  <c:v>15.4388888889</c:v>
                </c:pt>
                <c:pt idx="465">
                  <c:v>15.4722222222</c:v>
                </c:pt>
                <c:pt idx="466">
                  <c:v>15.5055555556</c:v>
                </c:pt>
                <c:pt idx="467">
                  <c:v>15.5388888889</c:v>
                </c:pt>
                <c:pt idx="468">
                  <c:v>15.5722222222</c:v>
                </c:pt>
                <c:pt idx="469">
                  <c:v>15.6055555556</c:v>
                </c:pt>
                <c:pt idx="470">
                  <c:v>15.6388888889</c:v>
                </c:pt>
                <c:pt idx="471">
                  <c:v>15.6722222222</c:v>
                </c:pt>
                <c:pt idx="472">
                  <c:v>15.7055555556</c:v>
                </c:pt>
                <c:pt idx="473">
                  <c:v>15.7388888889</c:v>
                </c:pt>
                <c:pt idx="474">
                  <c:v>15.7722222222</c:v>
                </c:pt>
                <c:pt idx="475">
                  <c:v>15.8055555556</c:v>
                </c:pt>
                <c:pt idx="476">
                  <c:v>15.8388888889</c:v>
                </c:pt>
                <c:pt idx="477">
                  <c:v>15.8722222222</c:v>
                </c:pt>
                <c:pt idx="478">
                  <c:v>15.9055555556</c:v>
                </c:pt>
                <c:pt idx="479">
                  <c:v>15.9388888889</c:v>
                </c:pt>
                <c:pt idx="480">
                  <c:v>15.9722222222</c:v>
                </c:pt>
                <c:pt idx="481">
                  <c:v>16.0027777778</c:v>
                </c:pt>
                <c:pt idx="482">
                  <c:v>16.0361111111</c:v>
                </c:pt>
                <c:pt idx="483">
                  <c:v>16.0694444444</c:v>
                </c:pt>
                <c:pt idx="484">
                  <c:v>16.1027777778</c:v>
                </c:pt>
                <c:pt idx="485">
                  <c:v>16.1361111111</c:v>
                </c:pt>
                <c:pt idx="486">
                  <c:v>16.1694444444</c:v>
                </c:pt>
                <c:pt idx="487">
                  <c:v>16.2027777778</c:v>
                </c:pt>
                <c:pt idx="488">
                  <c:v>16.2361111111</c:v>
                </c:pt>
                <c:pt idx="489">
                  <c:v>16.2694444444</c:v>
                </c:pt>
                <c:pt idx="490">
                  <c:v>16.3027777778</c:v>
                </c:pt>
                <c:pt idx="491">
                  <c:v>16.3361111111</c:v>
                </c:pt>
                <c:pt idx="492">
                  <c:v>16.3694444444</c:v>
                </c:pt>
                <c:pt idx="493">
                  <c:v>16.4027777778</c:v>
                </c:pt>
                <c:pt idx="494">
                  <c:v>16.4361111111</c:v>
                </c:pt>
                <c:pt idx="495">
                  <c:v>16.4694444444</c:v>
                </c:pt>
                <c:pt idx="496">
                  <c:v>16.5027777778</c:v>
                </c:pt>
                <c:pt idx="497">
                  <c:v>16.5361111111</c:v>
                </c:pt>
                <c:pt idx="498">
                  <c:v>16.5694444444</c:v>
                </c:pt>
                <c:pt idx="499">
                  <c:v>16.6027777778</c:v>
                </c:pt>
                <c:pt idx="500">
                  <c:v>16.6361111111</c:v>
                </c:pt>
                <c:pt idx="501">
                  <c:v>16.6694444444</c:v>
                </c:pt>
                <c:pt idx="502">
                  <c:v>16.7027777778</c:v>
                </c:pt>
                <c:pt idx="503">
                  <c:v>16.7361111111</c:v>
                </c:pt>
                <c:pt idx="504">
                  <c:v>16.7694444444</c:v>
                </c:pt>
                <c:pt idx="505">
                  <c:v>16.8027777778</c:v>
                </c:pt>
                <c:pt idx="506">
                  <c:v>16.8361111111</c:v>
                </c:pt>
                <c:pt idx="507">
                  <c:v>16.8694444444</c:v>
                </c:pt>
                <c:pt idx="508">
                  <c:v>16.9027777778</c:v>
                </c:pt>
                <c:pt idx="509">
                  <c:v>16.9361111111</c:v>
                </c:pt>
                <c:pt idx="510">
                  <c:v>16.9694444444</c:v>
                </c:pt>
                <c:pt idx="511">
                  <c:v>17.0027777778</c:v>
                </c:pt>
                <c:pt idx="512">
                  <c:v>17.0361111111</c:v>
                </c:pt>
                <c:pt idx="513">
                  <c:v>17.0694444444</c:v>
                </c:pt>
                <c:pt idx="514">
                  <c:v>17.1027777778</c:v>
                </c:pt>
                <c:pt idx="515">
                  <c:v>17.1361111111</c:v>
                </c:pt>
                <c:pt idx="516">
                  <c:v>17.1694444444</c:v>
                </c:pt>
                <c:pt idx="517">
                  <c:v>17.2027777778</c:v>
                </c:pt>
                <c:pt idx="518">
                  <c:v>17.2361111111</c:v>
                </c:pt>
                <c:pt idx="519">
                  <c:v>17.2694444444</c:v>
                </c:pt>
                <c:pt idx="520">
                  <c:v>17.3027777778</c:v>
                </c:pt>
                <c:pt idx="521">
                  <c:v>17.3361111111</c:v>
                </c:pt>
                <c:pt idx="522">
                  <c:v>17.3694444444</c:v>
                </c:pt>
                <c:pt idx="523">
                  <c:v>17.4027777778</c:v>
                </c:pt>
                <c:pt idx="524">
                  <c:v>17.4361111111</c:v>
                </c:pt>
                <c:pt idx="525">
                  <c:v>17.4694444444</c:v>
                </c:pt>
                <c:pt idx="526">
                  <c:v>17.5</c:v>
                </c:pt>
                <c:pt idx="527">
                  <c:v>17.5333333333</c:v>
                </c:pt>
                <c:pt idx="528">
                  <c:v>17.5666666667</c:v>
                </c:pt>
                <c:pt idx="529">
                  <c:v>17.6</c:v>
                </c:pt>
                <c:pt idx="530">
                  <c:v>17.6333333333</c:v>
                </c:pt>
                <c:pt idx="531">
                  <c:v>17.6666666667</c:v>
                </c:pt>
                <c:pt idx="532">
                  <c:v>17.7</c:v>
                </c:pt>
                <c:pt idx="533">
                  <c:v>17.7333333333</c:v>
                </c:pt>
                <c:pt idx="534">
                  <c:v>17.7666666667</c:v>
                </c:pt>
                <c:pt idx="535">
                  <c:v>17.8</c:v>
                </c:pt>
                <c:pt idx="536">
                  <c:v>17.8333333333</c:v>
                </c:pt>
                <c:pt idx="537">
                  <c:v>17.8666666667</c:v>
                </c:pt>
                <c:pt idx="538">
                  <c:v>17.9</c:v>
                </c:pt>
                <c:pt idx="539">
                  <c:v>17.9333333333</c:v>
                </c:pt>
                <c:pt idx="540">
                  <c:v>17.9666666667</c:v>
                </c:pt>
                <c:pt idx="541">
                  <c:v>18</c:v>
                </c:pt>
                <c:pt idx="542">
                  <c:v>18.0333333333</c:v>
                </c:pt>
                <c:pt idx="543">
                  <c:v>18.0666666667</c:v>
                </c:pt>
                <c:pt idx="544">
                  <c:v>18.1</c:v>
                </c:pt>
                <c:pt idx="545">
                  <c:v>18.1333333333</c:v>
                </c:pt>
                <c:pt idx="546">
                  <c:v>18.1666666667</c:v>
                </c:pt>
                <c:pt idx="547">
                  <c:v>18.2</c:v>
                </c:pt>
                <c:pt idx="548">
                  <c:v>18.2333333333</c:v>
                </c:pt>
                <c:pt idx="549">
                  <c:v>18.2666666667</c:v>
                </c:pt>
                <c:pt idx="550">
                  <c:v>18.3</c:v>
                </c:pt>
                <c:pt idx="551">
                  <c:v>18.3333333333</c:v>
                </c:pt>
                <c:pt idx="552">
                  <c:v>18.3666666667</c:v>
                </c:pt>
                <c:pt idx="553">
                  <c:v>18.4</c:v>
                </c:pt>
                <c:pt idx="554">
                  <c:v>18.4333333333</c:v>
                </c:pt>
                <c:pt idx="555">
                  <c:v>18.4666666667</c:v>
                </c:pt>
                <c:pt idx="556">
                  <c:v>18.5</c:v>
                </c:pt>
                <c:pt idx="557">
                  <c:v>18.5333333333</c:v>
                </c:pt>
                <c:pt idx="558">
                  <c:v>18.5666666667</c:v>
                </c:pt>
                <c:pt idx="559">
                  <c:v>18.6</c:v>
                </c:pt>
                <c:pt idx="560">
                  <c:v>18.6333333333</c:v>
                </c:pt>
                <c:pt idx="561">
                  <c:v>18.6666666667</c:v>
                </c:pt>
                <c:pt idx="562">
                  <c:v>18.7</c:v>
                </c:pt>
                <c:pt idx="563">
                  <c:v>18.7333333333</c:v>
                </c:pt>
                <c:pt idx="564">
                  <c:v>18.7666666667</c:v>
                </c:pt>
                <c:pt idx="565">
                  <c:v>18.8</c:v>
                </c:pt>
                <c:pt idx="566">
                  <c:v>18.8333333333</c:v>
                </c:pt>
                <c:pt idx="567">
                  <c:v>18.8666666667</c:v>
                </c:pt>
                <c:pt idx="568">
                  <c:v>18.9</c:v>
                </c:pt>
                <c:pt idx="569">
                  <c:v>18.9333333333</c:v>
                </c:pt>
                <c:pt idx="570">
                  <c:v>18.9666666667</c:v>
                </c:pt>
                <c:pt idx="571">
                  <c:v>19</c:v>
                </c:pt>
                <c:pt idx="572">
                  <c:v>19.0305555556</c:v>
                </c:pt>
                <c:pt idx="573">
                  <c:v>19.0638888889</c:v>
                </c:pt>
                <c:pt idx="574">
                  <c:v>19.0972222222</c:v>
                </c:pt>
                <c:pt idx="575">
                  <c:v>19.1305555556</c:v>
                </c:pt>
                <c:pt idx="576">
                  <c:v>19.1638888889</c:v>
                </c:pt>
                <c:pt idx="577">
                  <c:v>19.1972222222</c:v>
                </c:pt>
                <c:pt idx="578">
                  <c:v>19.2305555556</c:v>
                </c:pt>
                <c:pt idx="579">
                  <c:v>19.2638888889</c:v>
                </c:pt>
                <c:pt idx="580">
                  <c:v>19.2972222222</c:v>
                </c:pt>
                <c:pt idx="581">
                  <c:v>19.3305555556</c:v>
                </c:pt>
                <c:pt idx="582">
                  <c:v>19.3638888889</c:v>
                </c:pt>
                <c:pt idx="583">
                  <c:v>19.3972222222</c:v>
                </c:pt>
                <c:pt idx="584">
                  <c:v>19.4305555556</c:v>
                </c:pt>
                <c:pt idx="585">
                  <c:v>19.4638888889</c:v>
                </c:pt>
                <c:pt idx="586">
                  <c:v>19.4972222222</c:v>
                </c:pt>
                <c:pt idx="587">
                  <c:v>19.5305555556</c:v>
                </c:pt>
                <c:pt idx="588">
                  <c:v>19.5638888889</c:v>
                </c:pt>
                <c:pt idx="589">
                  <c:v>19.5972222222</c:v>
                </c:pt>
                <c:pt idx="590">
                  <c:v>19.6305555556</c:v>
                </c:pt>
                <c:pt idx="591">
                  <c:v>19.6638888889</c:v>
                </c:pt>
                <c:pt idx="592">
                  <c:v>19.6972222222</c:v>
                </c:pt>
                <c:pt idx="593">
                  <c:v>19.7305555556</c:v>
                </c:pt>
                <c:pt idx="594">
                  <c:v>19.7638888889</c:v>
                </c:pt>
                <c:pt idx="595">
                  <c:v>19.7972222222</c:v>
                </c:pt>
                <c:pt idx="596">
                  <c:v>19.8305555556</c:v>
                </c:pt>
                <c:pt idx="597">
                  <c:v>19.8638888889</c:v>
                </c:pt>
                <c:pt idx="598">
                  <c:v>19.8972222222</c:v>
                </c:pt>
                <c:pt idx="599">
                  <c:v>19.9305555556</c:v>
                </c:pt>
                <c:pt idx="600">
                  <c:v>19.9638888889</c:v>
                </c:pt>
                <c:pt idx="601">
                  <c:v>19.9972222222</c:v>
                </c:pt>
                <c:pt idx="602">
                  <c:v>20.0305555556</c:v>
                </c:pt>
                <c:pt idx="603">
                  <c:v>20.0638888889</c:v>
                </c:pt>
                <c:pt idx="604">
                  <c:v>20.0972222222</c:v>
                </c:pt>
                <c:pt idx="605">
                  <c:v>20.1305555556</c:v>
                </c:pt>
                <c:pt idx="606">
                  <c:v>20.1638888889</c:v>
                </c:pt>
                <c:pt idx="607">
                  <c:v>20.1972222222</c:v>
                </c:pt>
                <c:pt idx="608">
                  <c:v>20.2305555556</c:v>
                </c:pt>
                <c:pt idx="609">
                  <c:v>20.2638888889</c:v>
                </c:pt>
                <c:pt idx="610">
                  <c:v>20.2972222222</c:v>
                </c:pt>
                <c:pt idx="611">
                  <c:v>20.3305555556</c:v>
                </c:pt>
                <c:pt idx="612">
                  <c:v>20.3638888889</c:v>
                </c:pt>
                <c:pt idx="613">
                  <c:v>20.3972222222</c:v>
                </c:pt>
                <c:pt idx="614">
                  <c:v>20.4305555556</c:v>
                </c:pt>
                <c:pt idx="615">
                  <c:v>20.4638888889</c:v>
                </c:pt>
                <c:pt idx="616">
                  <c:v>20.4972222222</c:v>
                </c:pt>
                <c:pt idx="617">
                  <c:v>20.5277777778</c:v>
                </c:pt>
                <c:pt idx="618">
                  <c:v>20.5611111111</c:v>
                </c:pt>
                <c:pt idx="619">
                  <c:v>20.5944444444</c:v>
                </c:pt>
                <c:pt idx="620">
                  <c:v>20.6277777778</c:v>
                </c:pt>
                <c:pt idx="621">
                  <c:v>20.6611111111</c:v>
                </c:pt>
                <c:pt idx="622">
                  <c:v>20.6944444444</c:v>
                </c:pt>
                <c:pt idx="623">
                  <c:v>20.7277777778</c:v>
                </c:pt>
                <c:pt idx="624">
                  <c:v>20.7611111111</c:v>
                </c:pt>
                <c:pt idx="625">
                  <c:v>20.7944444444</c:v>
                </c:pt>
                <c:pt idx="626">
                  <c:v>20.8277777778</c:v>
                </c:pt>
                <c:pt idx="627">
                  <c:v>20.8611111111</c:v>
                </c:pt>
                <c:pt idx="628">
                  <c:v>20.8944444444</c:v>
                </c:pt>
                <c:pt idx="629">
                  <c:v>20.9277777778</c:v>
                </c:pt>
                <c:pt idx="630">
                  <c:v>20.9611111111</c:v>
                </c:pt>
                <c:pt idx="631">
                  <c:v>20.9944444444</c:v>
                </c:pt>
                <c:pt idx="632">
                  <c:v>21.0277777778</c:v>
                </c:pt>
                <c:pt idx="633">
                  <c:v>21.0611111111</c:v>
                </c:pt>
                <c:pt idx="634">
                  <c:v>21.0944444444</c:v>
                </c:pt>
                <c:pt idx="635">
                  <c:v>21.1277777778</c:v>
                </c:pt>
                <c:pt idx="636">
                  <c:v>21.1611111111</c:v>
                </c:pt>
                <c:pt idx="637">
                  <c:v>21.1944444444</c:v>
                </c:pt>
                <c:pt idx="638">
                  <c:v>21.2277777778</c:v>
                </c:pt>
                <c:pt idx="639">
                  <c:v>21.2611111111</c:v>
                </c:pt>
                <c:pt idx="640">
                  <c:v>21.2944444444</c:v>
                </c:pt>
                <c:pt idx="641">
                  <c:v>21.3277777778</c:v>
                </c:pt>
                <c:pt idx="642">
                  <c:v>21.3611111111</c:v>
                </c:pt>
                <c:pt idx="643">
                  <c:v>21.3944444444</c:v>
                </c:pt>
                <c:pt idx="644">
                  <c:v>21.4277777778</c:v>
                </c:pt>
                <c:pt idx="645">
                  <c:v>21.4611111111</c:v>
                </c:pt>
                <c:pt idx="646">
                  <c:v>21.4944444444</c:v>
                </c:pt>
                <c:pt idx="647">
                  <c:v>21.5277777778</c:v>
                </c:pt>
                <c:pt idx="648">
                  <c:v>21.5611111111</c:v>
                </c:pt>
                <c:pt idx="649">
                  <c:v>21.5944444444</c:v>
                </c:pt>
                <c:pt idx="650">
                  <c:v>21.6277777778</c:v>
                </c:pt>
                <c:pt idx="651">
                  <c:v>21.6611111111</c:v>
                </c:pt>
                <c:pt idx="652">
                  <c:v>21.6944444444</c:v>
                </c:pt>
                <c:pt idx="653">
                  <c:v>21.7277777778</c:v>
                </c:pt>
                <c:pt idx="654">
                  <c:v>21.7611111111</c:v>
                </c:pt>
                <c:pt idx="655">
                  <c:v>21.7944444444</c:v>
                </c:pt>
                <c:pt idx="656">
                  <c:v>21.8277777778</c:v>
                </c:pt>
                <c:pt idx="657">
                  <c:v>21.8611111111</c:v>
                </c:pt>
                <c:pt idx="658">
                  <c:v>21.8944444444</c:v>
                </c:pt>
                <c:pt idx="659">
                  <c:v>21.9277777778</c:v>
                </c:pt>
                <c:pt idx="660">
                  <c:v>21.9611111111</c:v>
                </c:pt>
                <c:pt idx="661">
                  <c:v>21.9944444444</c:v>
                </c:pt>
                <c:pt idx="662">
                  <c:v>22.025</c:v>
                </c:pt>
                <c:pt idx="663">
                  <c:v>22.0583333333</c:v>
                </c:pt>
                <c:pt idx="664">
                  <c:v>22.0916666667</c:v>
                </c:pt>
                <c:pt idx="665">
                  <c:v>22.125</c:v>
                </c:pt>
                <c:pt idx="666">
                  <c:v>22.1583333333</c:v>
                </c:pt>
                <c:pt idx="667">
                  <c:v>22.1916666667</c:v>
                </c:pt>
                <c:pt idx="668">
                  <c:v>22.225</c:v>
                </c:pt>
                <c:pt idx="669">
                  <c:v>22.2583333333</c:v>
                </c:pt>
                <c:pt idx="670">
                  <c:v>22.2916666667</c:v>
                </c:pt>
                <c:pt idx="671">
                  <c:v>22.325</c:v>
                </c:pt>
                <c:pt idx="672">
                  <c:v>22.3583333333</c:v>
                </c:pt>
                <c:pt idx="673">
                  <c:v>22.3916666667</c:v>
                </c:pt>
                <c:pt idx="674">
                  <c:v>22.425</c:v>
                </c:pt>
                <c:pt idx="675">
                  <c:v>22.4583333333</c:v>
                </c:pt>
                <c:pt idx="676">
                  <c:v>22.4916666667</c:v>
                </c:pt>
                <c:pt idx="677">
                  <c:v>22.525</c:v>
                </c:pt>
                <c:pt idx="678">
                  <c:v>22.5583333333</c:v>
                </c:pt>
                <c:pt idx="679">
                  <c:v>22.5916666667</c:v>
                </c:pt>
                <c:pt idx="680">
                  <c:v>22.625</c:v>
                </c:pt>
                <c:pt idx="681">
                  <c:v>22.6583333333</c:v>
                </c:pt>
                <c:pt idx="682">
                  <c:v>22.6916666667</c:v>
                </c:pt>
                <c:pt idx="683">
                  <c:v>22.725</c:v>
                </c:pt>
                <c:pt idx="684">
                  <c:v>22.7583333333</c:v>
                </c:pt>
                <c:pt idx="685">
                  <c:v>22.7916666667</c:v>
                </c:pt>
                <c:pt idx="686">
                  <c:v>22.825</c:v>
                </c:pt>
                <c:pt idx="687">
                  <c:v>22.8583333333</c:v>
                </c:pt>
                <c:pt idx="688">
                  <c:v>22.8916666667</c:v>
                </c:pt>
                <c:pt idx="689">
                  <c:v>22.925</c:v>
                </c:pt>
                <c:pt idx="690">
                  <c:v>22.9583333333</c:v>
                </c:pt>
                <c:pt idx="691">
                  <c:v>22.9916666667</c:v>
                </c:pt>
                <c:pt idx="692">
                  <c:v>23.025</c:v>
                </c:pt>
                <c:pt idx="693">
                  <c:v>23.0583333333</c:v>
                </c:pt>
                <c:pt idx="694">
                  <c:v>23.0916666667</c:v>
                </c:pt>
                <c:pt idx="695">
                  <c:v>23.125</c:v>
                </c:pt>
                <c:pt idx="696">
                  <c:v>23.1583333333</c:v>
                </c:pt>
                <c:pt idx="697">
                  <c:v>23.1916666667</c:v>
                </c:pt>
                <c:pt idx="698">
                  <c:v>23.225</c:v>
                </c:pt>
                <c:pt idx="699">
                  <c:v>23.2583333333</c:v>
                </c:pt>
                <c:pt idx="700">
                  <c:v>23.2916666667</c:v>
                </c:pt>
                <c:pt idx="701">
                  <c:v>23.325</c:v>
                </c:pt>
                <c:pt idx="702">
                  <c:v>23.3583333333</c:v>
                </c:pt>
                <c:pt idx="703">
                  <c:v>23.3916666667</c:v>
                </c:pt>
                <c:pt idx="704">
                  <c:v>23.425</c:v>
                </c:pt>
                <c:pt idx="705">
                  <c:v>23.4583333333</c:v>
                </c:pt>
                <c:pt idx="706">
                  <c:v>23.4916666667</c:v>
                </c:pt>
                <c:pt idx="707">
                  <c:v>23.5222222222</c:v>
                </c:pt>
                <c:pt idx="708">
                  <c:v>23.5555555556</c:v>
                </c:pt>
                <c:pt idx="709">
                  <c:v>23.5888888889</c:v>
                </c:pt>
                <c:pt idx="710">
                  <c:v>23.6222222222</c:v>
                </c:pt>
                <c:pt idx="711">
                  <c:v>23.6555555556</c:v>
                </c:pt>
                <c:pt idx="712">
                  <c:v>23.6888888889</c:v>
                </c:pt>
                <c:pt idx="713">
                  <c:v>23.7222222222</c:v>
                </c:pt>
                <c:pt idx="714">
                  <c:v>23.7555555556</c:v>
                </c:pt>
                <c:pt idx="715">
                  <c:v>23.7888888889</c:v>
                </c:pt>
                <c:pt idx="716">
                  <c:v>23.8222222222</c:v>
                </c:pt>
                <c:pt idx="717">
                  <c:v>23.8555555556</c:v>
                </c:pt>
                <c:pt idx="718">
                  <c:v>23.8888888889</c:v>
                </c:pt>
                <c:pt idx="719">
                  <c:v>23.9222222222</c:v>
                </c:pt>
                <c:pt idx="720">
                  <c:v>23.9555555556</c:v>
                </c:pt>
                <c:pt idx="721">
                  <c:v>23.9888888889</c:v>
                </c:pt>
                <c:pt idx="722">
                  <c:v>24</c:v>
                </c:pt>
              </c:numCache>
            </c:numRef>
          </c:xVal>
          <c:yVal>
            <c:numRef>
              <c:f>'Chart Data'!$F$2:$F$724</c:f>
              <c:numCache>
                <c:formatCode>General</c:formatCode>
                <c:ptCount val="723"/>
                <c:pt idx="0">
                  <c:v>20</c:v>
                </c:pt>
                <c:pt idx="1">
                  <c:v>20.448133612</c:v>
                </c:pt>
                <c:pt idx="2">
                  <c:v>20.880911421</c:v>
                </c:pt>
                <c:pt idx="3">
                  <c:v>21.294413212</c:v>
                </c:pt>
                <c:pt idx="4">
                  <c:v>21.689627403</c:v>
                </c:pt>
                <c:pt idx="5">
                  <c:v>22.068693064</c:v>
                </c:pt>
                <c:pt idx="6">
                  <c:v>22.433482552</c:v>
                </c:pt>
                <c:pt idx="7">
                  <c:v>22.785387687</c:v>
                </c:pt>
                <c:pt idx="8">
                  <c:v>23.125411248</c:v>
                </c:pt>
                <c:pt idx="9">
                  <c:v>23.454292775</c:v>
                </c:pt>
                <c:pt idx="10">
                  <c:v>23.772605382</c:v>
                </c:pt>
                <c:pt idx="11">
                  <c:v>24.08081899</c:v>
                </c:pt>
                <c:pt idx="12">
                  <c:v>24.379338783</c:v>
                </c:pt>
                <c:pt idx="13">
                  <c:v>24.668527886</c:v>
                </c:pt>
                <c:pt idx="14">
                  <c:v>24.948720635</c:v>
                </c:pt>
                <c:pt idx="15">
                  <c:v>25.220230397</c:v>
                </c:pt>
                <c:pt idx="16">
                  <c:v>25.29318696</c:v>
                </c:pt>
                <c:pt idx="17">
                  <c:v>25.144186251</c:v>
                </c:pt>
                <c:pt idx="18">
                  <c:v>24.967705297</c:v>
                </c:pt>
                <c:pt idx="19">
                  <c:v>24.791901653</c:v>
                </c:pt>
                <c:pt idx="20">
                  <c:v>24.620429408</c:v>
                </c:pt>
                <c:pt idx="21">
                  <c:v>24.453646532</c:v>
                </c:pt>
                <c:pt idx="22">
                  <c:v>24.291472794</c:v>
                </c:pt>
                <c:pt idx="23">
                  <c:v>24.133777179</c:v>
                </c:pt>
                <c:pt idx="24">
                  <c:v>23.980426666</c:v>
                </c:pt>
                <c:pt idx="25">
                  <c:v>23.831293594</c:v>
                </c:pt>
                <c:pt idx="26">
                  <c:v>23.68625559</c:v>
                </c:pt>
                <c:pt idx="27">
                  <c:v>23.545195336</c:v>
                </c:pt>
                <c:pt idx="28">
                  <c:v>23.408000119</c:v>
                </c:pt>
                <c:pt idx="29">
                  <c:v>23.274561465</c:v>
                </c:pt>
                <c:pt idx="30">
                  <c:v>23.144774825</c:v>
                </c:pt>
                <c:pt idx="31">
                  <c:v>23.111309643</c:v>
                </c:pt>
                <c:pt idx="32">
                  <c:v>23.075380052</c:v>
                </c:pt>
                <c:pt idx="33">
                  <c:v>23.039988879</c:v>
                </c:pt>
                <c:pt idx="34">
                  <c:v>23.005099678</c:v>
                </c:pt>
                <c:pt idx="35">
                  <c:v>22.970688753</c:v>
                </c:pt>
                <c:pt idx="36">
                  <c:v>22.936738029</c:v>
                </c:pt>
                <c:pt idx="37">
                  <c:v>22.903232767</c:v>
                </c:pt>
                <c:pt idx="38">
                  <c:v>22.87016062</c:v>
                </c:pt>
                <c:pt idx="39">
                  <c:v>22.837511099</c:v>
                </c:pt>
                <c:pt idx="40">
                  <c:v>22.805275185</c:v>
                </c:pt>
                <c:pt idx="41">
                  <c:v>22.773445032</c:v>
                </c:pt>
                <c:pt idx="42">
                  <c:v>22.742013724</c:v>
                </c:pt>
                <c:pt idx="43">
                  <c:v>22.710975079</c:v>
                </c:pt>
                <c:pt idx="44">
                  <c:v>22.680323496</c:v>
                </c:pt>
                <c:pt idx="45">
                  <c:v>22.650053821</c:v>
                </c:pt>
                <c:pt idx="46">
                  <c:v>22.947509716</c:v>
                </c:pt>
                <c:pt idx="47">
                  <c:v>23.264938066</c:v>
                </c:pt>
                <c:pt idx="48">
                  <c:v>23.550137443</c:v>
                </c:pt>
                <c:pt idx="49">
                  <c:v>23.521401103</c:v>
                </c:pt>
                <c:pt idx="50">
                  <c:v>23.390956595</c:v>
                </c:pt>
                <c:pt idx="51">
                  <c:v>23.250457469</c:v>
                </c:pt>
                <c:pt idx="52">
                  <c:v>23.112170382</c:v>
                </c:pt>
                <c:pt idx="53">
                  <c:v>22.977644689</c:v>
                </c:pt>
                <c:pt idx="54">
                  <c:v>22.846987646</c:v>
                </c:pt>
                <c:pt idx="55">
                  <c:v>22.720115498</c:v>
                </c:pt>
                <c:pt idx="56">
                  <c:v>22.596921765</c:v>
                </c:pt>
                <c:pt idx="57">
                  <c:v>22.477299729</c:v>
                </c:pt>
                <c:pt idx="58">
                  <c:v>22.361145373</c:v>
                </c:pt>
                <c:pt idx="59">
                  <c:v>22.248357696</c:v>
                </c:pt>
                <c:pt idx="60">
                  <c:v>22.138838693</c:v>
                </c:pt>
                <c:pt idx="61">
                  <c:v>22.032493279</c:v>
                </c:pt>
                <c:pt idx="62">
                  <c:v>21.929229212</c:v>
                </c:pt>
                <c:pt idx="63">
                  <c:v>21.828957009</c:v>
                </c:pt>
                <c:pt idx="64">
                  <c:v>21.731589866</c:v>
                </c:pt>
                <c:pt idx="65">
                  <c:v>21.637043579</c:v>
                </c:pt>
                <c:pt idx="66">
                  <c:v>21.545236461</c:v>
                </c:pt>
                <c:pt idx="67">
                  <c:v>21.456089271</c:v>
                </c:pt>
                <c:pt idx="68">
                  <c:v>21.36952513</c:v>
                </c:pt>
                <c:pt idx="69">
                  <c:v>21.285469453</c:v>
                </c:pt>
                <c:pt idx="70">
                  <c:v>21.203849877</c:v>
                </c:pt>
                <c:pt idx="71">
                  <c:v>21.124596187</c:v>
                </c:pt>
                <c:pt idx="72">
                  <c:v>21.047640252</c:v>
                </c:pt>
                <c:pt idx="73">
                  <c:v>20.972915962</c:v>
                </c:pt>
                <c:pt idx="74">
                  <c:v>20.900359157</c:v>
                </c:pt>
                <c:pt idx="75">
                  <c:v>20.829907574</c:v>
                </c:pt>
                <c:pt idx="76">
                  <c:v>20.842120104</c:v>
                </c:pt>
                <c:pt idx="77">
                  <c:v>20.862929898</c:v>
                </c:pt>
                <c:pt idx="78">
                  <c:v>20.882873881</c:v>
                </c:pt>
                <c:pt idx="79">
                  <c:v>20.901952429</c:v>
                </c:pt>
                <c:pt idx="80">
                  <c:v>20.920174195</c:v>
                </c:pt>
                <c:pt idx="81">
                  <c:v>20.937551757</c:v>
                </c:pt>
                <c:pt idx="82">
                  <c:v>20.954100112</c:v>
                </c:pt>
                <c:pt idx="83">
                  <c:v>20.969835963</c:v>
                </c:pt>
                <c:pt idx="84">
                  <c:v>20.984777258</c:v>
                </c:pt>
                <c:pt idx="85">
                  <c:v>20.998942844</c:v>
                </c:pt>
                <c:pt idx="86">
                  <c:v>21.012352191</c:v>
                </c:pt>
                <c:pt idx="87">
                  <c:v>21.025025177</c:v>
                </c:pt>
                <c:pt idx="88">
                  <c:v>21.036981904</c:v>
                </c:pt>
                <c:pt idx="89">
                  <c:v>21.048242554</c:v>
                </c:pt>
                <c:pt idx="90">
                  <c:v>21.058827274</c:v>
                </c:pt>
                <c:pt idx="91">
                  <c:v>21.366721134</c:v>
                </c:pt>
                <c:pt idx="92">
                  <c:v>21.723812558</c:v>
                </c:pt>
                <c:pt idx="93">
                  <c:v>22.059987223</c:v>
                </c:pt>
                <c:pt idx="94">
                  <c:v>22.08999383</c:v>
                </c:pt>
                <c:pt idx="95">
                  <c:v>21.998077423</c:v>
                </c:pt>
                <c:pt idx="96">
                  <c:v>21.892578839</c:v>
                </c:pt>
                <c:pt idx="97">
                  <c:v>21.788038487</c:v>
                </c:pt>
                <c:pt idx="98">
                  <c:v>21.686332473</c:v>
                </c:pt>
                <c:pt idx="99">
                  <c:v>21.587630754</c:v>
                </c:pt>
                <c:pt idx="100">
                  <c:v>21.491881793</c:v>
                </c:pt>
                <c:pt idx="101">
                  <c:v>21.398995801</c:v>
                </c:pt>
                <c:pt idx="102">
                  <c:v>21.308889723</c:v>
                </c:pt>
                <c:pt idx="103">
                  <c:v>21.221479356</c:v>
                </c:pt>
                <c:pt idx="104">
                  <c:v>21.136684304</c:v>
                </c:pt>
                <c:pt idx="105">
                  <c:v>21.054426155</c:v>
                </c:pt>
                <c:pt idx="106">
                  <c:v>20.974628761</c:v>
                </c:pt>
                <c:pt idx="107">
                  <c:v>20.897218713</c:v>
                </c:pt>
                <c:pt idx="108">
                  <c:v>20.822124702</c:v>
                </c:pt>
                <c:pt idx="109">
                  <c:v>20.74927767</c:v>
                </c:pt>
                <c:pt idx="110">
                  <c:v>20.678610716</c:v>
                </c:pt>
                <c:pt idx="111">
                  <c:v>20.610059019</c:v>
                </c:pt>
                <c:pt idx="112">
                  <c:v>20.543559773</c:v>
                </c:pt>
                <c:pt idx="113">
                  <c:v>20.479052122</c:v>
                </c:pt>
                <c:pt idx="114">
                  <c:v>20.416477087</c:v>
                </c:pt>
                <c:pt idx="115">
                  <c:v>20.355777515</c:v>
                </c:pt>
                <c:pt idx="116">
                  <c:v>20.296898008</c:v>
                </c:pt>
                <c:pt idx="117">
                  <c:v>20.239784871</c:v>
                </c:pt>
                <c:pt idx="118">
                  <c:v>20.184386054</c:v>
                </c:pt>
                <c:pt idx="119">
                  <c:v>20.130651095</c:v>
                </c:pt>
                <c:pt idx="120">
                  <c:v>20.078531073</c:v>
                </c:pt>
                <c:pt idx="121">
                  <c:v>20.099717684</c:v>
                </c:pt>
                <c:pt idx="122">
                  <c:v>20.138195536</c:v>
                </c:pt>
                <c:pt idx="123">
                  <c:v>20.175358968</c:v>
                </c:pt>
                <c:pt idx="124">
                  <c:v>20.211220451</c:v>
                </c:pt>
                <c:pt idx="125">
                  <c:v>20.245799843</c:v>
                </c:pt>
                <c:pt idx="126">
                  <c:v>20.279120512</c:v>
                </c:pt>
                <c:pt idx="127">
                  <c:v>20.311207954</c:v>
                </c:pt>
                <c:pt idx="128">
                  <c:v>20.342089111</c:v>
                </c:pt>
                <c:pt idx="129">
                  <c:v>20.371791924</c:v>
                </c:pt>
                <c:pt idx="130">
                  <c:v>20.400344993</c:v>
                </c:pt>
                <c:pt idx="131">
                  <c:v>20.427777311</c:v>
                </c:pt>
                <c:pt idx="132">
                  <c:v>20.454118045</c:v>
                </c:pt>
                <c:pt idx="133">
                  <c:v>20.479396361</c:v>
                </c:pt>
                <c:pt idx="134">
                  <c:v>20.503641289</c:v>
                </c:pt>
                <c:pt idx="135">
                  <c:v>20.526881607</c:v>
                </c:pt>
                <c:pt idx="136">
                  <c:v>20.817654416</c:v>
                </c:pt>
                <c:pt idx="137">
                  <c:v>21.187631971</c:v>
                </c:pt>
                <c:pt idx="138">
                  <c:v>21.544121305</c:v>
                </c:pt>
                <c:pt idx="139">
                  <c:v>21.611502189</c:v>
                </c:pt>
                <c:pt idx="140">
                  <c:v>21.533916315</c:v>
                </c:pt>
                <c:pt idx="141">
                  <c:v>21.439394345</c:v>
                </c:pt>
                <c:pt idx="142">
                  <c:v>21.345144226</c:v>
                </c:pt>
                <c:pt idx="143">
                  <c:v>21.253408524</c:v>
                </c:pt>
                <c:pt idx="144">
                  <c:v>21.164413493</c:v>
                </c:pt>
                <c:pt idx="145">
                  <c:v>21.078116362</c:v>
                </c:pt>
                <c:pt idx="146">
                  <c:v>20.994440558</c:v>
                </c:pt>
                <c:pt idx="147">
                  <c:v>20.913307215</c:v>
                </c:pt>
                <c:pt idx="148">
                  <c:v>20.834639317</c:v>
                </c:pt>
                <c:pt idx="149">
                  <c:v>20.758362185</c:v>
                </c:pt>
                <c:pt idx="150">
                  <c:v>20.684403488</c:v>
                </c:pt>
                <c:pt idx="151">
                  <c:v>20.612693175</c:v>
                </c:pt>
                <c:pt idx="152">
                  <c:v>20.543163408</c:v>
                </c:pt>
                <c:pt idx="153">
                  <c:v>20.475748491</c:v>
                </c:pt>
                <c:pt idx="154">
                  <c:v>20.410384803</c:v>
                </c:pt>
                <c:pt idx="155">
                  <c:v>20.347010725</c:v>
                </c:pt>
                <c:pt idx="156">
                  <c:v>20.285566577</c:v>
                </c:pt>
                <c:pt idx="157">
                  <c:v>20.225994552</c:v>
                </c:pt>
                <c:pt idx="158">
                  <c:v>20.16823865</c:v>
                </c:pt>
                <c:pt idx="159">
                  <c:v>20.112244623</c:v>
                </c:pt>
                <c:pt idx="160">
                  <c:v>20.057959907</c:v>
                </c:pt>
                <c:pt idx="161">
                  <c:v>20.005333575</c:v>
                </c:pt>
                <c:pt idx="162">
                  <c:v>19.954316275</c:v>
                </c:pt>
                <c:pt idx="163">
                  <c:v>19.904860178</c:v>
                </c:pt>
                <c:pt idx="164">
                  <c:v>19.856918929</c:v>
                </c:pt>
                <c:pt idx="165">
                  <c:v>19.810447599</c:v>
                </c:pt>
                <c:pt idx="166">
                  <c:v>19.829257788</c:v>
                </c:pt>
                <c:pt idx="167">
                  <c:v>19.873354186</c:v>
                </c:pt>
                <c:pt idx="168">
                  <c:v>19.916002138</c:v>
                </c:pt>
                <c:pt idx="169">
                  <c:v>19.957217436</c:v>
                </c:pt>
                <c:pt idx="170">
                  <c:v>19.99702311</c:v>
                </c:pt>
                <c:pt idx="171">
                  <c:v>20.035445618</c:v>
                </c:pt>
                <c:pt idx="172">
                  <c:v>20.072513485</c:v>
                </c:pt>
                <c:pt idx="173">
                  <c:v>20.108256619</c:v>
                </c:pt>
                <c:pt idx="174">
                  <c:v>20.142705865</c:v>
                </c:pt>
                <c:pt idx="175">
                  <c:v>20.175892667</c:v>
                </c:pt>
                <c:pt idx="176">
                  <c:v>20.207848799</c:v>
                </c:pt>
                <c:pt idx="177">
                  <c:v>20.238606147</c:v>
                </c:pt>
                <c:pt idx="178">
                  <c:v>20.268196536</c:v>
                </c:pt>
                <c:pt idx="179">
                  <c:v>20.296651591</c:v>
                </c:pt>
                <c:pt idx="180">
                  <c:v>20.324002627</c:v>
                </c:pt>
                <c:pt idx="181">
                  <c:v>20.589258668</c:v>
                </c:pt>
                <c:pt idx="182">
                  <c:v>20.964024473</c:v>
                </c:pt>
                <c:pt idx="183">
                  <c:v>21.327551429</c:v>
                </c:pt>
                <c:pt idx="184">
                  <c:v>21.429375108</c:v>
                </c:pt>
                <c:pt idx="185">
                  <c:v>21.359294879</c:v>
                </c:pt>
                <c:pt idx="186">
                  <c:v>21.268564794</c:v>
                </c:pt>
                <c:pt idx="187">
                  <c:v>21.177538636</c:v>
                </c:pt>
                <c:pt idx="188">
                  <c:v>21.088885297</c:v>
                </c:pt>
                <c:pt idx="189">
                  <c:v>21.002890173</c:v>
                </c:pt>
                <c:pt idx="190">
                  <c:v>20.9195201</c:v>
                </c:pt>
                <c:pt idx="191">
                  <c:v>20.838701415</c:v>
                </c:pt>
                <c:pt idx="192">
                  <c:v>20.760357224</c:v>
                </c:pt>
                <c:pt idx="193">
                  <c:v>20.684412321</c:v>
                </c:pt>
                <c:pt idx="194">
                  <c:v>20.610793778</c:v>
                </c:pt>
                <c:pt idx="195">
                  <c:v>20.539430967</c:v>
                </c:pt>
                <c:pt idx="196">
                  <c:v>20.470255494</c:v>
                </c:pt>
                <c:pt idx="197">
                  <c:v>20.403201137</c:v>
                </c:pt>
                <c:pt idx="198">
                  <c:v>20.338203772</c:v>
                </c:pt>
                <c:pt idx="199">
                  <c:v>20.275201306</c:v>
                </c:pt>
                <c:pt idx="200">
                  <c:v>20.214133608</c:v>
                </c:pt>
                <c:pt idx="201">
                  <c:v>20.154942446</c:v>
                </c:pt>
                <c:pt idx="202">
                  <c:v>20.097571419</c:v>
                </c:pt>
                <c:pt idx="203">
                  <c:v>20.041965896</c:v>
                </c:pt>
                <c:pt idx="204">
                  <c:v>19.988072956</c:v>
                </c:pt>
                <c:pt idx="205">
                  <c:v>19.935841333</c:v>
                </c:pt>
                <c:pt idx="206">
                  <c:v>19.885221353</c:v>
                </c:pt>
                <c:pt idx="207">
                  <c:v>19.836164888</c:v>
                </c:pt>
                <c:pt idx="208">
                  <c:v>19.788625296</c:v>
                </c:pt>
                <c:pt idx="209">
                  <c:v>19.742557377</c:v>
                </c:pt>
                <c:pt idx="210">
                  <c:v>19.697917324</c:v>
                </c:pt>
                <c:pt idx="211">
                  <c:v>19.710920038</c:v>
                </c:pt>
                <c:pt idx="212">
                  <c:v>19.757006201</c:v>
                </c:pt>
                <c:pt idx="213">
                  <c:v>19.801603185</c:v>
                </c:pt>
                <c:pt idx="214">
                  <c:v>19.84472737</c:v>
                </c:pt>
                <c:pt idx="215">
                  <c:v>19.886402485</c:v>
                </c:pt>
                <c:pt idx="216">
                  <c:v>19.92665574</c:v>
                </c:pt>
                <c:pt idx="217">
                  <c:v>19.965516425</c:v>
                </c:pt>
                <c:pt idx="218">
                  <c:v>20.00301522</c:v>
                </c:pt>
                <c:pt idx="219">
                  <c:v>20.039183745</c:v>
                </c:pt>
                <c:pt idx="220">
                  <c:v>20.074054216</c:v>
                </c:pt>
                <c:pt idx="221">
                  <c:v>20.107659174</c:v>
                </c:pt>
                <c:pt idx="222">
                  <c:v>20.140031263</c:v>
                </c:pt>
                <c:pt idx="223">
                  <c:v>20.171203061</c:v>
                </c:pt>
                <c:pt idx="224">
                  <c:v>20.201206933</c:v>
                </c:pt>
                <c:pt idx="225">
                  <c:v>20.23007492</c:v>
                </c:pt>
                <c:pt idx="226">
                  <c:v>20.467211481</c:v>
                </c:pt>
                <c:pt idx="227">
                  <c:v>20.84430651</c:v>
                </c:pt>
                <c:pt idx="228">
                  <c:v>21.210091321</c:v>
                </c:pt>
                <c:pt idx="229">
                  <c:v>21.345619178</c:v>
                </c:pt>
                <c:pt idx="230">
                  <c:v>21.281529486</c:v>
                </c:pt>
                <c:pt idx="231">
                  <c:v>21.192477173</c:v>
                </c:pt>
                <c:pt idx="232">
                  <c:v>21.102529488</c:v>
                </c:pt>
                <c:pt idx="233">
                  <c:v>21.014857122</c:v>
                </c:pt>
                <c:pt idx="234">
                  <c:v>20.929813497</c:v>
                </c:pt>
                <c:pt idx="235">
                  <c:v>20.847374978</c:v>
                </c:pt>
                <c:pt idx="236">
                  <c:v>20.767469558</c:v>
                </c:pt>
                <c:pt idx="237">
                  <c:v>20.690020939</c:v>
                </c:pt>
                <c:pt idx="238">
                  <c:v>20.614954362</c:v>
                </c:pt>
                <c:pt idx="239">
                  <c:v>20.542197318</c:v>
                </c:pt>
                <c:pt idx="240">
                  <c:v>20.471679587</c:v>
                </c:pt>
                <c:pt idx="241">
                  <c:v>20.403333175</c:v>
                </c:pt>
                <c:pt idx="242">
                  <c:v>20.337092248</c:v>
                </c:pt>
                <c:pt idx="243">
                  <c:v>20.272893064</c:v>
                </c:pt>
                <c:pt idx="244">
                  <c:v>20.2106739</c:v>
                </c:pt>
                <c:pt idx="245">
                  <c:v>20.150374986</c:v>
                </c:pt>
                <c:pt idx="246">
                  <c:v>20.091938442</c:v>
                </c:pt>
                <c:pt idx="247">
                  <c:v>20.03530821</c:v>
                </c:pt>
                <c:pt idx="248">
                  <c:v>19.980429993</c:v>
                </c:pt>
                <c:pt idx="249">
                  <c:v>19.927251195</c:v>
                </c:pt>
                <c:pt idx="250">
                  <c:v>19.875720864</c:v>
                </c:pt>
                <c:pt idx="251">
                  <c:v>19.825789637</c:v>
                </c:pt>
                <c:pt idx="252">
                  <c:v>19.777409681</c:v>
                </c:pt>
                <c:pt idx="253">
                  <c:v>19.730534647</c:v>
                </c:pt>
                <c:pt idx="254">
                  <c:v>19.685119618</c:v>
                </c:pt>
                <c:pt idx="255">
                  <c:v>19.641121061</c:v>
                </c:pt>
                <c:pt idx="256">
                  <c:v>19.647232131</c:v>
                </c:pt>
                <c:pt idx="257">
                  <c:v>19.694174432</c:v>
                </c:pt>
                <c:pt idx="258">
                  <c:v>19.739614322</c:v>
                </c:pt>
                <c:pt idx="259">
                  <c:v>19.783567891</c:v>
                </c:pt>
                <c:pt idx="260">
                  <c:v>19.826058833</c:v>
                </c:pt>
                <c:pt idx="261">
                  <c:v>19.867114422</c:v>
                </c:pt>
                <c:pt idx="262">
                  <c:v>19.906764057</c:v>
                </c:pt>
                <c:pt idx="263">
                  <c:v>19.94503856</c:v>
                </c:pt>
                <c:pt idx="264">
                  <c:v>19.981969711</c:v>
                </c:pt>
                <c:pt idx="265">
                  <c:v>20.017589903</c:v>
                </c:pt>
                <c:pt idx="266">
                  <c:v>20.051931863</c:v>
                </c:pt>
                <c:pt idx="267">
                  <c:v>20.085028436</c:v>
                </c:pt>
                <c:pt idx="268">
                  <c:v>20.116912402</c:v>
                </c:pt>
                <c:pt idx="269">
                  <c:v>20.147616336</c:v>
                </c:pt>
                <c:pt idx="270">
                  <c:v>20.177172491</c:v>
                </c:pt>
                <c:pt idx="271">
                  <c:v>20.385304987</c:v>
                </c:pt>
                <c:pt idx="272">
                  <c:v>20.76394348</c:v>
                </c:pt>
                <c:pt idx="273">
                  <c:v>21.13121847</c:v>
                </c:pt>
                <c:pt idx="274">
                  <c:v>21.298754276</c:v>
                </c:pt>
                <c:pt idx="275">
                  <c:v>21.240821915</c:v>
                </c:pt>
                <c:pt idx="276">
                  <c:v>21.152852848</c:v>
                </c:pt>
                <c:pt idx="277">
                  <c:v>21.063301637</c:v>
                </c:pt>
                <c:pt idx="278">
                  <c:v>20.97593119</c:v>
                </c:pt>
                <c:pt idx="279">
                  <c:v>20.891174745</c:v>
                </c:pt>
                <c:pt idx="280">
                  <c:v>20.809019397</c:v>
                </c:pt>
                <c:pt idx="281">
                  <c:v>20.729394583</c:v>
                </c:pt>
                <c:pt idx="282">
                  <c:v>20.652224205</c:v>
                </c:pt>
                <c:pt idx="283">
                  <c:v>20.577433543</c:v>
                </c:pt>
                <c:pt idx="284">
                  <c:v>20.504950111</c:v>
                </c:pt>
                <c:pt idx="285">
                  <c:v>20.434703705</c:v>
                </c:pt>
                <c:pt idx="286">
                  <c:v>20.366626351</c:v>
                </c:pt>
                <c:pt idx="287">
                  <c:v>20.300652235</c:v>
                </c:pt>
                <c:pt idx="288">
                  <c:v>20.236717635</c:v>
                </c:pt>
                <c:pt idx="289">
                  <c:v>20.17476085</c:v>
                </c:pt>
                <c:pt idx="290">
                  <c:v>20.114722133</c:v>
                </c:pt>
                <c:pt idx="291">
                  <c:v>20.056543625</c:v>
                </c:pt>
                <c:pt idx="292">
                  <c:v>20.000169289</c:v>
                </c:pt>
                <c:pt idx="293">
                  <c:v>19.945544851</c:v>
                </c:pt>
                <c:pt idx="294">
                  <c:v>19.892617737</c:v>
                </c:pt>
                <c:pt idx="295">
                  <c:v>19.841337017</c:v>
                </c:pt>
                <c:pt idx="296">
                  <c:v>19.791653348</c:v>
                </c:pt>
                <c:pt idx="297">
                  <c:v>19.74351892</c:v>
                </c:pt>
                <c:pt idx="298">
                  <c:v>19.696887404</c:v>
                </c:pt>
                <c:pt idx="299">
                  <c:v>19.651713904</c:v>
                </c:pt>
                <c:pt idx="300">
                  <c:v>19.607954904</c:v>
                </c:pt>
                <c:pt idx="301">
                  <c:v>19.606794204</c:v>
                </c:pt>
                <c:pt idx="302">
                  <c:v>19.654208032</c:v>
                </c:pt>
                <c:pt idx="303">
                  <c:v>19.700114498</c:v>
                </c:pt>
                <c:pt idx="304">
                  <c:v>19.744529085</c:v>
                </c:pt>
                <c:pt idx="305">
                  <c:v>19.787475214</c:v>
                </c:pt>
                <c:pt idx="306">
                  <c:v>19.828980021</c:v>
                </c:pt>
                <c:pt idx="307">
                  <c:v>19.869072826</c:v>
                </c:pt>
                <c:pt idx="308">
                  <c:v>19.907784409</c:v>
                </c:pt>
                <c:pt idx="309">
                  <c:v>19.945146538</c:v>
                </c:pt>
                <c:pt idx="310">
                  <c:v>19.981191612</c:v>
                </c:pt>
                <c:pt idx="311">
                  <c:v>20.015952385</c:v>
                </c:pt>
                <c:pt idx="312">
                  <c:v>20.049461742</c:v>
                </c:pt>
                <c:pt idx="313">
                  <c:v>20.081752513</c:v>
                </c:pt>
                <c:pt idx="314">
                  <c:v>20.112857332</c:v>
                </c:pt>
                <c:pt idx="315">
                  <c:v>20.142808523</c:v>
                </c:pt>
                <c:pt idx="316">
                  <c:v>20.321573992</c:v>
                </c:pt>
                <c:pt idx="317">
                  <c:v>20.701479024</c:v>
                </c:pt>
                <c:pt idx="318">
                  <c:v>21.069972041</c:v>
                </c:pt>
                <c:pt idx="319">
                  <c:v>21.268110913</c:v>
                </c:pt>
                <c:pt idx="320">
                  <c:v>21.217137896</c:v>
                </c:pt>
                <c:pt idx="321">
                  <c:v>21.13013816</c:v>
                </c:pt>
                <c:pt idx="322">
                  <c:v>21.040750488</c:v>
                </c:pt>
                <c:pt idx="323">
                  <c:v>20.953437689</c:v>
                </c:pt>
                <c:pt idx="324">
                  <c:v>20.868727246</c:v>
                </c:pt>
                <c:pt idx="325">
                  <c:v>20.786618817</c:v>
                </c:pt>
                <c:pt idx="326">
                  <c:v>20.707043415</c:v>
                </c:pt>
                <c:pt idx="327">
                  <c:v>20.629925047</c:v>
                </c:pt>
                <c:pt idx="328">
                  <c:v>20.55518891</c:v>
                </c:pt>
                <c:pt idx="329">
                  <c:v>20.482762409</c:v>
                </c:pt>
                <c:pt idx="330">
                  <c:v>20.412575235</c:v>
                </c:pt>
                <c:pt idx="331">
                  <c:v>20.344559314</c:v>
                </c:pt>
                <c:pt idx="332">
                  <c:v>20.278648736</c:v>
                </c:pt>
                <c:pt idx="333">
                  <c:v>20.214779685</c:v>
                </c:pt>
                <c:pt idx="334">
                  <c:v>20.152890371</c:v>
                </c:pt>
                <c:pt idx="335">
                  <c:v>20.09292096</c:v>
                </c:pt>
                <c:pt idx="336">
                  <c:v>20.034813511</c:v>
                </c:pt>
                <c:pt idx="337">
                  <c:v>19.978511908</c:v>
                </c:pt>
                <c:pt idx="338">
                  <c:v>19.923961799</c:v>
                </c:pt>
                <c:pt idx="339">
                  <c:v>19.871110538</c:v>
                </c:pt>
                <c:pt idx="340">
                  <c:v>19.819907122</c:v>
                </c:pt>
                <c:pt idx="341">
                  <c:v>19.77030214</c:v>
                </c:pt>
                <c:pt idx="342">
                  <c:v>19.722247714</c:v>
                </c:pt>
                <c:pt idx="343">
                  <c:v>19.675697452</c:v>
                </c:pt>
                <c:pt idx="344">
                  <c:v>19.630606396</c:v>
                </c:pt>
                <c:pt idx="345">
                  <c:v>19.58693097</c:v>
                </c:pt>
                <c:pt idx="346">
                  <c:v>19.578338408</c:v>
                </c:pt>
                <c:pt idx="347">
                  <c:v>19.626073585</c:v>
                </c:pt>
                <c:pt idx="348">
                  <c:v>19.672299077</c:v>
                </c:pt>
                <c:pt idx="349">
                  <c:v>19.717029612</c:v>
                </c:pt>
                <c:pt idx="350">
                  <c:v>19.760288249</c:v>
                </c:pt>
                <c:pt idx="351">
                  <c:v>19.802101919</c:v>
                </c:pt>
                <c:pt idx="352">
                  <c:v>19.842499809</c:v>
                </c:pt>
                <c:pt idx="353">
                  <c:v>19.881512606</c:v>
                </c:pt>
                <c:pt idx="354">
                  <c:v>19.919172015</c:v>
                </c:pt>
                <c:pt idx="355">
                  <c:v>19.955510397</c:v>
                </c:pt>
                <c:pt idx="356">
                  <c:v>19.990560488</c:v>
                </c:pt>
                <c:pt idx="357">
                  <c:v>20.02435517</c:v>
                </c:pt>
                <c:pt idx="358">
                  <c:v>20.056927283</c:v>
                </c:pt>
                <c:pt idx="359">
                  <c:v>20.088309482</c:v>
                </c:pt>
                <c:pt idx="360">
                  <c:v>20.118534119</c:v>
                </c:pt>
                <c:pt idx="361">
                  <c:v>20.267736619</c:v>
                </c:pt>
                <c:pt idx="362">
                  <c:v>20.648794955</c:v>
                </c:pt>
                <c:pt idx="363">
                  <c:v>21.018393401</c:v>
                </c:pt>
                <c:pt idx="364">
                  <c:v>21.245666664</c:v>
                </c:pt>
                <c:pt idx="365">
                  <c:v>21.202797</c:v>
                </c:pt>
                <c:pt idx="366">
                  <c:v>21.116826131</c:v>
                </c:pt>
                <c:pt idx="367">
                  <c:v>21.027516827</c:v>
                </c:pt>
                <c:pt idx="368">
                  <c:v>20.940158712</c:v>
                </c:pt>
                <c:pt idx="369">
                  <c:v>20.855390593</c:v>
                </c:pt>
                <c:pt idx="370">
                  <c:v>20.773226944</c:v>
                </c:pt>
                <c:pt idx="371">
                  <c:v>20.693600615</c:v>
                </c:pt>
                <c:pt idx="372">
                  <c:v>20.616435714</c:v>
                </c:pt>
                <c:pt idx="373">
                  <c:v>20.541657313</c:v>
                </c:pt>
                <c:pt idx="374">
                  <c:v>20.469192669</c:v>
                </c:pt>
                <c:pt idx="375">
                  <c:v>20.398971324</c:v>
                </c:pt>
                <c:pt idx="376">
                  <c:v>20.330925062</c:v>
                </c:pt>
                <c:pt idx="377">
                  <c:v>20.264987833</c:v>
                </c:pt>
                <c:pt idx="378">
                  <c:v>20.20109569</c:v>
                </c:pt>
                <c:pt idx="379">
                  <c:v>20.139186714</c:v>
                </c:pt>
                <c:pt idx="380">
                  <c:v>20.079200949</c:v>
                </c:pt>
                <c:pt idx="381">
                  <c:v>20.021080332</c:v>
                </c:pt>
                <c:pt idx="382">
                  <c:v>19.964768634</c:v>
                </c:pt>
                <c:pt idx="383">
                  <c:v>19.910211392</c:v>
                </c:pt>
                <c:pt idx="384">
                  <c:v>19.85735585</c:v>
                </c:pt>
                <c:pt idx="385">
                  <c:v>19.806150905</c:v>
                </c:pt>
                <c:pt idx="386">
                  <c:v>19.756547042</c:v>
                </c:pt>
                <c:pt idx="387">
                  <c:v>19.708496289</c:v>
                </c:pt>
                <c:pt idx="388">
                  <c:v>19.661952159</c:v>
                </c:pt>
                <c:pt idx="389">
                  <c:v>19.616869602</c:v>
                </c:pt>
                <c:pt idx="390">
                  <c:v>19.573204957</c:v>
                </c:pt>
                <c:pt idx="391">
                  <c:v>19.557095017</c:v>
                </c:pt>
                <c:pt idx="392">
                  <c:v>19.605081043</c:v>
                </c:pt>
                <c:pt idx="393">
                  <c:v>19.651555993</c:v>
                </c:pt>
                <c:pt idx="394">
                  <c:v>19.696533754</c:v>
                </c:pt>
                <c:pt idx="395">
                  <c:v>19.740036971</c:v>
                </c:pt>
                <c:pt idx="396">
                  <c:v>19.782092348</c:v>
                </c:pt>
                <c:pt idx="397">
                  <c:v>19.822728918</c:v>
                </c:pt>
                <c:pt idx="398">
                  <c:v>19.861977262</c:v>
                </c:pt>
                <c:pt idx="399">
                  <c:v>19.899869007</c:v>
                </c:pt>
                <c:pt idx="400">
                  <c:v>19.936436467</c:v>
                </c:pt>
                <c:pt idx="401">
                  <c:v>19.971712348</c:v>
                </c:pt>
                <c:pt idx="402">
                  <c:v>20.005729517</c:v>
                </c:pt>
                <c:pt idx="403">
                  <c:v>20.038520816</c:v>
                </c:pt>
                <c:pt idx="404">
                  <c:v>20.070118913</c:v>
                </c:pt>
                <c:pt idx="405">
                  <c:v>20.100556176</c:v>
                </c:pt>
                <c:pt idx="406">
                  <c:v>20.220058782</c:v>
                </c:pt>
                <c:pt idx="407">
                  <c:v>20.602215703</c:v>
                </c:pt>
                <c:pt idx="408">
                  <c:v>20.972864055</c:v>
                </c:pt>
                <c:pt idx="409">
                  <c:v>21.227593814</c:v>
                </c:pt>
                <c:pt idx="410">
                  <c:v>21.194255549</c:v>
                </c:pt>
                <c:pt idx="411">
                  <c:v>21.109457428</c:v>
                </c:pt>
                <c:pt idx="412">
                  <c:v>21.020197659</c:v>
                </c:pt>
                <c:pt idx="413">
                  <c:v>20.932742843</c:v>
                </c:pt>
                <c:pt idx="414">
                  <c:v>20.847863345</c:v>
                </c:pt>
                <c:pt idx="415">
                  <c:v>20.765591168</c:v>
                </c:pt>
                <c:pt idx="416">
                  <c:v>20.68586134</c:v>
                </c:pt>
                <c:pt idx="417">
                  <c:v>20.608598105</c:v>
                </c:pt>
                <c:pt idx="418">
                  <c:v>20.533726396</c:v>
                </c:pt>
                <c:pt idx="419">
                  <c:v>20.461173304</c:v>
                </c:pt>
                <c:pt idx="420">
                  <c:v>20.390868207</c:v>
                </c:pt>
                <c:pt idx="421">
                  <c:v>20.322742727</c:v>
                </c:pt>
                <c:pt idx="422">
                  <c:v>20.256730661</c:v>
                </c:pt>
                <c:pt idx="423">
                  <c:v>20.192767912</c:v>
                </c:pt>
                <c:pt idx="424">
                  <c:v>20.130792417</c:v>
                </c:pt>
                <c:pt idx="425">
                  <c:v>20.070744079</c:v>
                </c:pt>
                <c:pt idx="426">
                  <c:v>20.012564703</c:v>
                </c:pt>
                <c:pt idx="427">
                  <c:v>19.95619793</c:v>
                </c:pt>
                <c:pt idx="428">
                  <c:v>19.90158917</c:v>
                </c:pt>
                <c:pt idx="429">
                  <c:v>19.848685548</c:v>
                </c:pt>
                <c:pt idx="430">
                  <c:v>19.797435842</c:v>
                </c:pt>
                <c:pt idx="431">
                  <c:v>19.747790426</c:v>
                </c:pt>
                <c:pt idx="432">
                  <c:v>19.699701217</c:v>
                </c:pt>
                <c:pt idx="433">
                  <c:v>19.653121623</c:v>
                </c:pt>
                <c:pt idx="434">
                  <c:v>19.608006492</c:v>
                </c:pt>
                <c:pt idx="435">
                  <c:v>19.564312064</c:v>
                </c:pt>
                <c:pt idx="436">
                  <c:v>19.540628195</c:v>
                </c:pt>
                <c:pt idx="437">
                  <c:v>19.588825666</c:v>
                </c:pt>
                <c:pt idx="438">
                  <c:v>19.63551107</c:v>
                </c:pt>
                <c:pt idx="439">
                  <c:v>19.680697394</c:v>
                </c:pt>
                <c:pt idx="440">
                  <c:v>19.724406833</c:v>
                </c:pt>
                <c:pt idx="441">
                  <c:v>19.766665846</c:v>
                </c:pt>
                <c:pt idx="442">
                  <c:v>19.80750331</c:v>
                </c:pt>
                <c:pt idx="443">
                  <c:v>19.84694969</c:v>
                </c:pt>
                <c:pt idx="444">
                  <c:v>19.885036536</c:v>
                </c:pt>
                <c:pt idx="445">
                  <c:v>19.921796107</c:v>
                </c:pt>
                <c:pt idx="446">
                  <c:v>19.957261079</c:v>
                </c:pt>
                <c:pt idx="447">
                  <c:v>19.991464304</c:v>
                </c:pt>
                <c:pt idx="448">
                  <c:v>20.024438623</c:v>
                </c:pt>
                <c:pt idx="449">
                  <c:v>20.056216714</c:v>
                </c:pt>
                <c:pt idx="450">
                  <c:v>20.086830966</c:v>
                </c:pt>
                <c:pt idx="451">
                  <c:v>20.176520987</c:v>
                </c:pt>
                <c:pt idx="452">
                  <c:v>20.559746385</c:v>
                </c:pt>
                <c:pt idx="453">
                  <c:v>20.93141311</c:v>
                </c:pt>
                <c:pt idx="454">
                  <c:v>21.211631815</c:v>
                </c:pt>
                <c:pt idx="455">
                  <c:v>21.189546824</c:v>
                </c:pt>
                <c:pt idx="456">
                  <c:v>21.106124678</c:v>
                </c:pt>
                <c:pt idx="457">
                  <c:v>21.016912823</c:v>
                </c:pt>
                <c:pt idx="458">
                  <c:v>20.929332385</c:v>
                </c:pt>
                <c:pt idx="459">
                  <c:v>20.84430928</c:v>
                </c:pt>
                <c:pt idx="460">
                  <c:v>20.761896262</c:v>
                </c:pt>
                <c:pt idx="461">
                  <c:v>20.682030972</c:v>
                </c:pt>
                <c:pt idx="462">
                  <c:v>20.604637836</c:v>
                </c:pt>
                <c:pt idx="463">
                  <c:v>20.529641649</c:v>
                </c:pt>
                <c:pt idx="464">
                  <c:v>20.456969328</c:v>
                </c:pt>
                <c:pt idx="465">
                  <c:v>20.386550077</c:v>
                </c:pt>
                <c:pt idx="466">
                  <c:v>20.318315349</c:v>
                </c:pt>
                <c:pt idx="467">
                  <c:v>20.252198778</c:v>
                </c:pt>
                <c:pt idx="468">
                  <c:v>20.188136108</c:v>
                </c:pt>
                <c:pt idx="469">
                  <c:v>20.126065125</c:v>
                </c:pt>
                <c:pt idx="470">
                  <c:v>20.065925586</c:v>
                </c:pt>
                <c:pt idx="471">
                  <c:v>20.007659152</c:v>
                </c:pt>
                <c:pt idx="472">
                  <c:v>19.951209326</c:v>
                </c:pt>
                <c:pt idx="473">
                  <c:v>19.896521389</c:v>
                </c:pt>
                <c:pt idx="474">
                  <c:v>19.843542336</c:v>
                </c:pt>
                <c:pt idx="475">
                  <c:v>19.792220822</c:v>
                </c:pt>
                <c:pt idx="476">
                  <c:v>19.7425071</c:v>
                </c:pt>
                <c:pt idx="477">
                  <c:v>19.694352974</c:v>
                </c:pt>
                <c:pt idx="478">
                  <c:v>19.647711739</c:v>
                </c:pt>
                <c:pt idx="479">
                  <c:v>19.602538135</c:v>
                </c:pt>
                <c:pt idx="480">
                  <c:v>19.558788296</c:v>
                </c:pt>
                <c:pt idx="481">
                  <c:v>19.527487404</c:v>
                </c:pt>
                <c:pt idx="482">
                  <c:v>19.575871454</c:v>
                </c:pt>
                <c:pt idx="483">
                  <c:v>19.622742654</c:v>
                </c:pt>
                <c:pt idx="484">
                  <c:v>19.668113064</c:v>
                </c:pt>
                <c:pt idx="485">
                  <c:v>19.712004391</c:v>
                </c:pt>
                <c:pt idx="486">
                  <c:v>19.75444284</c:v>
                </c:pt>
                <c:pt idx="487">
                  <c:v>19.79545712</c:v>
                </c:pt>
                <c:pt idx="488">
                  <c:v>19.835077582</c:v>
                </c:pt>
                <c:pt idx="489">
                  <c:v>19.873335696</c:v>
                </c:pt>
                <c:pt idx="490">
                  <c:v>19.910263669</c:v>
                </c:pt>
                <c:pt idx="491">
                  <c:v>19.945894141</c:v>
                </c:pt>
                <c:pt idx="492">
                  <c:v>19.980259953</c:v>
                </c:pt>
                <c:pt idx="493">
                  <c:v>20.013393946</c:v>
                </c:pt>
                <c:pt idx="494">
                  <c:v>20.045328806</c:v>
                </c:pt>
                <c:pt idx="495">
                  <c:v>20.076096947</c:v>
                </c:pt>
                <c:pt idx="496">
                  <c:v>20.135873476</c:v>
                </c:pt>
                <c:pt idx="497">
                  <c:v>20.52014978</c:v>
                </c:pt>
                <c:pt idx="498">
                  <c:v>20.892815481</c:v>
                </c:pt>
                <c:pt idx="499">
                  <c:v>21.196196151</c:v>
                </c:pt>
                <c:pt idx="500">
                  <c:v>21.187420486</c:v>
                </c:pt>
                <c:pt idx="501">
                  <c:v>21.105632126</c:v>
                </c:pt>
                <c:pt idx="502">
                  <c:v>21.016483196</c:v>
                </c:pt>
                <c:pt idx="503">
                  <c:v>20.928760074</c:v>
                </c:pt>
                <c:pt idx="504">
                  <c:v>20.843572206</c:v>
                </c:pt>
                <c:pt idx="505">
                  <c:v>20.76099687</c:v>
                </c:pt>
                <c:pt idx="506">
                  <c:v>20.680974817</c:v>
                </c:pt>
                <c:pt idx="507">
                  <c:v>20.603430718</c:v>
                </c:pt>
                <c:pt idx="508">
                  <c:v>20.528289233</c:v>
                </c:pt>
                <c:pt idx="509">
                  <c:v>20.455477101</c:v>
                </c:pt>
                <c:pt idx="510">
                  <c:v>20.384923348</c:v>
                </c:pt>
                <c:pt idx="511">
                  <c:v>20.316559252</c:v>
                </c:pt>
                <c:pt idx="512">
                  <c:v>20.250318278</c:v>
                </c:pt>
                <c:pt idx="513">
                  <c:v>20.186136009</c:v>
                </c:pt>
                <c:pt idx="514">
                  <c:v>20.123950073</c:v>
                </c:pt>
                <c:pt idx="515">
                  <c:v>20.063700074</c:v>
                </c:pt>
                <c:pt idx="516">
                  <c:v>20.005327528</c:v>
                </c:pt>
                <c:pt idx="517">
                  <c:v>19.948775797</c:v>
                </c:pt>
                <c:pt idx="518">
                  <c:v>19.893990023</c:v>
                </c:pt>
                <c:pt idx="519">
                  <c:v>19.84091707</c:v>
                </c:pt>
                <c:pt idx="520">
                  <c:v>19.789505466</c:v>
                </c:pt>
                <c:pt idx="521">
                  <c:v>19.739705341</c:v>
                </c:pt>
                <c:pt idx="522">
                  <c:v>19.691468377</c:v>
                </c:pt>
                <c:pt idx="523">
                  <c:v>19.644747757</c:v>
                </c:pt>
                <c:pt idx="524">
                  <c:v>19.599498108</c:v>
                </c:pt>
                <c:pt idx="525">
                  <c:v>19.555675458</c:v>
                </c:pt>
                <c:pt idx="526">
                  <c:v>19.51672185</c:v>
                </c:pt>
                <c:pt idx="527">
                  <c:v>19.565275684</c:v>
                </c:pt>
                <c:pt idx="528">
                  <c:v>19.612316002</c:v>
                </c:pt>
                <c:pt idx="529">
                  <c:v>19.657853943</c:v>
                </c:pt>
                <c:pt idx="530">
                  <c:v>19.701910689</c:v>
                </c:pt>
                <c:pt idx="531">
                  <c:v>19.744512176</c:v>
                </c:pt>
                <c:pt idx="532">
                  <c:v>19.785686944</c:v>
                </c:pt>
                <c:pt idx="533">
                  <c:v>19.825465227</c:v>
                </c:pt>
                <c:pt idx="534">
                  <c:v>19.863878412</c:v>
                </c:pt>
                <c:pt idx="535">
                  <c:v>19.900958652</c:v>
                </c:pt>
                <c:pt idx="536">
                  <c:v>19.936738557</c:v>
                </c:pt>
                <c:pt idx="537">
                  <c:v>19.971250951</c:v>
                </c:pt>
                <c:pt idx="538">
                  <c:v>20.004528676</c:v>
                </c:pt>
                <c:pt idx="539">
                  <c:v>20.036604432</c:v>
                </c:pt>
                <c:pt idx="540">
                  <c:v>20.067510652</c:v>
                </c:pt>
                <c:pt idx="541">
                  <c:v>20.0972794</c:v>
                </c:pt>
                <c:pt idx="542">
                  <c:v>20.482596505</c:v>
                </c:pt>
                <c:pt idx="543">
                  <c:v>20.856248947</c:v>
                </c:pt>
                <c:pt idx="544">
                  <c:v>21.18004484</c:v>
                </c:pt>
                <c:pt idx="545">
                  <c:v>21.187010407</c:v>
                </c:pt>
                <c:pt idx="546">
                  <c:v>21.107169653</c:v>
                </c:pt>
                <c:pt idx="547">
                  <c:v>21.018112684</c:v>
                </c:pt>
                <c:pt idx="548">
                  <c:v>20.930238825</c:v>
                </c:pt>
                <c:pt idx="549">
                  <c:v>20.844870344</c:v>
                </c:pt>
                <c:pt idx="550">
                  <c:v>20.762118307</c:v>
                </c:pt>
                <c:pt idx="551">
                  <c:v>20.681924524</c:v>
                </c:pt>
                <c:pt idx="552">
                  <c:v>20.604215145</c:v>
                </c:pt>
                <c:pt idx="553">
                  <c:v>20.528914115</c:v>
                </c:pt>
                <c:pt idx="554">
                  <c:v>20.455947748</c:v>
                </c:pt>
                <c:pt idx="555">
                  <c:v>20.385245178</c:v>
                </c:pt>
                <c:pt idx="556">
                  <c:v>20.316737558</c:v>
                </c:pt>
                <c:pt idx="557">
                  <c:v>20.250358178</c:v>
                </c:pt>
                <c:pt idx="558">
                  <c:v>20.186042455</c:v>
                </c:pt>
                <c:pt idx="559">
                  <c:v>20.123727856</c:v>
                </c:pt>
                <c:pt idx="560">
                  <c:v>20.063353831</c:v>
                </c:pt>
                <c:pt idx="561">
                  <c:v>20.004861746</c:v>
                </c:pt>
                <c:pt idx="562">
                  <c:v>19.948194817</c:v>
                </c:pt>
                <c:pt idx="563">
                  <c:v>19.893298048</c:v>
                </c:pt>
                <c:pt idx="564">
                  <c:v>19.840118168</c:v>
                </c:pt>
                <c:pt idx="565">
                  <c:v>19.788603573</c:v>
                </c:pt>
                <c:pt idx="566">
                  <c:v>19.738704269</c:v>
                </c:pt>
                <c:pt idx="567">
                  <c:v>19.690371816</c:v>
                </c:pt>
                <c:pt idx="568">
                  <c:v>19.643559277</c:v>
                </c:pt>
                <c:pt idx="569">
                  <c:v>19.598221168</c:v>
                </c:pt>
                <c:pt idx="570">
                  <c:v>19.554313406</c:v>
                </c:pt>
                <c:pt idx="571">
                  <c:v>19.511793264</c:v>
                </c:pt>
                <c:pt idx="572">
                  <c:v>19.556387834</c:v>
                </c:pt>
                <c:pt idx="573">
                  <c:v>19.60358557</c:v>
                </c:pt>
                <c:pt idx="574">
                  <c:v>19.649279445</c:v>
                </c:pt>
                <c:pt idx="575">
                  <c:v>19.693490074</c:v>
                </c:pt>
                <c:pt idx="576">
                  <c:v>19.736243114</c:v>
                </c:pt>
                <c:pt idx="577">
                  <c:v>19.77756693</c:v>
                </c:pt>
                <c:pt idx="578">
                  <c:v>19.817491633</c:v>
                </c:pt>
                <c:pt idx="579">
                  <c:v>19.85604853</c:v>
                </c:pt>
                <c:pt idx="580">
                  <c:v>19.893269716</c:v>
                </c:pt>
                <c:pt idx="581">
                  <c:v>19.92918777</c:v>
                </c:pt>
                <c:pt idx="582">
                  <c:v>19.963835503</c:v>
                </c:pt>
                <c:pt idx="583">
                  <c:v>19.997245757</c:v>
                </c:pt>
                <c:pt idx="584">
                  <c:v>20.029451244</c:v>
                </c:pt>
                <c:pt idx="585">
                  <c:v>20.06048442</c:v>
                </c:pt>
                <c:pt idx="586">
                  <c:v>20.090377376</c:v>
                </c:pt>
                <c:pt idx="587">
                  <c:v>20.446507832</c:v>
                </c:pt>
                <c:pt idx="588">
                  <c:v>20.821139451</c:v>
                </c:pt>
                <c:pt idx="589">
                  <c:v>21.162086714</c:v>
                </c:pt>
                <c:pt idx="590">
                  <c:v>21.187678166</c:v>
                </c:pt>
                <c:pt idx="591">
                  <c:v>21.110166161</c:v>
                </c:pt>
                <c:pt idx="592">
                  <c:v>21.021245125</c:v>
                </c:pt>
                <c:pt idx="593">
                  <c:v>20.933213184</c:v>
                </c:pt>
                <c:pt idx="594">
                  <c:v>20.847656216</c:v>
                </c:pt>
                <c:pt idx="595">
                  <c:v>20.764715295</c:v>
                </c:pt>
                <c:pt idx="596">
                  <c:v>20.684339121</c:v>
                </c:pt>
                <c:pt idx="597">
                  <c:v>20.606452941</c:v>
                </c:pt>
                <c:pt idx="598">
                  <c:v>20.530981155</c:v>
                </c:pt>
                <c:pt idx="599">
                  <c:v>20.457850137</c:v>
                </c:pt>
                <c:pt idx="600">
                  <c:v>20.386988545</c:v>
                </c:pt>
                <c:pt idx="601">
                  <c:v>20.318327299</c:v>
                </c:pt>
                <c:pt idx="602">
                  <c:v>20.251799518</c:v>
                </c:pt>
                <c:pt idx="603">
                  <c:v>20.187340451</c:v>
                </c:pt>
                <c:pt idx="604">
                  <c:v>20.1248874</c:v>
                </c:pt>
                <c:pt idx="605">
                  <c:v>20.06437966</c:v>
                </c:pt>
                <c:pt idx="606">
                  <c:v>20.005758443</c:v>
                </c:pt>
                <c:pt idx="607">
                  <c:v>19.94896682</c:v>
                </c:pt>
                <c:pt idx="608">
                  <c:v>19.893949652</c:v>
                </c:pt>
                <c:pt idx="609">
                  <c:v>19.840653532</c:v>
                </c:pt>
                <c:pt idx="610">
                  <c:v>19.789026722</c:v>
                </c:pt>
                <c:pt idx="611">
                  <c:v>19.739019102</c:v>
                </c:pt>
                <c:pt idx="612">
                  <c:v>19.690582108</c:v>
                </c:pt>
                <c:pt idx="613">
                  <c:v>19.643668684</c:v>
                </c:pt>
                <c:pt idx="614">
                  <c:v>19.598233229</c:v>
                </c:pt>
                <c:pt idx="615">
                  <c:v>19.55423155</c:v>
                </c:pt>
                <c:pt idx="616">
                  <c:v>19.511620812</c:v>
                </c:pt>
                <c:pt idx="617">
                  <c:v>19.548743901</c:v>
                </c:pt>
                <c:pt idx="618">
                  <c:v>19.596090767</c:v>
                </c:pt>
                <c:pt idx="619">
                  <c:v>19.641932382</c:v>
                </c:pt>
                <c:pt idx="620">
                  <c:v>19.686288752</c:v>
                </c:pt>
                <c:pt idx="621">
                  <c:v>19.729185237</c:v>
                </c:pt>
                <c:pt idx="622">
                  <c:v>19.770650021</c:v>
                </c:pt>
                <c:pt idx="623">
                  <c:v>19.810713095</c:v>
                </c:pt>
                <c:pt idx="624">
                  <c:v>19.849405677</c:v>
                </c:pt>
                <c:pt idx="625">
                  <c:v>19.886759809</c:v>
                </c:pt>
                <c:pt idx="626">
                  <c:v>19.922808035</c:v>
                </c:pt>
                <c:pt idx="627">
                  <c:v>19.957583153</c:v>
                </c:pt>
                <c:pt idx="628">
                  <c:v>19.991118004</c:v>
                </c:pt>
                <c:pt idx="629">
                  <c:v>20.023445315</c:v>
                </c:pt>
                <c:pt idx="630">
                  <c:v>20.054597562</c:v>
                </c:pt>
                <c:pt idx="631">
                  <c:v>20.084606869</c:v>
                </c:pt>
                <c:pt idx="632">
                  <c:v>20.411469152</c:v>
                </c:pt>
                <c:pt idx="633">
                  <c:v>20.787075661</c:v>
                </c:pt>
                <c:pt idx="634">
                  <c:v>21.141316103</c:v>
                </c:pt>
                <c:pt idx="635">
                  <c:v>21.188942726</c:v>
                </c:pt>
                <c:pt idx="636">
                  <c:v>21.114213629</c:v>
                </c:pt>
                <c:pt idx="637">
                  <c:v>21.025478101</c:v>
                </c:pt>
                <c:pt idx="638">
                  <c:v>20.93729109</c:v>
                </c:pt>
                <c:pt idx="639">
                  <c:v>20.851539007</c:v>
                </c:pt>
                <c:pt idx="640">
                  <c:v>20.768402097</c:v>
                </c:pt>
                <c:pt idx="641">
                  <c:v>20.687835578</c:v>
                </c:pt>
                <c:pt idx="642">
                  <c:v>20.609765199</c:v>
                </c:pt>
                <c:pt idx="643">
                  <c:v>20.53411525</c:v>
                </c:pt>
                <c:pt idx="644">
                  <c:v>20.460811923</c:v>
                </c:pt>
                <c:pt idx="645">
                  <c:v>20.389783688</c:v>
                </c:pt>
                <c:pt idx="646">
                  <c:v>20.320961284</c:v>
                </c:pt>
                <c:pt idx="647">
                  <c:v>20.254277654</c:v>
                </c:pt>
                <c:pt idx="648">
                  <c:v>20.189667875</c:v>
                </c:pt>
                <c:pt idx="649">
                  <c:v>20.127069086</c:v>
                </c:pt>
                <c:pt idx="650">
                  <c:v>20.06642042</c:v>
                </c:pt>
                <c:pt idx="651">
                  <c:v>20.007662939</c:v>
                </c:pt>
                <c:pt idx="652">
                  <c:v>19.950739562</c:v>
                </c:pt>
                <c:pt idx="653">
                  <c:v>19.895595008</c:v>
                </c:pt>
                <c:pt idx="654">
                  <c:v>19.842175731</c:v>
                </c:pt>
                <c:pt idx="655">
                  <c:v>19.79042986</c:v>
                </c:pt>
                <c:pt idx="656">
                  <c:v>19.740307144</c:v>
                </c:pt>
                <c:pt idx="657">
                  <c:v>19.691758895</c:v>
                </c:pt>
                <c:pt idx="658">
                  <c:v>19.644737937</c:v>
                </c:pt>
                <c:pt idx="659">
                  <c:v>19.599198552</c:v>
                </c:pt>
                <c:pt idx="660">
                  <c:v>19.555096433</c:v>
                </c:pt>
                <c:pt idx="661">
                  <c:v>19.512388637</c:v>
                </c:pt>
                <c:pt idx="662">
                  <c:v>19.542014733</c:v>
                </c:pt>
                <c:pt idx="663">
                  <c:v>19.58950468</c:v>
                </c:pt>
                <c:pt idx="664">
                  <c:v>19.63548808</c:v>
                </c:pt>
                <c:pt idx="665">
                  <c:v>19.679984281</c:v>
                </c:pt>
                <c:pt idx="666">
                  <c:v>19.723018335</c:v>
                </c:pt>
                <c:pt idx="667">
                  <c:v>19.764618238</c:v>
                </c:pt>
                <c:pt idx="668">
                  <c:v>19.804813853</c:v>
                </c:pt>
                <c:pt idx="669">
                  <c:v>19.843636313</c:v>
                </c:pt>
                <c:pt idx="670">
                  <c:v>19.8811176</c:v>
                </c:pt>
                <c:pt idx="671">
                  <c:v>19.917290227</c:v>
                </c:pt>
                <c:pt idx="672">
                  <c:v>19.952186974</c:v>
                </c:pt>
                <c:pt idx="673">
                  <c:v>19.985840685</c:v>
                </c:pt>
                <c:pt idx="674">
                  <c:v>20.018284099</c:v>
                </c:pt>
                <c:pt idx="675">
                  <c:v>20.049549713</c:v>
                </c:pt>
                <c:pt idx="676">
                  <c:v>20.079669683</c:v>
                </c:pt>
                <c:pt idx="677">
                  <c:v>20.377184059</c:v>
                </c:pt>
                <c:pt idx="678">
                  <c:v>20.753763434</c:v>
                </c:pt>
                <c:pt idx="679">
                  <c:v>21.1167127</c:v>
                </c:pt>
                <c:pt idx="680">
                  <c:v>21.190411695</c:v>
                </c:pt>
                <c:pt idx="681">
                  <c:v>21.119006719</c:v>
                </c:pt>
                <c:pt idx="682">
                  <c:v>21.030527295</c:v>
                </c:pt>
                <c:pt idx="683">
                  <c:v>20.942187914</c:v>
                </c:pt>
                <c:pt idx="684">
                  <c:v>20.856234272</c:v>
                </c:pt>
                <c:pt idx="685">
                  <c:v>20.77289588</c:v>
                </c:pt>
                <c:pt idx="686">
                  <c:v>20.692133194</c:v>
                </c:pt>
                <c:pt idx="687">
                  <c:v>20.613872807</c:v>
                </c:pt>
                <c:pt idx="688">
                  <c:v>20.538038948</c:v>
                </c:pt>
                <c:pt idx="689">
                  <c:v>20.464557631</c:v>
                </c:pt>
                <c:pt idx="690">
                  <c:v>20.393357139</c:v>
                </c:pt>
                <c:pt idx="691">
                  <c:v>20.324368027</c:v>
                </c:pt>
                <c:pt idx="692">
                  <c:v>20.257523059</c:v>
                </c:pt>
                <c:pt idx="693">
                  <c:v>20.192757142</c:v>
                </c:pt>
                <c:pt idx="694">
                  <c:v>20.130007246</c:v>
                </c:pt>
                <c:pt idx="695">
                  <c:v>20.069212347</c:v>
                </c:pt>
                <c:pt idx="696">
                  <c:v>20.010313348</c:v>
                </c:pt>
                <c:pt idx="697">
                  <c:v>19.95325302</c:v>
                </c:pt>
                <c:pt idx="698">
                  <c:v>19.897975937</c:v>
                </c:pt>
                <c:pt idx="699">
                  <c:v>19.844428412</c:v>
                </c:pt>
                <c:pt idx="700">
                  <c:v>19.792558441</c:v>
                </c:pt>
                <c:pt idx="701">
                  <c:v>19.742315641</c:v>
                </c:pt>
                <c:pt idx="702">
                  <c:v>19.693651199</c:v>
                </c:pt>
                <c:pt idx="703">
                  <c:v>19.646517816</c:v>
                </c:pt>
                <c:pt idx="704">
                  <c:v>19.600869657</c:v>
                </c:pt>
                <c:pt idx="705">
                  <c:v>19.556662301</c:v>
                </c:pt>
                <c:pt idx="706">
                  <c:v>19.513852694</c:v>
                </c:pt>
                <c:pt idx="707">
                  <c:v>19.535957818</c:v>
                </c:pt>
                <c:pt idx="708">
                  <c:v>19.583586481</c:v>
                </c:pt>
                <c:pt idx="709">
                  <c:v>19.629707393</c:v>
                </c:pt>
                <c:pt idx="710">
                  <c:v>19.674339198</c:v>
                </c:pt>
                <c:pt idx="711">
                  <c:v>19.717506619</c:v>
                </c:pt>
                <c:pt idx="712">
                  <c:v>19.75923746</c:v>
                </c:pt>
                <c:pt idx="713">
                  <c:v>19.799561453</c:v>
                </c:pt>
                <c:pt idx="714">
                  <c:v>19.838509641</c:v>
                </c:pt>
                <c:pt idx="715">
                  <c:v>19.876113949</c:v>
                </c:pt>
                <c:pt idx="716">
                  <c:v>19.912406852</c:v>
                </c:pt>
                <c:pt idx="717">
                  <c:v>19.947421116</c:v>
                </c:pt>
                <c:pt idx="718">
                  <c:v>19.981189584</c:v>
                </c:pt>
                <c:pt idx="719">
                  <c:v>20.013745007</c:v>
                </c:pt>
                <c:pt idx="720">
                  <c:v>20.045119906</c:v>
                </c:pt>
                <c:pt idx="721">
                  <c:v>20.075346467</c:v>
                </c:pt>
                <c:pt idx="722">
                  <c:v>20.085172303</c:v>
                </c:pt>
              </c:numCache>
            </c:numRef>
          </c:yVal>
        </c:ser>
        <c:ser>
          <c:idx val="3"/>
          <c:order val="3"/>
          <c:tx>
            <c:v>Coolant, bypass</c:v>
          </c:tx>
          <c:spPr>
            <a:ln xmlns:a="http://schemas.openxmlformats.org/drawingml/2006/main" w="23813">
              <a:solidFill>
                <a:srgbClr val="4675AD"/>
              </a:solidFill>
            </a:ln>
          </c:spPr>
          <c:marker>
            <c:symbol val="none"/>
          </c:marker>
          <c:xVal>
            <c:numRef>
              <c:f>'Chart Data'!$G$2:$G$724</c:f>
              <c:numCache>
                <c:formatCode>General</c:formatCode>
                <c:ptCount val="723"/>
                <c:pt idx="0">
                  <c:v>0</c:v>
                </c:pt>
                <c:pt idx="1">
                  <c:v>0.0333333333333</c:v>
                </c:pt>
                <c:pt idx="2">
                  <c:v>0.0666666666667</c:v>
                </c:pt>
                <c:pt idx="3">
                  <c:v>0.1</c:v>
                </c:pt>
                <c:pt idx="4">
                  <c:v>0.133333333333</c:v>
                </c:pt>
                <c:pt idx="5">
                  <c:v>0.166666666667</c:v>
                </c:pt>
                <c:pt idx="6">
                  <c:v>0.2</c:v>
                </c:pt>
                <c:pt idx="7">
                  <c:v>0.233333333333</c:v>
                </c:pt>
                <c:pt idx="8">
                  <c:v>0.266666666667</c:v>
                </c:pt>
                <c:pt idx="9">
                  <c:v>0.3</c:v>
                </c:pt>
                <c:pt idx="10">
                  <c:v>0.333333333333</c:v>
                </c:pt>
                <c:pt idx="11">
                  <c:v>0.366666666667</c:v>
                </c:pt>
                <c:pt idx="12">
                  <c:v>0.4</c:v>
                </c:pt>
                <c:pt idx="13">
                  <c:v>0.433333333333</c:v>
                </c:pt>
                <c:pt idx="14">
                  <c:v>0.466666666667</c:v>
                </c:pt>
                <c:pt idx="15">
                  <c:v>0.5</c:v>
                </c:pt>
                <c:pt idx="16">
                  <c:v>0.533333333333</c:v>
                </c:pt>
                <c:pt idx="17">
                  <c:v>0.566666666667</c:v>
                </c:pt>
                <c:pt idx="18">
                  <c:v>0.6</c:v>
                </c:pt>
                <c:pt idx="19">
                  <c:v>0.633333333333</c:v>
                </c:pt>
                <c:pt idx="20">
                  <c:v>0.666666666667</c:v>
                </c:pt>
                <c:pt idx="21">
                  <c:v>0.7</c:v>
                </c:pt>
                <c:pt idx="22">
                  <c:v>0.733333333333</c:v>
                </c:pt>
                <c:pt idx="23">
                  <c:v>0.766666666667</c:v>
                </c:pt>
                <c:pt idx="24">
                  <c:v>0.8</c:v>
                </c:pt>
                <c:pt idx="25">
                  <c:v>0.833333333333</c:v>
                </c:pt>
                <c:pt idx="26">
                  <c:v>0.866666666667</c:v>
                </c:pt>
                <c:pt idx="27">
                  <c:v>0.9</c:v>
                </c:pt>
                <c:pt idx="28">
                  <c:v>0.933333333333</c:v>
                </c:pt>
                <c:pt idx="29">
                  <c:v>0.966666666667</c:v>
                </c:pt>
                <c:pt idx="30">
                  <c:v>1</c:v>
                </c:pt>
                <c:pt idx="31">
                  <c:v>1.03055555556</c:v>
                </c:pt>
                <c:pt idx="32">
                  <c:v>1.06388888889</c:v>
                </c:pt>
                <c:pt idx="33">
                  <c:v>1.09722222222</c:v>
                </c:pt>
                <c:pt idx="34">
                  <c:v>1.13055555556</c:v>
                </c:pt>
                <c:pt idx="35">
                  <c:v>1.16388888889</c:v>
                </c:pt>
                <c:pt idx="36">
                  <c:v>1.19722222222</c:v>
                </c:pt>
                <c:pt idx="37">
                  <c:v>1.23055555556</c:v>
                </c:pt>
                <c:pt idx="38">
                  <c:v>1.26388888889</c:v>
                </c:pt>
                <c:pt idx="39">
                  <c:v>1.29722222222</c:v>
                </c:pt>
                <c:pt idx="40">
                  <c:v>1.33055555556</c:v>
                </c:pt>
                <c:pt idx="41">
                  <c:v>1.36388888889</c:v>
                </c:pt>
                <c:pt idx="42">
                  <c:v>1.39722222222</c:v>
                </c:pt>
                <c:pt idx="43">
                  <c:v>1.43055555556</c:v>
                </c:pt>
                <c:pt idx="44">
                  <c:v>1.46388888889</c:v>
                </c:pt>
                <c:pt idx="45">
                  <c:v>1.49722222222</c:v>
                </c:pt>
                <c:pt idx="46">
                  <c:v>1.53055555556</c:v>
                </c:pt>
                <c:pt idx="47">
                  <c:v>1.56388888889</c:v>
                </c:pt>
                <c:pt idx="48">
                  <c:v>1.59722222222</c:v>
                </c:pt>
                <c:pt idx="49">
                  <c:v>1.63055555556</c:v>
                </c:pt>
                <c:pt idx="50">
                  <c:v>1.66388888889</c:v>
                </c:pt>
                <c:pt idx="51">
                  <c:v>1.69722222222</c:v>
                </c:pt>
                <c:pt idx="52">
                  <c:v>1.73055555556</c:v>
                </c:pt>
                <c:pt idx="53">
                  <c:v>1.76388888889</c:v>
                </c:pt>
                <c:pt idx="54">
                  <c:v>1.79722222222</c:v>
                </c:pt>
                <c:pt idx="55">
                  <c:v>1.83055555556</c:v>
                </c:pt>
                <c:pt idx="56">
                  <c:v>1.86388888889</c:v>
                </c:pt>
                <c:pt idx="57">
                  <c:v>1.89722222222</c:v>
                </c:pt>
                <c:pt idx="58">
                  <c:v>1.93055555556</c:v>
                </c:pt>
                <c:pt idx="59">
                  <c:v>1.96388888889</c:v>
                </c:pt>
                <c:pt idx="60">
                  <c:v>1.99722222222</c:v>
                </c:pt>
                <c:pt idx="61">
                  <c:v>2.03055555556</c:v>
                </c:pt>
                <c:pt idx="62">
                  <c:v>2.06388888889</c:v>
                </c:pt>
                <c:pt idx="63">
                  <c:v>2.09722222222</c:v>
                </c:pt>
                <c:pt idx="64">
                  <c:v>2.13055555556</c:v>
                </c:pt>
                <c:pt idx="65">
                  <c:v>2.16388888889</c:v>
                </c:pt>
                <c:pt idx="66">
                  <c:v>2.19722222222</c:v>
                </c:pt>
                <c:pt idx="67">
                  <c:v>2.23055555556</c:v>
                </c:pt>
                <c:pt idx="68">
                  <c:v>2.26388888889</c:v>
                </c:pt>
                <c:pt idx="69">
                  <c:v>2.29722222222</c:v>
                </c:pt>
                <c:pt idx="70">
                  <c:v>2.33055555556</c:v>
                </c:pt>
                <c:pt idx="71">
                  <c:v>2.36388888889</c:v>
                </c:pt>
                <c:pt idx="72">
                  <c:v>2.39722222222</c:v>
                </c:pt>
                <c:pt idx="73">
                  <c:v>2.43055555556</c:v>
                </c:pt>
                <c:pt idx="74">
                  <c:v>2.46388888889</c:v>
                </c:pt>
                <c:pt idx="75">
                  <c:v>2.49722222222</c:v>
                </c:pt>
                <c:pt idx="76">
                  <c:v>2.52777777778</c:v>
                </c:pt>
                <c:pt idx="77">
                  <c:v>2.56111111111</c:v>
                </c:pt>
                <c:pt idx="78">
                  <c:v>2.59444444444</c:v>
                </c:pt>
                <c:pt idx="79">
                  <c:v>2.62777777778</c:v>
                </c:pt>
                <c:pt idx="80">
                  <c:v>2.66111111111</c:v>
                </c:pt>
                <c:pt idx="81">
                  <c:v>2.69444444444</c:v>
                </c:pt>
                <c:pt idx="82">
                  <c:v>2.72777777778</c:v>
                </c:pt>
                <c:pt idx="83">
                  <c:v>2.76111111111</c:v>
                </c:pt>
                <c:pt idx="84">
                  <c:v>2.79444444444</c:v>
                </c:pt>
                <c:pt idx="85">
                  <c:v>2.82777777778</c:v>
                </c:pt>
                <c:pt idx="86">
                  <c:v>2.86111111111</c:v>
                </c:pt>
                <c:pt idx="87">
                  <c:v>2.89444444444</c:v>
                </c:pt>
                <c:pt idx="88">
                  <c:v>2.92777777778</c:v>
                </c:pt>
                <c:pt idx="89">
                  <c:v>2.96111111111</c:v>
                </c:pt>
                <c:pt idx="90">
                  <c:v>2.99444444444</c:v>
                </c:pt>
                <c:pt idx="91">
                  <c:v>3.02777777778</c:v>
                </c:pt>
                <c:pt idx="92">
                  <c:v>3.06111111111</c:v>
                </c:pt>
                <c:pt idx="93">
                  <c:v>3.09444444444</c:v>
                </c:pt>
                <c:pt idx="94">
                  <c:v>3.12777777778</c:v>
                </c:pt>
                <c:pt idx="95">
                  <c:v>3.16111111111</c:v>
                </c:pt>
                <c:pt idx="96">
                  <c:v>3.19444444444</c:v>
                </c:pt>
                <c:pt idx="97">
                  <c:v>3.22777777778</c:v>
                </c:pt>
                <c:pt idx="98">
                  <c:v>3.26111111111</c:v>
                </c:pt>
                <c:pt idx="99">
                  <c:v>3.29444444444</c:v>
                </c:pt>
                <c:pt idx="100">
                  <c:v>3.32777777778</c:v>
                </c:pt>
                <c:pt idx="101">
                  <c:v>3.36111111111</c:v>
                </c:pt>
                <c:pt idx="102">
                  <c:v>3.39444444444</c:v>
                </c:pt>
                <c:pt idx="103">
                  <c:v>3.42777777778</c:v>
                </c:pt>
                <c:pt idx="104">
                  <c:v>3.46111111111</c:v>
                </c:pt>
                <c:pt idx="105">
                  <c:v>3.49444444444</c:v>
                </c:pt>
                <c:pt idx="106">
                  <c:v>3.52777777778</c:v>
                </c:pt>
                <c:pt idx="107">
                  <c:v>3.56111111111</c:v>
                </c:pt>
                <c:pt idx="108">
                  <c:v>3.59444444444</c:v>
                </c:pt>
                <c:pt idx="109">
                  <c:v>3.62777777778</c:v>
                </c:pt>
                <c:pt idx="110">
                  <c:v>3.66111111111</c:v>
                </c:pt>
                <c:pt idx="111">
                  <c:v>3.69444444444</c:v>
                </c:pt>
                <c:pt idx="112">
                  <c:v>3.72777777778</c:v>
                </c:pt>
                <c:pt idx="113">
                  <c:v>3.76111111111</c:v>
                </c:pt>
                <c:pt idx="114">
                  <c:v>3.79444444444</c:v>
                </c:pt>
                <c:pt idx="115">
                  <c:v>3.82777777778</c:v>
                </c:pt>
                <c:pt idx="116">
                  <c:v>3.86111111111</c:v>
                </c:pt>
                <c:pt idx="117">
                  <c:v>3.89444444444</c:v>
                </c:pt>
                <c:pt idx="118">
                  <c:v>3.92777777778</c:v>
                </c:pt>
                <c:pt idx="119">
                  <c:v>3.96111111111</c:v>
                </c:pt>
                <c:pt idx="120">
                  <c:v>3.99444444444</c:v>
                </c:pt>
                <c:pt idx="121">
                  <c:v>4.025</c:v>
                </c:pt>
                <c:pt idx="122">
                  <c:v>4.05833333333</c:v>
                </c:pt>
                <c:pt idx="123">
                  <c:v>4.09166666667</c:v>
                </c:pt>
                <c:pt idx="124">
                  <c:v>4.125</c:v>
                </c:pt>
                <c:pt idx="125">
                  <c:v>4.15833333333</c:v>
                </c:pt>
                <c:pt idx="126">
                  <c:v>4.19166666667</c:v>
                </c:pt>
                <c:pt idx="127">
                  <c:v>4.225</c:v>
                </c:pt>
                <c:pt idx="128">
                  <c:v>4.25833333333</c:v>
                </c:pt>
                <c:pt idx="129">
                  <c:v>4.29166666667</c:v>
                </c:pt>
                <c:pt idx="130">
                  <c:v>4.325</c:v>
                </c:pt>
                <c:pt idx="131">
                  <c:v>4.35833333333</c:v>
                </c:pt>
                <c:pt idx="132">
                  <c:v>4.39166666667</c:v>
                </c:pt>
                <c:pt idx="133">
                  <c:v>4.425</c:v>
                </c:pt>
                <c:pt idx="134">
                  <c:v>4.45833333333</c:v>
                </c:pt>
                <c:pt idx="135">
                  <c:v>4.49166666667</c:v>
                </c:pt>
                <c:pt idx="136">
                  <c:v>4.525</c:v>
                </c:pt>
                <c:pt idx="137">
                  <c:v>4.55833333333</c:v>
                </c:pt>
                <c:pt idx="138">
                  <c:v>4.59166666667</c:v>
                </c:pt>
                <c:pt idx="139">
                  <c:v>4.625</c:v>
                </c:pt>
                <c:pt idx="140">
                  <c:v>4.65833333333</c:v>
                </c:pt>
                <c:pt idx="141">
                  <c:v>4.69166666667</c:v>
                </c:pt>
                <c:pt idx="142">
                  <c:v>4.725</c:v>
                </c:pt>
                <c:pt idx="143">
                  <c:v>4.75833333333</c:v>
                </c:pt>
                <c:pt idx="144">
                  <c:v>4.79166666667</c:v>
                </c:pt>
                <c:pt idx="145">
                  <c:v>4.825</c:v>
                </c:pt>
                <c:pt idx="146">
                  <c:v>4.85833333333</c:v>
                </c:pt>
                <c:pt idx="147">
                  <c:v>4.89166666667</c:v>
                </c:pt>
                <c:pt idx="148">
                  <c:v>4.925</c:v>
                </c:pt>
                <c:pt idx="149">
                  <c:v>4.95833333333</c:v>
                </c:pt>
                <c:pt idx="150">
                  <c:v>4.99166666667</c:v>
                </c:pt>
                <c:pt idx="151">
                  <c:v>5.025</c:v>
                </c:pt>
                <c:pt idx="152">
                  <c:v>5.05833333333</c:v>
                </c:pt>
                <c:pt idx="153">
                  <c:v>5.09166666667</c:v>
                </c:pt>
                <c:pt idx="154">
                  <c:v>5.125</c:v>
                </c:pt>
                <c:pt idx="155">
                  <c:v>5.15833333333</c:v>
                </c:pt>
                <c:pt idx="156">
                  <c:v>5.19166666667</c:v>
                </c:pt>
                <c:pt idx="157">
                  <c:v>5.225</c:v>
                </c:pt>
                <c:pt idx="158">
                  <c:v>5.25833333333</c:v>
                </c:pt>
                <c:pt idx="159">
                  <c:v>5.29166666667</c:v>
                </c:pt>
                <c:pt idx="160">
                  <c:v>5.325</c:v>
                </c:pt>
                <c:pt idx="161">
                  <c:v>5.35833333333</c:v>
                </c:pt>
                <c:pt idx="162">
                  <c:v>5.39166666667</c:v>
                </c:pt>
                <c:pt idx="163">
                  <c:v>5.425</c:v>
                </c:pt>
                <c:pt idx="164">
                  <c:v>5.45833333333</c:v>
                </c:pt>
                <c:pt idx="165">
                  <c:v>5.49166666667</c:v>
                </c:pt>
                <c:pt idx="166">
                  <c:v>5.52222222222</c:v>
                </c:pt>
                <c:pt idx="167">
                  <c:v>5.55555555556</c:v>
                </c:pt>
                <c:pt idx="168">
                  <c:v>5.58888888889</c:v>
                </c:pt>
                <c:pt idx="169">
                  <c:v>5.62222222222</c:v>
                </c:pt>
                <c:pt idx="170">
                  <c:v>5.65555555556</c:v>
                </c:pt>
                <c:pt idx="171">
                  <c:v>5.68888888889</c:v>
                </c:pt>
                <c:pt idx="172">
                  <c:v>5.72222222222</c:v>
                </c:pt>
                <c:pt idx="173">
                  <c:v>5.75555555556</c:v>
                </c:pt>
                <c:pt idx="174">
                  <c:v>5.78888888889</c:v>
                </c:pt>
                <c:pt idx="175">
                  <c:v>5.82222222222</c:v>
                </c:pt>
                <c:pt idx="176">
                  <c:v>5.85555555556</c:v>
                </c:pt>
                <c:pt idx="177">
                  <c:v>5.88888888889</c:v>
                </c:pt>
                <c:pt idx="178">
                  <c:v>5.92222222222</c:v>
                </c:pt>
                <c:pt idx="179">
                  <c:v>5.95555555556</c:v>
                </c:pt>
                <c:pt idx="180">
                  <c:v>5.98888888889</c:v>
                </c:pt>
                <c:pt idx="181">
                  <c:v>6.02222222222</c:v>
                </c:pt>
                <c:pt idx="182">
                  <c:v>6.05555555556</c:v>
                </c:pt>
                <c:pt idx="183">
                  <c:v>6.08888888889</c:v>
                </c:pt>
                <c:pt idx="184">
                  <c:v>6.12222222222</c:v>
                </c:pt>
                <c:pt idx="185">
                  <c:v>6.15555555556</c:v>
                </c:pt>
                <c:pt idx="186">
                  <c:v>6.18888888889</c:v>
                </c:pt>
                <c:pt idx="187">
                  <c:v>6.22222222222</c:v>
                </c:pt>
                <c:pt idx="188">
                  <c:v>6.25555555556</c:v>
                </c:pt>
                <c:pt idx="189">
                  <c:v>6.28888888889</c:v>
                </c:pt>
                <c:pt idx="190">
                  <c:v>6.32222222222</c:v>
                </c:pt>
                <c:pt idx="191">
                  <c:v>6.35555555556</c:v>
                </c:pt>
                <c:pt idx="192">
                  <c:v>6.38888888889</c:v>
                </c:pt>
                <c:pt idx="193">
                  <c:v>6.42222222222</c:v>
                </c:pt>
                <c:pt idx="194">
                  <c:v>6.45555555556</c:v>
                </c:pt>
                <c:pt idx="195">
                  <c:v>6.48888888889</c:v>
                </c:pt>
                <c:pt idx="196">
                  <c:v>6.52222222222</c:v>
                </c:pt>
                <c:pt idx="197">
                  <c:v>6.55555555556</c:v>
                </c:pt>
                <c:pt idx="198">
                  <c:v>6.58888888889</c:v>
                </c:pt>
                <c:pt idx="199">
                  <c:v>6.62222222222</c:v>
                </c:pt>
                <c:pt idx="200">
                  <c:v>6.65555555556</c:v>
                </c:pt>
                <c:pt idx="201">
                  <c:v>6.68888888889</c:v>
                </c:pt>
                <c:pt idx="202">
                  <c:v>6.72222222222</c:v>
                </c:pt>
                <c:pt idx="203">
                  <c:v>6.75555555556</c:v>
                </c:pt>
                <c:pt idx="204">
                  <c:v>6.78888888889</c:v>
                </c:pt>
                <c:pt idx="205">
                  <c:v>6.82222222222</c:v>
                </c:pt>
                <c:pt idx="206">
                  <c:v>6.85555555556</c:v>
                </c:pt>
                <c:pt idx="207">
                  <c:v>6.88888888889</c:v>
                </c:pt>
                <c:pt idx="208">
                  <c:v>6.92222222222</c:v>
                </c:pt>
                <c:pt idx="209">
                  <c:v>6.95555555556</c:v>
                </c:pt>
                <c:pt idx="210">
                  <c:v>6.98888888889</c:v>
                </c:pt>
                <c:pt idx="211">
                  <c:v>7.01944444444</c:v>
                </c:pt>
                <c:pt idx="212">
                  <c:v>7.05277777778</c:v>
                </c:pt>
                <c:pt idx="213">
                  <c:v>7.08611111111</c:v>
                </c:pt>
                <c:pt idx="214">
                  <c:v>7.11944444444</c:v>
                </c:pt>
                <c:pt idx="215">
                  <c:v>7.15277777778</c:v>
                </c:pt>
                <c:pt idx="216">
                  <c:v>7.18611111111</c:v>
                </c:pt>
                <c:pt idx="217">
                  <c:v>7.21944444444</c:v>
                </c:pt>
                <c:pt idx="218">
                  <c:v>7.25277777778</c:v>
                </c:pt>
                <c:pt idx="219">
                  <c:v>7.28611111111</c:v>
                </c:pt>
                <c:pt idx="220">
                  <c:v>7.31944444444</c:v>
                </c:pt>
                <c:pt idx="221">
                  <c:v>7.35277777778</c:v>
                </c:pt>
                <c:pt idx="222">
                  <c:v>7.38611111111</c:v>
                </c:pt>
                <c:pt idx="223">
                  <c:v>7.41944444444</c:v>
                </c:pt>
                <c:pt idx="224">
                  <c:v>7.45277777778</c:v>
                </c:pt>
                <c:pt idx="225">
                  <c:v>7.48611111111</c:v>
                </c:pt>
                <c:pt idx="226">
                  <c:v>7.51944444444</c:v>
                </c:pt>
                <c:pt idx="227">
                  <c:v>7.55277777778</c:v>
                </c:pt>
                <c:pt idx="228">
                  <c:v>7.58611111111</c:v>
                </c:pt>
                <c:pt idx="229">
                  <c:v>7.61944444444</c:v>
                </c:pt>
                <c:pt idx="230">
                  <c:v>7.65277777778</c:v>
                </c:pt>
                <c:pt idx="231">
                  <c:v>7.68611111111</c:v>
                </c:pt>
                <c:pt idx="232">
                  <c:v>7.71944444444</c:v>
                </c:pt>
                <c:pt idx="233">
                  <c:v>7.75277777778</c:v>
                </c:pt>
                <c:pt idx="234">
                  <c:v>7.78611111111</c:v>
                </c:pt>
                <c:pt idx="235">
                  <c:v>7.81944444444</c:v>
                </c:pt>
                <c:pt idx="236">
                  <c:v>7.85277777778</c:v>
                </c:pt>
                <c:pt idx="237">
                  <c:v>7.88611111111</c:v>
                </c:pt>
                <c:pt idx="238">
                  <c:v>7.91944444444</c:v>
                </c:pt>
                <c:pt idx="239">
                  <c:v>7.95277777778</c:v>
                </c:pt>
                <c:pt idx="240">
                  <c:v>7.98611111111</c:v>
                </c:pt>
                <c:pt idx="241">
                  <c:v>8.01944444444</c:v>
                </c:pt>
                <c:pt idx="242">
                  <c:v>8.05277777778</c:v>
                </c:pt>
                <c:pt idx="243">
                  <c:v>8.08611111111</c:v>
                </c:pt>
                <c:pt idx="244">
                  <c:v>8.11944444444</c:v>
                </c:pt>
                <c:pt idx="245">
                  <c:v>8.15277777778</c:v>
                </c:pt>
                <c:pt idx="246">
                  <c:v>8.18611111111</c:v>
                </c:pt>
                <c:pt idx="247">
                  <c:v>8.21944444444</c:v>
                </c:pt>
                <c:pt idx="248">
                  <c:v>8.25277777778</c:v>
                </c:pt>
                <c:pt idx="249">
                  <c:v>8.28611111111</c:v>
                </c:pt>
                <c:pt idx="250">
                  <c:v>8.31944444444</c:v>
                </c:pt>
                <c:pt idx="251">
                  <c:v>8.35277777778</c:v>
                </c:pt>
                <c:pt idx="252">
                  <c:v>8.38611111111</c:v>
                </c:pt>
                <c:pt idx="253">
                  <c:v>8.41944444444</c:v>
                </c:pt>
                <c:pt idx="254">
                  <c:v>8.45277777778</c:v>
                </c:pt>
                <c:pt idx="255">
                  <c:v>8.48611111111</c:v>
                </c:pt>
                <c:pt idx="256">
                  <c:v>8.51666666667</c:v>
                </c:pt>
                <c:pt idx="257">
                  <c:v>8.55</c:v>
                </c:pt>
                <c:pt idx="258">
                  <c:v>8.58333333333</c:v>
                </c:pt>
                <c:pt idx="259">
                  <c:v>8.61666666667</c:v>
                </c:pt>
                <c:pt idx="260">
                  <c:v>8.65</c:v>
                </c:pt>
                <c:pt idx="261">
                  <c:v>8.68333333333</c:v>
                </c:pt>
                <c:pt idx="262">
                  <c:v>8.71666666667</c:v>
                </c:pt>
                <c:pt idx="263">
                  <c:v>8.75</c:v>
                </c:pt>
                <c:pt idx="264">
                  <c:v>8.78333333333</c:v>
                </c:pt>
                <c:pt idx="265">
                  <c:v>8.81666666667</c:v>
                </c:pt>
                <c:pt idx="266">
                  <c:v>8.85</c:v>
                </c:pt>
                <c:pt idx="267">
                  <c:v>8.88333333333</c:v>
                </c:pt>
                <c:pt idx="268">
                  <c:v>8.91666666667</c:v>
                </c:pt>
                <c:pt idx="269">
                  <c:v>8.95</c:v>
                </c:pt>
                <c:pt idx="270">
                  <c:v>8.98333333333</c:v>
                </c:pt>
                <c:pt idx="271">
                  <c:v>9.01666666667</c:v>
                </c:pt>
                <c:pt idx="272">
                  <c:v>9.05</c:v>
                </c:pt>
                <c:pt idx="273">
                  <c:v>9.08333333333</c:v>
                </c:pt>
                <c:pt idx="274">
                  <c:v>9.11666666667</c:v>
                </c:pt>
                <c:pt idx="275">
                  <c:v>9.15</c:v>
                </c:pt>
                <c:pt idx="276">
                  <c:v>9.18333333333</c:v>
                </c:pt>
                <c:pt idx="277">
                  <c:v>9.21666666667</c:v>
                </c:pt>
                <c:pt idx="278">
                  <c:v>9.25</c:v>
                </c:pt>
                <c:pt idx="279">
                  <c:v>9.28333333333</c:v>
                </c:pt>
                <c:pt idx="280">
                  <c:v>9.31666666667</c:v>
                </c:pt>
                <c:pt idx="281">
                  <c:v>9.35</c:v>
                </c:pt>
                <c:pt idx="282">
                  <c:v>9.38333333333</c:v>
                </c:pt>
                <c:pt idx="283">
                  <c:v>9.41666666667</c:v>
                </c:pt>
                <c:pt idx="284">
                  <c:v>9.45</c:v>
                </c:pt>
                <c:pt idx="285">
                  <c:v>9.48333333333</c:v>
                </c:pt>
                <c:pt idx="286">
                  <c:v>9.51666666667</c:v>
                </c:pt>
                <c:pt idx="287">
                  <c:v>9.55</c:v>
                </c:pt>
                <c:pt idx="288">
                  <c:v>9.58333333333</c:v>
                </c:pt>
                <c:pt idx="289">
                  <c:v>9.61666666667</c:v>
                </c:pt>
                <c:pt idx="290">
                  <c:v>9.65</c:v>
                </c:pt>
                <c:pt idx="291">
                  <c:v>9.68333333333</c:v>
                </c:pt>
                <c:pt idx="292">
                  <c:v>9.71666666667</c:v>
                </c:pt>
                <c:pt idx="293">
                  <c:v>9.75</c:v>
                </c:pt>
                <c:pt idx="294">
                  <c:v>9.78333333333</c:v>
                </c:pt>
                <c:pt idx="295">
                  <c:v>9.81666666667</c:v>
                </c:pt>
                <c:pt idx="296">
                  <c:v>9.85</c:v>
                </c:pt>
                <c:pt idx="297">
                  <c:v>9.88333333333</c:v>
                </c:pt>
                <c:pt idx="298">
                  <c:v>9.91666666667</c:v>
                </c:pt>
                <c:pt idx="299">
                  <c:v>9.95</c:v>
                </c:pt>
                <c:pt idx="300">
                  <c:v>9.98333333333</c:v>
                </c:pt>
                <c:pt idx="301">
                  <c:v>10.0138888889</c:v>
                </c:pt>
                <c:pt idx="302">
                  <c:v>10.0472222222</c:v>
                </c:pt>
                <c:pt idx="303">
                  <c:v>10.0805555556</c:v>
                </c:pt>
                <c:pt idx="304">
                  <c:v>10.1138888889</c:v>
                </c:pt>
                <c:pt idx="305">
                  <c:v>10.1472222222</c:v>
                </c:pt>
                <c:pt idx="306">
                  <c:v>10.1805555556</c:v>
                </c:pt>
                <c:pt idx="307">
                  <c:v>10.2138888889</c:v>
                </c:pt>
                <c:pt idx="308">
                  <c:v>10.2472222222</c:v>
                </c:pt>
                <c:pt idx="309">
                  <c:v>10.2805555556</c:v>
                </c:pt>
                <c:pt idx="310">
                  <c:v>10.3138888889</c:v>
                </c:pt>
                <c:pt idx="311">
                  <c:v>10.3472222222</c:v>
                </c:pt>
                <c:pt idx="312">
                  <c:v>10.3805555556</c:v>
                </c:pt>
                <c:pt idx="313">
                  <c:v>10.4138888889</c:v>
                </c:pt>
                <c:pt idx="314">
                  <c:v>10.4472222222</c:v>
                </c:pt>
                <c:pt idx="315">
                  <c:v>10.4805555556</c:v>
                </c:pt>
                <c:pt idx="316">
                  <c:v>10.5138888889</c:v>
                </c:pt>
                <c:pt idx="317">
                  <c:v>10.5472222222</c:v>
                </c:pt>
                <c:pt idx="318">
                  <c:v>10.5805555556</c:v>
                </c:pt>
                <c:pt idx="319">
                  <c:v>10.6138888889</c:v>
                </c:pt>
                <c:pt idx="320">
                  <c:v>10.6472222222</c:v>
                </c:pt>
                <c:pt idx="321">
                  <c:v>10.6805555556</c:v>
                </c:pt>
                <c:pt idx="322">
                  <c:v>10.7138888889</c:v>
                </c:pt>
                <c:pt idx="323">
                  <c:v>10.7472222222</c:v>
                </c:pt>
                <c:pt idx="324">
                  <c:v>10.7805555556</c:v>
                </c:pt>
                <c:pt idx="325">
                  <c:v>10.8138888889</c:v>
                </c:pt>
                <c:pt idx="326">
                  <c:v>10.8472222222</c:v>
                </c:pt>
                <c:pt idx="327">
                  <c:v>10.8805555556</c:v>
                </c:pt>
                <c:pt idx="328">
                  <c:v>10.9138888889</c:v>
                </c:pt>
                <c:pt idx="329">
                  <c:v>10.9472222222</c:v>
                </c:pt>
                <c:pt idx="330">
                  <c:v>10.9805555556</c:v>
                </c:pt>
                <c:pt idx="331">
                  <c:v>11.0138888889</c:v>
                </c:pt>
                <c:pt idx="332">
                  <c:v>11.0472222222</c:v>
                </c:pt>
                <c:pt idx="333">
                  <c:v>11.0805555556</c:v>
                </c:pt>
                <c:pt idx="334">
                  <c:v>11.1138888889</c:v>
                </c:pt>
                <c:pt idx="335">
                  <c:v>11.1472222222</c:v>
                </c:pt>
                <c:pt idx="336">
                  <c:v>11.1805555556</c:v>
                </c:pt>
                <c:pt idx="337">
                  <c:v>11.2138888889</c:v>
                </c:pt>
                <c:pt idx="338">
                  <c:v>11.2472222222</c:v>
                </c:pt>
                <c:pt idx="339">
                  <c:v>11.2805555556</c:v>
                </c:pt>
                <c:pt idx="340">
                  <c:v>11.3138888889</c:v>
                </c:pt>
                <c:pt idx="341">
                  <c:v>11.3472222222</c:v>
                </c:pt>
                <c:pt idx="342">
                  <c:v>11.3805555556</c:v>
                </c:pt>
                <c:pt idx="343">
                  <c:v>11.4138888889</c:v>
                </c:pt>
                <c:pt idx="344">
                  <c:v>11.4472222222</c:v>
                </c:pt>
                <c:pt idx="345">
                  <c:v>11.4805555556</c:v>
                </c:pt>
                <c:pt idx="346">
                  <c:v>11.5111111111</c:v>
                </c:pt>
                <c:pt idx="347">
                  <c:v>11.5444444444</c:v>
                </c:pt>
                <c:pt idx="348">
                  <c:v>11.5777777778</c:v>
                </c:pt>
                <c:pt idx="349">
                  <c:v>11.6111111111</c:v>
                </c:pt>
                <c:pt idx="350">
                  <c:v>11.6444444444</c:v>
                </c:pt>
                <c:pt idx="351">
                  <c:v>11.6777777778</c:v>
                </c:pt>
                <c:pt idx="352">
                  <c:v>11.7111111111</c:v>
                </c:pt>
                <c:pt idx="353">
                  <c:v>11.7444444444</c:v>
                </c:pt>
                <c:pt idx="354">
                  <c:v>11.7777777778</c:v>
                </c:pt>
                <c:pt idx="355">
                  <c:v>11.8111111111</c:v>
                </c:pt>
                <c:pt idx="356">
                  <c:v>11.8444444444</c:v>
                </c:pt>
                <c:pt idx="357">
                  <c:v>11.8777777778</c:v>
                </c:pt>
                <c:pt idx="358">
                  <c:v>11.9111111111</c:v>
                </c:pt>
                <c:pt idx="359">
                  <c:v>11.9444444444</c:v>
                </c:pt>
                <c:pt idx="360">
                  <c:v>11.9777777778</c:v>
                </c:pt>
                <c:pt idx="361">
                  <c:v>12.0111111111</c:v>
                </c:pt>
                <c:pt idx="362">
                  <c:v>12.0444444444</c:v>
                </c:pt>
                <c:pt idx="363">
                  <c:v>12.0777777778</c:v>
                </c:pt>
                <c:pt idx="364">
                  <c:v>12.1111111111</c:v>
                </c:pt>
                <c:pt idx="365">
                  <c:v>12.1444444444</c:v>
                </c:pt>
                <c:pt idx="366">
                  <c:v>12.1777777778</c:v>
                </c:pt>
                <c:pt idx="367">
                  <c:v>12.2111111111</c:v>
                </c:pt>
                <c:pt idx="368">
                  <c:v>12.2444444444</c:v>
                </c:pt>
                <c:pt idx="369">
                  <c:v>12.2777777778</c:v>
                </c:pt>
                <c:pt idx="370">
                  <c:v>12.3111111111</c:v>
                </c:pt>
                <c:pt idx="371">
                  <c:v>12.3444444444</c:v>
                </c:pt>
                <c:pt idx="372">
                  <c:v>12.3777777778</c:v>
                </c:pt>
                <c:pt idx="373">
                  <c:v>12.4111111111</c:v>
                </c:pt>
                <c:pt idx="374">
                  <c:v>12.4444444444</c:v>
                </c:pt>
                <c:pt idx="375">
                  <c:v>12.4777777778</c:v>
                </c:pt>
                <c:pt idx="376">
                  <c:v>12.5111111111</c:v>
                </c:pt>
                <c:pt idx="377">
                  <c:v>12.5444444444</c:v>
                </c:pt>
                <c:pt idx="378">
                  <c:v>12.5777777778</c:v>
                </c:pt>
                <c:pt idx="379">
                  <c:v>12.6111111111</c:v>
                </c:pt>
                <c:pt idx="380">
                  <c:v>12.6444444444</c:v>
                </c:pt>
                <c:pt idx="381">
                  <c:v>12.6777777778</c:v>
                </c:pt>
                <c:pt idx="382">
                  <c:v>12.7111111111</c:v>
                </c:pt>
                <c:pt idx="383">
                  <c:v>12.7444444444</c:v>
                </c:pt>
                <c:pt idx="384">
                  <c:v>12.7777777778</c:v>
                </c:pt>
                <c:pt idx="385">
                  <c:v>12.8111111111</c:v>
                </c:pt>
                <c:pt idx="386">
                  <c:v>12.8444444444</c:v>
                </c:pt>
                <c:pt idx="387">
                  <c:v>12.8777777778</c:v>
                </c:pt>
                <c:pt idx="388">
                  <c:v>12.9111111111</c:v>
                </c:pt>
                <c:pt idx="389">
                  <c:v>12.9444444444</c:v>
                </c:pt>
                <c:pt idx="390">
                  <c:v>12.9777777778</c:v>
                </c:pt>
                <c:pt idx="391">
                  <c:v>13.0083333333</c:v>
                </c:pt>
                <c:pt idx="392">
                  <c:v>13.0416666667</c:v>
                </c:pt>
                <c:pt idx="393">
                  <c:v>13.075</c:v>
                </c:pt>
                <c:pt idx="394">
                  <c:v>13.1083333333</c:v>
                </c:pt>
                <c:pt idx="395">
                  <c:v>13.1416666667</c:v>
                </c:pt>
                <c:pt idx="396">
                  <c:v>13.175</c:v>
                </c:pt>
                <c:pt idx="397">
                  <c:v>13.2083333333</c:v>
                </c:pt>
                <c:pt idx="398">
                  <c:v>13.2416666667</c:v>
                </c:pt>
                <c:pt idx="399">
                  <c:v>13.275</c:v>
                </c:pt>
                <c:pt idx="400">
                  <c:v>13.3083333333</c:v>
                </c:pt>
                <c:pt idx="401">
                  <c:v>13.3416666667</c:v>
                </c:pt>
                <c:pt idx="402">
                  <c:v>13.375</c:v>
                </c:pt>
                <c:pt idx="403">
                  <c:v>13.4083333333</c:v>
                </c:pt>
                <c:pt idx="404">
                  <c:v>13.4416666667</c:v>
                </c:pt>
                <c:pt idx="405">
                  <c:v>13.475</c:v>
                </c:pt>
                <c:pt idx="406">
                  <c:v>13.5083333333</c:v>
                </c:pt>
                <c:pt idx="407">
                  <c:v>13.5416666667</c:v>
                </c:pt>
                <c:pt idx="408">
                  <c:v>13.575</c:v>
                </c:pt>
                <c:pt idx="409">
                  <c:v>13.6083333333</c:v>
                </c:pt>
                <c:pt idx="410">
                  <c:v>13.6416666667</c:v>
                </c:pt>
                <c:pt idx="411">
                  <c:v>13.675</c:v>
                </c:pt>
                <c:pt idx="412">
                  <c:v>13.7083333333</c:v>
                </c:pt>
                <c:pt idx="413">
                  <c:v>13.7416666667</c:v>
                </c:pt>
                <c:pt idx="414">
                  <c:v>13.775</c:v>
                </c:pt>
                <c:pt idx="415">
                  <c:v>13.8083333333</c:v>
                </c:pt>
                <c:pt idx="416">
                  <c:v>13.8416666667</c:v>
                </c:pt>
                <c:pt idx="417">
                  <c:v>13.875</c:v>
                </c:pt>
                <c:pt idx="418">
                  <c:v>13.9083333333</c:v>
                </c:pt>
                <c:pt idx="419">
                  <c:v>13.9416666667</c:v>
                </c:pt>
                <c:pt idx="420">
                  <c:v>13.975</c:v>
                </c:pt>
                <c:pt idx="421">
                  <c:v>14.0083333333</c:v>
                </c:pt>
                <c:pt idx="422">
                  <c:v>14.0416666667</c:v>
                </c:pt>
                <c:pt idx="423">
                  <c:v>14.075</c:v>
                </c:pt>
                <c:pt idx="424">
                  <c:v>14.1083333333</c:v>
                </c:pt>
                <c:pt idx="425">
                  <c:v>14.1416666667</c:v>
                </c:pt>
                <c:pt idx="426">
                  <c:v>14.175</c:v>
                </c:pt>
                <c:pt idx="427">
                  <c:v>14.2083333333</c:v>
                </c:pt>
                <c:pt idx="428">
                  <c:v>14.2416666667</c:v>
                </c:pt>
                <c:pt idx="429">
                  <c:v>14.275</c:v>
                </c:pt>
                <c:pt idx="430">
                  <c:v>14.3083333333</c:v>
                </c:pt>
                <c:pt idx="431">
                  <c:v>14.3416666667</c:v>
                </c:pt>
                <c:pt idx="432">
                  <c:v>14.375</c:v>
                </c:pt>
                <c:pt idx="433">
                  <c:v>14.4083333333</c:v>
                </c:pt>
                <c:pt idx="434">
                  <c:v>14.4416666667</c:v>
                </c:pt>
                <c:pt idx="435">
                  <c:v>14.475</c:v>
                </c:pt>
                <c:pt idx="436">
                  <c:v>14.5055555556</c:v>
                </c:pt>
                <c:pt idx="437">
                  <c:v>14.5388888889</c:v>
                </c:pt>
                <c:pt idx="438">
                  <c:v>14.5722222222</c:v>
                </c:pt>
                <c:pt idx="439">
                  <c:v>14.6055555556</c:v>
                </c:pt>
                <c:pt idx="440">
                  <c:v>14.6388888889</c:v>
                </c:pt>
                <c:pt idx="441">
                  <c:v>14.6722222222</c:v>
                </c:pt>
                <c:pt idx="442">
                  <c:v>14.7055555556</c:v>
                </c:pt>
                <c:pt idx="443">
                  <c:v>14.7388888889</c:v>
                </c:pt>
                <c:pt idx="444">
                  <c:v>14.7722222222</c:v>
                </c:pt>
                <c:pt idx="445">
                  <c:v>14.8055555556</c:v>
                </c:pt>
                <c:pt idx="446">
                  <c:v>14.8388888889</c:v>
                </c:pt>
                <c:pt idx="447">
                  <c:v>14.8722222222</c:v>
                </c:pt>
                <c:pt idx="448">
                  <c:v>14.9055555556</c:v>
                </c:pt>
                <c:pt idx="449">
                  <c:v>14.9388888889</c:v>
                </c:pt>
                <c:pt idx="450">
                  <c:v>14.9722222222</c:v>
                </c:pt>
                <c:pt idx="451">
                  <c:v>15.0055555556</c:v>
                </c:pt>
                <c:pt idx="452">
                  <c:v>15.0388888889</c:v>
                </c:pt>
                <c:pt idx="453">
                  <c:v>15.0722222222</c:v>
                </c:pt>
                <c:pt idx="454">
                  <c:v>15.1055555556</c:v>
                </c:pt>
                <c:pt idx="455">
                  <c:v>15.1388888889</c:v>
                </c:pt>
                <c:pt idx="456">
                  <c:v>15.1722222222</c:v>
                </c:pt>
                <c:pt idx="457">
                  <c:v>15.2055555556</c:v>
                </c:pt>
                <c:pt idx="458">
                  <c:v>15.2388888889</c:v>
                </c:pt>
                <c:pt idx="459">
                  <c:v>15.2722222222</c:v>
                </c:pt>
                <c:pt idx="460">
                  <c:v>15.3055555556</c:v>
                </c:pt>
                <c:pt idx="461">
                  <c:v>15.3388888889</c:v>
                </c:pt>
                <c:pt idx="462">
                  <c:v>15.3722222222</c:v>
                </c:pt>
                <c:pt idx="463">
                  <c:v>15.4055555556</c:v>
                </c:pt>
                <c:pt idx="464">
                  <c:v>15.4388888889</c:v>
                </c:pt>
                <c:pt idx="465">
                  <c:v>15.4722222222</c:v>
                </c:pt>
                <c:pt idx="466">
                  <c:v>15.5055555556</c:v>
                </c:pt>
                <c:pt idx="467">
                  <c:v>15.5388888889</c:v>
                </c:pt>
                <c:pt idx="468">
                  <c:v>15.5722222222</c:v>
                </c:pt>
                <c:pt idx="469">
                  <c:v>15.6055555556</c:v>
                </c:pt>
                <c:pt idx="470">
                  <c:v>15.6388888889</c:v>
                </c:pt>
                <c:pt idx="471">
                  <c:v>15.6722222222</c:v>
                </c:pt>
                <c:pt idx="472">
                  <c:v>15.7055555556</c:v>
                </c:pt>
                <c:pt idx="473">
                  <c:v>15.7388888889</c:v>
                </c:pt>
                <c:pt idx="474">
                  <c:v>15.7722222222</c:v>
                </c:pt>
                <c:pt idx="475">
                  <c:v>15.8055555556</c:v>
                </c:pt>
                <c:pt idx="476">
                  <c:v>15.8388888889</c:v>
                </c:pt>
                <c:pt idx="477">
                  <c:v>15.8722222222</c:v>
                </c:pt>
                <c:pt idx="478">
                  <c:v>15.9055555556</c:v>
                </c:pt>
                <c:pt idx="479">
                  <c:v>15.9388888889</c:v>
                </c:pt>
                <c:pt idx="480">
                  <c:v>15.9722222222</c:v>
                </c:pt>
                <c:pt idx="481">
                  <c:v>16.0027777778</c:v>
                </c:pt>
                <c:pt idx="482">
                  <c:v>16.0361111111</c:v>
                </c:pt>
                <c:pt idx="483">
                  <c:v>16.0694444444</c:v>
                </c:pt>
                <c:pt idx="484">
                  <c:v>16.1027777778</c:v>
                </c:pt>
                <c:pt idx="485">
                  <c:v>16.1361111111</c:v>
                </c:pt>
                <c:pt idx="486">
                  <c:v>16.1694444444</c:v>
                </c:pt>
                <c:pt idx="487">
                  <c:v>16.2027777778</c:v>
                </c:pt>
                <c:pt idx="488">
                  <c:v>16.2361111111</c:v>
                </c:pt>
                <c:pt idx="489">
                  <c:v>16.2694444444</c:v>
                </c:pt>
                <c:pt idx="490">
                  <c:v>16.3027777778</c:v>
                </c:pt>
                <c:pt idx="491">
                  <c:v>16.3361111111</c:v>
                </c:pt>
                <c:pt idx="492">
                  <c:v>16.3694444444</c:v>
                </c:pt>
                <c:pt idx="493">
                  <c:v>16.4027777778</c:v>
                </c:pt>
                <c:pt idx="494">
                  <c:v>16.4361111111</c:v>
                </c:pt>
                <c:pt idx="495">
                  <c:v>16.4694444444</c:v>
                </c:pt>
                <c:pt idx="496">
                  <c:v>16.5027777778</c:v>
                </c:pt>
                <c:pt idx="497">
                  <c:v>16.5361111111</c:v>
                </c:pt>
                <c:pt idx="498">
                  <c:v>16.5694444444</c:v>
                </c:pt>
                <c:pt idx="499">
                  <c:v>16.6027777778</c:v>
                </c:pt>
                <c:pt idx="500">
                  <c:v>16.6361111111</c:v>
                </c:pt>
                <c:pt idx="501">
                  <c:v>16.6694444444</c:v>
                </c:pt>
                <c:pt idx="502">
                  <c:v>16.7027777778</c:v>
                </c:pt>
                <c:pt idx="503">
                  <c:v>16.7361111111</c:v>
                </c:pt>
                <c:pt idx="504">
                  <c:v>16.7694444444</c:v>
                </c:pt>
                <c:pt idx="505">
                  <c:v>16.8027777778</c:v>
                </c:pt>
                <c:pt idx="506">
                  <c:v>16.8361111111</c:v>
                </c:pt>
                <c:pt idx="507">
                  <c:v>16.8694444444</c:v>
                </c:pt>
                <c:pt idx="508">
                  <c:v>16.9027777778</c:v>
                </c:pt>
                <c:pt idx="509">
                  <c:v>16.9361111111</c:v>
                </c:pt>
                <c:pt idx="510">
                  <c:v>16.9694444444</c:v>
                </c:pt>
                <c:pt idx="511">
                  <c:v>17.0027777778</c:v>
                </c:pt>
                <c:pt idx="512">
                  <c:v>17.0361111111</c:v>
                </c:pt>
                <c:pt idx="513">
                  <c:v>17.0694444444</c:v>
                </c:pt>
                <c:pt idx="514">
                  <c:v>17.1027777778</c:v>
                </c:pt>
                <c:pt idx="515">
                  <c:v>17.1361111111</c:v>
                </c:pt>
                <c:pt idx="516">
                  <c:v>17.1694444444</c:v>
                </c:pt>
                <c:pt idx="517">
                  <c:v>17.2027777778</c:v>
                </c:pt>
                <c:pt idx="518">
                  <c:v>17.2361111111</c:v>
                </c:pt>
                <c:pt idx="519">
                  <c:v>17.2694444444</c:v>
                </c:pt>
                <c:pt idx="520">
                  <c:v>17.3027777778</c:v>
                </c:pt>
                <c:pt idx="521">
                  <c:v>17.3361111111</c:v>
                </c:pt>
                <c:pt idx="522">
                  <c:v>17.3694444444</c:v>
                </c:pt>
                <c:pt idx="523">
                  <c:v>17.4027777778</c:v>
                </c:pt>
                <c:pt idx="524">
                  <c:v>17.4361111111</c:v>
                </c:pt>
                <c:pt idx="525">
                  <c:v>17.4694444444</c:v>
                </c:pt>
                <c:pt idx="526">
                  <c:v>17.5</c:v>
                </c:pt>
                <c:pt idx="527">
                  <c:v>17.5333333333</c:v>
                </c:pt>
                <c:pt idx="528">
                  <c:v>17.5666666667</c:v>
                </c:pt>
                <c:pt idx="529">
                  <c:v>17.6</c:v>
                </c:pt>
                <c:pt idx="530">
                  <c:v>17.6333333333</c:v>
                </c:pt>
                <c:pt idx="531">
                  <c:v>17.6666666667</c:v>
                </c:pt>
                <c:pt idx="532">
                  <c:v>17.7</c:v>
                </c:pt>
                <c:pt idx="533">
                  <c:v>17.7333333333</c:v>
                </c:pt>
                <c:pt idx="534">
                  <c:v>17.7666666667</c:v>
                </c:pt>
                <c:pt idx="535">
                  <c:v>17.8</c:v>
                </c:pt>
                <c:pt idx="536">
                  <c:v>17.8333333333</c:v>
                </c:pt>
                <c:pt idx="537">
                  <c:v>17.8666666667</c:v>
                </c:pt>
                <c:pt idx="538">
                  <c:v>17.9</c:v>
                </c:pt>
                <c:pt idx="539">
                  <c:v>17.9333333333</c:v>
                </c:pt>
                <c:pt idx="540">
                  <c:v>17.9666666667</c:v>
                </c:pt>
                <c:pt idx="541">
                  <c:v>18</c:v>
                </c:pt>
                <c:pt idx="542">
                  <c:v>18.0333333333</c:v>
                </c:pt>
                <c:pt idx="543">
                  <c:v>18.0666666667</c:v>
                </c:pt>
                <c:pt idx="544">
                  <c:v>18.1</c:v>
                </c:pt>
                <c:pt idx="545">
                  <c:v>18.1333333333</c:v>
                </c:pt>
                <c:pt idx="546">
                  <c:v>18.1666666667</c:v>
                </c:pt>
                <c:pt idx="547">
                  <c:v>18.2</c:v>
                </c:pt>
                <c:pt idx="548">
                  <c:v>18.2333333333</c:v>
                </c:pt>
                <c:pt idx="549">
                  <c:v>18.2666666667</c:v>
                </c:pt>
                <c:pt idx="550">
                  <c:v>18.3</c:v>
                </c:pt>
                <c:pt idx="551">
                  <c:v>18.3333333333</c:v>
                </c:pt>
                <c:pt idx="552">
                  <c:v>18.3666666667</c:v>
                </c:pt>
                <c:pt idx="553">
                  <c:v>18.4</c:v>
                </c:pt>
                <c:pt idx="554">
                  <c:v>18.4333333333</c:v>
                </c:pt>
                <c:pt idx="555">
                  <c:v>18.4666666667</c:v>
                </c:pt>
                <c:pt idx="556">
                  <c:v>18.5</c:v>
                </c:pt>
                <c:pt idx="557">
                  <c:v>18.5333333333</c:v>
                </c:pt>
                <c:pt idx="558">
                  <c:v>18.5666666667</c:v>
                </c:pt>
                <c:pt idx="559">
                  <c:v>18.6</c:v>
                </c:pt>
                <c:pt idx="560">
                  <c:v>18.6333333333</c:v>
                </c:pt>
                <c:pt idx="561">
                  <c:v>18.6666666667</c:v>
                </c:pt>
                <c:pt idx="562">
                  <c:v>18.7</c:v>
                </c:pt>
                <c:pt idx="563">
                  <c:v>18.7333333333</c:v>
                </c:pt>
                <c:pt idx="564">
                  <c:v>18.7666666667</c:v>
                </c:pt>
                <c:pt idx="565">
                  <c:v>18.8</c:v>
                </c:pt>
                <c:pt idx="566">
                  <c:v>18.8333333333</c:v>
                </c:pt>
                <c:pt idx="567">
                  <c:v>18.8666666667</c:v>
                </c:pt>
                <c:pt idx="568">
                  <c:v>18.9</c:v>
                </c:pt>
                <c:pt idx="569">
                  <c:v>18.9333333333</c:v>
                </c:pt>
                <c:pt idx="570">
                  <c:v>18.9666666667</c:v>
                </c:pt>
                <c:pt idx="571">
                  <c:v>19</c:v>
                </c:pt>
                <c:pt idx="572">
                  <c:v>19.0305555556</c:v>
                </c:pt>
                <c:pt idx="573">
                  <c:v>19.0638888889</c:v>
                </c:pt>
                <c:pt idx="574">
                  <c:v>19.0972222222</c:v>
                </c:pt>
                <c:pt idx="575">
                  <c:v>19.1305555556</c:v>
                </c:pt>
                <c:pt idx="576">
                  <c:v>19.1638888889</c:v>
                </c:pt>
                <c:pt idx="577">
                  <c:v>19.1972222222</c:v>
                </c:pt>
                <c:pt idx="578">
                  <c:v>19.2305555556</c:v>
                </c:pt>
                <c:pt idx="579">
                  <c:v>19.2638888889</c:v>
                </c:pt>
                <c:pt idx="580">
                  <c:v>19.2972222222</c:v>
                </c:pt>
                <c:pt idx="581">
                  <c:v>19.3305555556</c:v>
                </c:pt>
                <c:pt idx="582">
                  <c:v>19.3638888889</c:v>
                </c:pt>
                <c:pt idx="583">
                  <c:v>19.3972222222</c:v>
                </c:pt>
                <c:pt idx="584">
                  <c:v>19.4305555556</c:v>
                </c:pt>
                <c:pt idx="585">
                  <c:v>19.4638888889</c:v>
                </c:pt>
                <c:pt idx="586">
                  <c:v>19.4972222222</c:v>
                </c:pt>
                <c:pt idx="587">
                  <c:v>19.5305555556</c:v>
                </c:pt>
                <c:pt idx="588">
                  <c:v>19.5638888889</c:v>
                </c:pt>
                <c:pt idx="589">
                  <c:v>19.5972222222</c:v>
                </c:pt>
                <c:pt idx="590">
                  <c:v>19.6305555556</c:v>
                </c:pt>
                <c:pt idx="591">
                  <c:v>19.6638888889</c:v>
                </c:pt>
                <c:pt idx="592">
                  <c:v>19.6972222222</c:v>
                </c:pt>
                <c:pt idx="593">
                  <c:v>19.7305555556</c:v>
                </c:pt>
                <c:pt idx="594">
                  <c:v>19.7638888889</c:v>
                </c:pt>
                <c:pt idx="595">
                  <c:v>19.7972222222</c:v>
                </c:pt>
                <c:pt idx="596">
                  <c:v>19.8305555556</c:v>
                </c:pt>
                <c:pt idx="597">
                  <c:v>19.8638888889</c:v>
                </c:pt>
                <c:pt idx="598">
                  <c:v>19.8972222222</c:v>
                </c:pt>
                <c:pt idx="599">
                  <c:v>19.9305555556</c:v>
                </c:pt>
                <c:pt idx="600">
                  <c:v>19.9638888889</c:v>
                </c:pt>
                <c:pt idx="601">
                  <c:v>19.9972222222</c:v>
                </c:pt>
                <c:pt idx="602">
                  <c:v>20.0305555556</c:v>
                </c:pt>
                <c:pt idx="603">
                  <c:v>20.0638888889</c:v>
                </c:pt>
                <c:pt idx="604">
                  <c:v>20.0972222222</c:v>
                </c:pt>
                <c:pt idx="605">
                  <c:v>20.1305555556</c:v>
                </c:pt>
                <c:pt idx="606">
                  <c:v>20.1638888889</c:v>
                </c:pt>
                <c:pt idx="607">
                  <c:v>20.1972222222</c:v>
                </c:pt>
                <c:pt idx="608">
                  <c:v>20.2305555556</c:v>
                </c:pt>
                <c:pt idx="609">
                  <c:v>20.2638888889</c:v>
                </c:pt>
                <c:pt idx="610">
                  <c:v>20.2972222222</c:v>
                </c:pt>
                <c:pt idx="611">
                  <c:v>20.3305555556</c:v>
                </c:pt>
                <c:pt idx="612">
                  <c:v>20.3638888889</c:v>
                </c:pt>
                <c:pt idx="613">
                  <c:v>20.3972222222</c:v>
                </c:pt>
                <c:pt idx="614">
                  <c:v>20.4305555556</c:v>
                </c:pt>
                <c:pt idx="615">
                  <c:v>20.4638888889</c:v>
                </c:pt>
                <c:pt idx="616">
                  <c:v>20.4972222222</c:v>
                </c:pt>
                <c:pt idx="617">
                  <c:v>20.5277777778</c:v>
                </c:pt>
                <c:pt idx="618">
                  <c:v>20.5611111111</c:v>
                </c:pt>
                <c:pt idx="619">
                  <c:v>20.5944444444</c:v>
                </c:pt>
                <c:pt idx="620">
                  <c:v>20.6277777778</c:v>
                </c:pt>
                <c:pt idx="621">
                  <c:v>20.6611111111</c:v>
                </c:pt>
                <c:pt idx="622">
                  <c:v>20.6944444444</c:v>
                </c:pt>
                <c:pt idx="623">
                  <c:v>20.7277777778</c:v>
                </c:pt>
                <c:pt idx="624">
                  <c:v>20.7611111111</c:v>
                </c:pt>
                <c:pt idx="625">
                  <c:v>20.7944444444</c:v>
                </c:pt>
                <c:pt idx="626">
                  <c:v>20.8277777778</c:v>
                </c:pt>
                <c:pt idx="627">
                  <c:v>20.8611111111</c:v>
                </c:pt>
                <c:pt idx="628">
                  <c:v>20.8944444444</c:v>
                </c:pt>
                <c:pt idx="629">
                  <c:v>20.9277777778</c:v>
                </c:pt>
                <c:pt idx="630">
                  <c:v>20.9611111111</c:v>
                </c:pt>
                <c:pt idx="631">
                  <c:v>20.9944444444</c:v>
                </c:pt>
                <c:pt idx="632">
                  <c:v>21.0277777778</c:v>
                </c:pt>
                <c:pt idx="633">
                  <c:v>21.0611111111</c:v>
                </c:pt>
                <c:pt idx="634">
                  <c:v>21.0944444444</c:v>
                </c:pt>
                <c:pt idx="635">
                  <c:v>21.1277777778</c:v>
                </c:pt>
                <c:pt idx="636">
                  <c:v>21.1611111111</c:v>
                </c:pt>
                <c:pt idx="637">
                  <c:v>21.1944444444</c:v>
                </c:pt>
                <c:pt idx="638">
                  <c:v>21.2277777778</c:v>
                </c:pt>
                <c:pt idx="639">
                  <c:v>21.2611111111</c:v>
                </c:pt>
                <c:pt idx="640">
                  <c:v>21.2944444444</c:v>
                </c:pt>
                <c:pt idx="641">
                  <c:v>21.3277777778</c:v>
                </c:pt>
                <c:pt idx="642">
                  <c:v>21.3611111111</c:v>
                </c:pt>
                <c:pt idx="643">
                  <c:v>21.3944444444</c:v>
                </c:pt>
                <c:pt idx="644">
                  <c:v>21.4277777778</c:v>
                </c:pt>
                <c:pt idx="645">
                  <c:v>21.4611111111</c:v>
                </c:pt>
                <c:pt idx="646">
                  <c:v>21.4944444444</c:v>
                </c:pt>
                <c:pt idx="647">
                  <c:v>21.5277777778</c:v>
                </c:pt>
                <c:pt idx="648">
                  <c:v>21.5611111111</c:v>
                </c:pt>
                <c:pt idx="649">
                  <c:v>21.5944444444</c:v>
                </c:pt>
                <c:pt idx="650">
                  <c:v>21.6277777778</c:v>
                </c:pt>
                <c:pt idx="651">
                  <c:v>21.6611111111</c:v>
                </c:pt>
                <c:pt idx="652">
                  <c:v>21.6944444444</c:v>
                </c:pt>
                <c:pt idx="653">
                  <c:v>21.7277777778</c:v>
                </c:pt>
                <c:pt idx="654">
                  <c:v>21.7611111111</c:v>
                </c:pt>
                <c:pt idx="655">
                  <c:v>21.7944444444</c:v>
                </c:pt>
                <c:pt idx="656">
                  <c:v>21.8277777778</c:v>
                </c:pt>
                <c:pt idx="657">
                  <c:v>21.8611111111</c:v>
                </c:pt>
                <c:pt idx="658">
                  <c:v>21.8944444444</c:v>
                </c:pt>
                <c:pt idx="659">
                  <c:v>21.9277777778</c:v>
                </c:pt>
                <c:pt idx="660">
                  <c:v>21.9611111111</c:v>
                </c:pt>
                <c:pt idx="661">
                  <c:v>21.9944444444</c:v>
                </c:pt>
                <c:pt idx="662">
                  <c:v>22.025</c:v>
                </c:pt>
                <c:pt idx="663">
                  <c:v>22.0583333333</c:v>
                </c:pt>
                <c:pt idx="664">
                  <c:v>22.0916666667</c:v>
                </c:pt>
                <c:pt idx="665">
                  <c:v>22.125</c:v>
                </c:pt>
                <c:pt idx="666">
                  <c:v>22.1583333333</c:v>
                </c:pt>
                <c:pt idx="667">
                  <c:v>22.1916666667</c:v>
                </c:pt>
                <c:pt idx="668">
                  <c:v>22.225</c:v>
                </c:pt>
                <c:pt idx="669">
                  <c:v>22.2583333333</c:v>
                </c:pt>
                <c:pt idx="670">
                  <c:v>22.2916666667</c:v>
                </c:pt>
                <c:pt idx="671">
                  <c:v>22.325</c:v>
                </c:pt>
                <c:pt idx="672">
                  <c:v>22.3583333333</c:v>
                </c:pt>
                <c:pt idx="673">
                  <c:v>22.3916666667</c:v>
                </c:pt>
                <c:pt idx="674">
                  <c:v>22.425</c:v>
                </c:pt>
                <c:pt idx="675">
                  <c:v>22.4583333333</c:v>
                </c:pt>
                <c:pt idx="676">
                  <c:v>22.4916666667</c:v>
                </c:pt>
                <c:pt idx="677">
                  <c:v>22.525</c:v>
                </c:pt>
                <c:pt idx="678">
                  <c:v>22.5583333333</c:v>
                </c:pt>
                <c:pt idx="679">
                  <c:v>22.5916666667</c:v>
                </c:pt>
                <c:pt idx="680">
                  <c:v>22.625</c:v>
                </c:pt>
                <c:pt idx="681">
                  <c:v>22.6583333333</c:v>
                </c:pt>
                <c:pt idx="682">
                  <c:v>22.6916666667</c:v>
                </c:pt>
                <c:pt idx="683">
                  <c:v>22.725</c:v>
                </c:pt>
                <c:pt idx="684">
                  <c:v>22.7583333333</c:v>
                </c:pt>
                <c:pt idx="685">
                  <c:v>22.7916666667</c:v>
                </c:pt>
                <c:pt idx="686">
                  <c:v>22.825</c:v>
                </c:pt>
                <c:pt idx="687">
                  <c:v>22.8583333333</c:v>
                </c:pt>
                <c:pt idx="688">
                  <c:v>22.8916666667</c:v>
                </c:pt>
                <c:pt idx="689">
                  <c:v>22.925</c:v>
                </c:pt>
                <c:pt idx="690">
                  <c:v>22.9583333333</c:v>
                </c:pt>
                <c:pt idx="691">
                  <c:v>22.9916666667</c:v>
                </c:pt>
                <c:pt idx="692">
                  <c:v>23.025</c:v>
                </c:pt>
                <c:pt idx="693">
                  <c:v>23.0583333333</c:v>
                </c:pt>
                <c:pt idx="694">
                  <c:v>23.0916666667</c:v>
                </c:pt>
                <c:pt idx="695">
                  <c:v>23.125</c:v>
                </c:pt>
                <c:pt idx="696">
                  <c:v>23.1583333333</c:v>
                </c:pt>
                <c:pt idx="697">
                  <c:v>23.1916666667</c:v>
                </c:pt>
                <c:pt idx="698">
                  <c:v>23.225</c:v>
                </c:pt>
                <c:pt idx="699">
                  <c:v>23.2583333333</c:v>
                </c:pt>
                <c:pt idx="700">
                  <c:v>23.2916666667</c:v>
                </c:pt>
                <c:pt idx="701">
                  <c:v>23.325</c:v>
                </c:pt>
                <c:pt idx="702">
                  <c:v>23.3583333333</c:v>
                </c:pt>
                <c:pt idx="703">
                  <c:v>23.3916666667</c:v>
                </c:pt>
                <c:pt idx="704">
                  <c:v>23.425</c:v>
                </c:pt>
                <c:pt idx="705">
                  <c:v>23.4583333333</c:v>
                </c:pt>
                <c:pt idx="706">
                  <c:v>23.4916666667</c:v>
                </c:pt>
                <c:pt idx="707">
                  <c:v>23.5222222222</c:v>
                </c:pt>
                <c:pt idx="708">
                  <c:v>23.5555555556</c:v>
                </c:pt>
                <c:pt idx="709">
                  <c:v>23.5888888889</c:v>
                </c:pt>
                <c:pt idx="710">
                  <c:v>23.6222222222</c:v>
                </c:pt>
                <c:pt idx="711">
                  <c:v>23.6555555556</c:v>
                </c:pt>
                <c:pt idx="712">
                  <c:v>23.6888888889</c:v>
                </c:pt>
                <c:pt idx="713">
                  <c:v>23.7222222222</c:v>
                </c:pt>
                <c:pt idx="714">
                  <c:v>23.7555555556</c:v>
                </c:pt>
                <c:pt idx="715">
                  <c:v>23.7888888889</c:v>
                </c:pt>
                <c:pt idx="716">
                  <c:v>23.8222222222</c:v>
                </c:pt>
                <c:pt idx="717">
                  <c:v>23.8555555556</c:v>
                </c:pt>
                <c:pt idx="718">
                  <c:v>23.8888888889</c:v>
                </c:pt>
                <c:pt idx="719">
                  <c:v>23.9222222222</c:v>
                </c:pt>
                <c:pt idx="720">
                  <c:v>23.9555555556</c:v>
                </c:pt>
                <c:pt idx="721">
                  <c:v>23.9888888889</c:v>
                </c:pt>
                <c:pt idx="722">
                  <c:v>24</c:v>
                </c:pt>
              </c:numCache>
            </c:numRef>
          </c:xVal>
          <c:yVal>
            <c:numRef>
              <c:f>'Chart Data'!$H$2:$H$724</c:f>
              <c:numCache>
                <c:formatCode>General</c:formatCode>
                <c:ptCount val="723"/>
                <c:pt idx="0">
                  <c:v>20</c:v>
                </c:pt>
                <c:pt idx="1">
                  <c:v>19.21160042</c:v>
                </c:pt>
                <c:pt idx="2">
                  <c:v>18.204943126</c:v>
                </c:pt>
                <c:pt idx="3">
                  <c:v>17.450559738</c:v>
                </c:pt>
                <c:pt idx="4">
                  <c:v>16.915888953</c:v>
                </c:pt>
                <c:pt idx="5">
                  <c:v>16.536180429</c:v>
                </c:pt>
                <c:pt idx="6">
                  <c:v>16.260974348</c:v>
                </c:pt>
                <c:pt idx="7">
                  <c:v>16.055836858</c:v>
                </c:pt>
                <c:pt idx="8">
                  <c:v>15.898382563</c:v>
                </c:pt>
                <c:pt idx="9">
                  <c:v>15.774244542</c:v>
                </c:pt>
                <c:pt idx="10">
                  <c:v>15.674111234</c:v>
                </c:pt>
                <c:pt idx="11">
                  <c:v>15.591806666</c:v>
                </c:pt>
                <c:pt idx="12">
                  <c:v>15.523114489</c:v>
                </c:pt>
                <c:pt idx="13">
                  <c:v>15.465069214</c:v>
                </c:pt>
                <c:pt idx="14">
                  <c:v>15.415525786</c:v>
                </c:pt>
                <c:pt idx="15">
                  <c:v>15.372892822</c:v>
                </c:pt>
                <c:pt idx="16">
                  <c:v>15.335775571</c:v>
                </c:pt>
                <c:pt idx="17">
                  <c:v>15.302048028</c:v>
                </c:pt>
                <c:pt idx="18">
                  <c:v>15.270960794</c:v>
                </c:pt>
                <c:pt idx="19">
                  <c:v>15.24247473</c:v>
                </c:pt>
                <c:pt idx="20">
                  <c:v>15.216409629</c:v>
                </c:pt>
                <c:pt idx="21">
                  <c:v>15.19250869</c:v>
                </c:pt>
                <c:pt idx="22">
                  <c:v>15.170520859</c:v>
                </c:pt>
                <c:pt idx="23">
                  <c:v>15.150225365</c:v>
                </c:pt>
                <c:pt idx="24">
                  <c:v>15.131433374</c:v>
                </c:pt>
                <c:pt idx="25">
                  <c:v>15.113983861</c:v>
                </c:pt>
                <c:pt idx="26">
                  <c:v>15.097738957</c:v>
                </c:pt>
                <c:pt idx="27">
                  <c:v>15.082579909</c:v>
                </c:pt>
                <c:pt idx="28">
                  <c:v>15.068403802</c:v>
                </c:pt>
                <c:pt idx="29">
                  <c:v>15.05512092</c:v>
                </c:pt>
                <c:pt idx="30">
                  <c:v>15.042652628</c:v>
                </c:pt>
                <c:pt idx="31">
                  <c:v>15.027339328</c:v>
                </c:pt>
                <c:pt idx="32">
                  <c:v>15.009171042</c:v>
                </c:pt>
                <c:pt idx="33">
                  <c:v>14.991821913</c:v>
                </c:pt>
                <c:pt idx="34">
                  <c:v>14.975379317</c:v>
                </c:pt>
                <c:pt idx="35">
                  <c:v>14.959773722</c:v>
                </c:pt>
                <c:pt idx="36">
                  <c:v>14.944926903</c:v>
                </c:pt>
                <c:pt idx="37">
                  <c:v>14.930767759</c:v>
                </c:pt>
                <c:pt idx="38">
                  <c:v>14.917234193</c:v>
                </c:pt>
                <c:pt idx="39">
                  <c:v>14.904272173</c:v>
                </c:pt>
                <c:pt idx="40">
                  <c:v>14.891834509</c:v>
                </c:pt>
                <c:pt idx="41">
                  <c:v>14.879879767</c:v>
                </c:pt>
                <c:pt idx="42">
                  <c:v>14.868371357</c:v>
                </c:pt>
                <c:pt idx="43">
                  <c:v>14.857276799</c:v>
                </c:pt>
                <c:pt idx="44">
                  <c:v>14.846567117</c:v>
                </c:pt>
                <c:pt idx="45">
                  <c:v>14.836216347</c:v>
                </c:pt>
                <c:pt idx="46">
                  <c:v>14.830326267</c:v>
                </c:pt>
                <c:pt idx="47">
                  <c:v>14.828062203</c:v>
                </c:pt>
                <c:pt idx="48">
                  <c:v>14.826797548</c:v>
                </c:pt>
                <c:pt idx="49">
                  <c:v>14.825591908</c:v>
                </c:pt>
                <c:pt idx="50">
                  <c:v>14.823623379</c:v>
                </c:pt>
                <c:pt idx="51">
                  <c:v>14.82125563</c:v>
                </c:pt>
                <c:pt idx="52">
                  <c:v>14.818781728</c:v>
                </c:pt>
                <c:pt idx="53">
                  <c:v>14.816305234</c:v>
                </c:pt>
                <c:pt idx="54">
                  <c:v>14.813856887</c:v>
                </c:pt>
                <c:pt idx="55">
                  <c:v>14.811446102</c:v>
                </c:pt>
                <c:pt idx="56">
                  <c:v>14.809076537</c:v>
                </c:pt>
                <c:pt idx="57">
                  <c:v>14.806750252</c:v>
                </c:pt>
                <c:pt idx="58">
                  <c:v>14.804468769</c:v>
                </c:pt>
                <c:pt idx="59">
                  <c:v>14.802233333</c:v>
                </c:pt>
                <c:pt idx="60">
                  <c:v>14.800044991</c:v>
                </c:pt>
                <c:pt idx="61">
                  <c:v>14.797904611</c:v>
                </c:pt>
                <c:pt idx="62">
                  <c:v>14.795812902</c:v>
                </c:pt>
                <c:pt idx="63">
                  <c:v>14.793770425</c:v>
                </c:pt>
                <c:pt idx="64">
                  <c:v>14.791777603</c:v>
                </c:pt>
                <c:pt idx="65">
                  <c:v>14.789834732</c:v>
                </c:pt>
                <c:pt idx="66">
                  <c:v>14.787941991</c:v>
                </c:pt>
                <c:pt idx="67">
                  <c:v>14.786099455</c:v>
                </c:pt>
                <c:pt idx="68">
                  <c:v>14.784307099</c:v>
                </c:pt>
                <c:pt idx="69">
                  <c:v>14.782564809</c:v>
                </c:pt>
                <c:pt idx="70">
                  <c:v>14.780872391</c:v>
                </c:pt>
                <c:pt idx="71">
                  <c:v>14.779229578</c:v>
                </c:pt>
                <c:pt idx="72">
                  <c:v>14.777636035</c:v>
                </c:pt>
                <c:pt idx="73">
                  <c:v>14.77609137</c:v>
                </c:pt>
                <c:pt idx="74">
                  <c:v>14.774595136</c:v>
                </c:pt>
                <c:pt idx="75">
                  <c:v>14.773146837</c:v>
                </c:pt>
                <c:pt idx="76">
                  <c:v>14.76900681</c:v>
                </c:pt>
                <c:pt idx="77">
                  <c:v>14.762689782</c:v>
                </c:pt>
                <c:pt idx="78">
                  <c:v>14.75639556</c:v>
                </c:pt>
                <c:pt idx="79">
                  <c:v>14.750219771</c:v>
                </c:pt>
                <c:pt idx="80">
                  <c:v>14.744166515</c:v>
                </c:pt>
                <c:pt idx="81">
                  <c:v>14.738230288</c:v>
                </c:pt>
                <c:pt idx="82">
                  <c:v>14.732404344</c:v>
                </c:pt>
                <c:pt idx="83">
                  <c:v>14.726682276</c:v>
                </c:pt>
                <c:pt idx="84">
                  <c:v>14.721058298</c:v>
                </c:pt>
                <c:pt idx="85">
                  <c:v>14.715527228</c:v>
                </c:pt>
                <c:pt idx="86">
                  <c:v>14.710084424</c:v>
                </c:pt>
                <c:pt idx="87">
                  <c:v>14.704725721</c:v>
                </c:pt>
                <c:pt idx="88">
                  <c:v>14.699447363</c:v>
                </c:pt>
                <c:pt idx="89">
                  <c:v>14.69424596</c:v>
                </c:pt>
                <c:pt idx="90">
                  <c:v>14.68911844</c:v>
                </c:pt>
                <c:pt idx="91">
                  <c:v>14.687026506</c:v>
                </c:pt>
                <c:pt idx="92">
                  <c:v>14.688129125</c:v>
                </c:pt>
                <c:pt idx="93">
                  <c:v>14.690033983</c:v>
                </c:pt>
                <c:pt idx="94">
                  <c:v>14.691947877</c:v>
                </c:pt>
                <c:pt idx="95">
                  <c:v>14.693046691</c:v>
                </c:pt>
                <c:pt idx="96">
                  <c:v>14.693661903</c:v>
                </c:pt>
                <c:pt idx="97">
                  <c:v>14.694085015</c:v>
                </c:pt>
                <c:pt idx="98">
                  <c:v>14.694419985</c:v>
                </c:pt>
                <c:pt idx="99">
                  <c:v>14.694698746</c:v>
                </c:pt>
                <c:pt idx="100">
                  <c:v>14.69493132</c:v>
                </c:pt>
                <c:pt idx="101">
                  <c:v>14.69512437</c:v>
                </c:pt>
                <c:pt idx="102">
                  <c:v>14.695281303</c:v>
                </c:pt>
                <c:pt idx="103">
                  <c:v>14.695406013</c:v>
                </c:pt>
                <c:pt idx="104">
                  <c:v>14.69550193</c:v>
                </c:pt>
                <c:pt idx="105">
                  <c:v>14.695572406</c:v>
                </c:pt>
                <c:pt idx="106">
                  <c:v>14.69562061</c:v>
                </c:pt>
                <c:pt idx="107">
                  <c:v>14.695649552</c:v>
                </c:pt>
                <c:pt idx="108">
                  <c:v>14.695662072</c:v>
                </c:pt>
                <c:pt idx="109">
                  <c:v>14.695660841</c:v>
                </c:pt>
                <c:pt idx="110">
                  <c:v>14.69564836</c:v>
                </c:pt>
                <c:pt idx="111">
                  <c:v>14.695626966</c:v>
                </c:pt>
                <c:pt idx="112">
                  <c:v>14.695598834</c:v>
                </c:pt>
                <c:pt idx="113">
                  <c:v>14.695565981</c:v>
                </c:pt>
                <c:pt idx="114">
                  <c:v>14.695530277</c:v>
                </c:pt>
                <c:pt idx="115">
                  <c:v>14.695493446</c:v>
                </c:pt>
                <c:pt idx="116">
                  <c:v>14.695457075</c:v>
                </c:pt>
                <c:pt idx="117">
                  <c:v>14.69542262</c:v>
                </c:pt>
                <c:pt idx="118">
                  <c:v>14.695391416</c:v>
                </c:pt>
                <c:pt idx="119">
                  <c:v>14.695364679</c:v>
                </c:pt>
                <c:pt idx="120">
                  <c:v>14.695343516</c:v>
                </c:pt>
                <c:pt idx="121">
                  <c:v>14.693132969</c:v>
                </c:pt>
                <c:pt idx="122">
                  <c:v>14.688761176</c:v>
                </c:pt>
                <c:pt idx="123">
                  <c:v>14.684327305</c:v>
                </c:pt>
                <c:pt idx="124">
                  <c:v>14.679929201</c:v>
                </c:pt>
                <c:pt idx="125">
                  <c:v>14.675576676</c:v>
                </c:pt>
                <c:pt idx="126">
                  <c:v>14.671270578</c:v>
                </c:pt>
                <c:pt idx="127">
                  <c:v>14.667009928</c:v>
                </c:pt>
                <c:pt idx="128">
                  <c:v>14.662793363</c:v>
                </c:pt>
                <c:pt idx="129">
                  <c:v>14.658619481</c:v>
                </c:pt>
                <c:pt idx="130">
                  <c:v>14.654486927</c:v>
                </c:pt>
                <c:pt idx="131">
                  <c:v>14.65039442</c:v>
                </c:pt>
                <c:pt idx="132">
                  <c:v>14.646340761</c:v>
                </c:pt>
                <c:pt idx="133">
                  <c:v>14.642324834</c:v>
                </c:pt>
                <c:pt idx="134">
                  <c:v>14.63834561</c:v>
                </c:pt>
                <c:pt idx="135">
                  <c:v>14.634402141</c:v>
                </c:pt>
                <c:pt idx="136">
                  <c:v>14.632830762</c:v>
                </c:pt>
                <c:pt idx="137">
                  <c:v>14.634499932</c:v>
                </c:pt>
                <c:pt idx="138">
                  <c:v>14.636973637</c:v>
                </c:pt>
                <c:pt idx="139">
                  <c:v>14.639525526</c:v>
                </c:pt>
                <c:pt idx="140">
                  <c:v>14.641285457</c:v>
                </c:pt>
                <c:pt idx="141">
                  <c:v>14.642541288</c:v>
                </c:pt>
                <c:pt idx="142">
                  <c:v>14.643594151</c:v>
                </c:pt>
                <c:pt idx="143">
                  <c:v>14.644552738</c:v>
                </c:pt>
                <c:pt idx="144">
                  <c:v>14.645449616</c:v>
                </c:pt>
                <c:pt idx="145">
                  <c:v>14.646295369</c:v>
                </c:pt>
                <c:pt idx="146">
                  <c:v>14.647094937</c:v>
                </c:pt>
                <c:pt idx="147">
                  <c:v>14.647851885</c:v>
                </c:pt>
                <c:pt idx="148">
                  <c:v>14.648569443</c:v>
                </c:pt>
                <c:pt idx="149">
                  <c:v>14.64925072</c:v>
                </c:pt>
                <c:pt idx="150">
                  <c:v>14.649898734</c:v>
                </c:pt>
                <c:pt idx="151">
                  <c:v>14.65051641</c:v>
                </c:pt>
                <c:pt idx="152">
                  <c:v>14.651106559</c:v>
                </c:pt>
                <c:pt idx="153">
                  <c:v>14.651671873</c:v>
                </c:pt>
                <c:pt idx="154">
                  <c:v>14.652214914</c:v>
                </c:pt>
                <c:pt idx="155">
                  <c:v>14.652738112</c:v>
                </c:pt>
                <c:pt idx="156">
                  <c:v>14.653243762</c:v>
                </c:pt>
                <c:pt idx="157">
                  <c:v>14.653734026</c:v>
                </c:pt>
                <c:pt idx="158">
                  <c:v>14.654210933</c:v>
                </c:pt>
                <c:pt idx="159">
                  <c:v>14.654676382</c:v>
                </c:pt>
                <c:pt idx="160">
                  <c:v>14.655132146</c:v>
                </c:pt>
                <c:pt idx="161">
                  <c:v>14.655579878</c:v>
                </c:pt>
                <c:pt idx="162">
                  <c:v>14.656021111</c:v>
                </c:pt>
                <c:pt idx="163">
                  <c:v>14.656457269</c:v>
                </c:pt>
                <c:pt idx="164">
                  <c:v>14.656889669</c:v>
                </c:pt>
                <c:pt idx="165">
                  <c:v>14.657319524</c:v>
                </c:pt>
                <c:pt idx="166">
                  <c:v>14.655962159</c:v>
                </c:pt>
                <c:pt idx="167">
                  <c:v>14.652324423</c:v>
                </c:pt>
                <c:pt idx="168">
                  <c:v>14.648585002</c:v>
                </c:pt>
                <c:pt idx="169">
                  <c:v>14.644854488</c:v>
                </c:pt>
                <c:pt idx="170">
                  <c:v>14.641145071</c:v>
                </c:pt>
                <c:pt idx="171">
                  <c:v>14.637459797</c:v>
                </c:pt>
                <c:pt idx="172">
                  <c:v>14.633799621</c:v>
                </c:pt>
                <c:pt idx="173">
                  <c:v>14.63016484</c:v>
                </c:pt>
                <c:pt idx="174">
                  <c:v>14.626555475</c:v>
                </c:pt>
                <c:pt idx="175">
                  <c:v>14.622971394</c:v>
                </c:pt>
                <c:pt idx="176">
                  <c:v>14.619412373</c:v>
                </c:pt>
                <c:pt idx="177">
                  <c:v>14.615878131</c:v>
                </c:pt>
                <c:pt idx="178">
                  <c:v>14.612368358</c:v>
                </c:pt>
                <c:pt idx="179">
                  <c:v>14.608882729</c:v>
                </c:pt>
                <c:pt idx="180">
                  <c:v>14.605420925</c:v>
                </c:pt>
                <c:pt idx="181">
                  <c:v>14.603848281</c:v>
                </c:pt>
                <c:pt idx="182">
                  <c:v>14.605638462</c:v>
                </c:pt>
                <c:pt idx="183">
                  <c:v>14.608271243</c:v>
                </c:pt>
                <c:pt idx="184">
                  <c:v>14.611056961</c:v>
                </c:pt>
                <c:pt idx="185">
                  <c:v>14.613081729</c:v>
                </c:pt>
                <c:pt idx="186">
                  <c:v>14.614579154</c:v>
                </c:pt>
                <c:pt idx="187">
                  <c:v>14.61586419</c:v>
                </c:pt>
                <c:pt idx="188">
                  <c:v>14.617053241</c:v>
                </c:pt>
                <c:pt idx="189">
                  <c:v>14.618180908</c:v>
                </c:pt>
                <c:pt idx="190">
                  <c:v>14.619257963</c:v>
                </c:pt>
                <c:pt idx="191">
                  <c:v>14.620289078</c:v>
                </c:pt>
                <c:pt idx="192">
                  <c:v>14.62127748</c:v>
                </c:pt>
                <c:pt idx="193">
                  <c:v>14.622226068</c:v>
                </c:pt>
                <c:pt idx="194">
                  <c:v>14.623137661</c:v>
                </c:pt>
                <c:pt idx="195">
                  <c:v>14.624015019</c:v>
                </c:pt>
                <c:pt idx="196">
                  <c:v>14.624860838</c:v>
                </c:pt>
                <c:pt idx="197">
                  <c:v>14.625677734</c:v>
                </c:pt>
                <c:pt idx="198">
                  <c:v>14.626468225</c:v>
                </c:pt>
                <c:pt idx="199">
                  <c:v>14.627234723</c:v>
                </c:pt>
                <c:pt idx="200">
                  <c:v>14.62797953</c:v>
                </c:pt>
                <c:pt idx="201">
                  <c:v>14.62870483</c:v>
                </c:pt>
                <c:pt idx="202">
                  <c:v>14.629412688</c:v>
                </c:pt>
                <c:pt idx="203">
                  <c:v>14.630105054</c:v>
                </c:pt>
                <c:pt idx="204">
                  <c:v>14.630783759</c:v>
                </c:pt>
                <c:pt idx="205">
                  <c:v>14.631450521</c:v>
                </c:pt>
                <c:pt idx="206">
                  <c:v>14.632106948</c:v>
                </c:pt>
                <c:pt idx="207">
                  <c:v>14.632754537</c:v>
                </c:pt>
                <c:pt idx="208">
                  <c:v>14.633394686</c:v>
                </c:pt>
                <c:pt idx="209">
                  <c:v>14.63402869</c:v>
                </c:pt>
                <c:pt idx="210">
                  <c:v>14.634657751</c:v>
                </c:pt>
                <c:pt idx="211">
                  <c:v>14.633842882</c:v>
                </c:pt>
                <c:pt idx="212">
                  <c:v>14.630591231</c:v>
                </c:pt>
                <c:pt idx="213">
                  <c:v>14.627203003</c:v>
                </c:pt>
                <c:pt idx="214">
                  <c:v>14.623810146</c:v>
                </c:pt>
                <c:pt idx="215">
                  <c:v>14.620426692</c:v>
                </c:pt>
                <c:pt idx="216">
                  <c:v>14.617056918</c:v>
                </c:pt>
                <c:pt idx="217">
                  <c:v>14.613702794</c:v>
                </c:pt>
                <c:pt idx="218">
                  <c:v>14.610365466</c:v>
                </c:pt>
                <c:pt idx="219">
                  <c:v>14.607045674</c:v>
                </c:pt>
                <c:pt idx="220">
                  <c:v>14.603743896</c:v>
                </c:pt>
                <c:pt idx="221">
                  <c:v>14.600460429</c:v>
                </c:pt>
                <c:pt idx="222">
                  <c:v>14.597195439</c:v>
                </c:pt>
                <c:pt idx="223">
                  <c:v>14.593949001</c:v>
                </c:pt>
                <c:pt idx="224">
                  <c:v>14.590721127</c:v>
                </c:pt>
                <c:pt idx="225">
                  <c:v>14.587511786</c:v>
                </c:pt>
                <c:pt idx="226">
                  <c:v>14.585790368</c:v>
                </c:pt>
                <c:pt idx="227">
                  <c:v>14.587566018</c:v>
                </c:pt>
                <c:pt idx="228">
                  <c:v>14.590240644</c:v>
                </c:pt>
                <c:pt idx="229">
                  <c:v>14.593138816</c:v>
                </c:pt>
                <c:pt idx="230">
                  <c:v>14.595314888</c:v>
                </c:pt>
                <c:pt idx="231">
                  <c:v>14.596936602</c:v>
                </c:pt>
                <c:pt idx="232">
                  <c:v>14.598334177</c:v>
                </c:pt>
                <c:pt idx="233">
                  <c:v>14.599633548</c:v>
                </c:pt>
                <c:pt idx="234">
                  <c:v>14.600872122</c:v>
                </c:pt>
                <c:pt idx="235">
                  <c:v>14.6020612</c:v>
                </c:pt>
                <c:pt idx="236">
                  <c:v>14.603205381</c:v>
                </c:pt>
                <c:pt idx="237">
                  <c:v>14.604307692</c:v>
                </c:pt>
                <c:pt idx="238">
                  <c:v>14.605370824</c:v>
                </c:pt>
                <c:pt idx="239">
                  <c:v>14.6063974</c:v>
                </c:pt>
                <c:pt idx="240">
                  <c:v>14.607390005</c:v>
                </c:pt>
                <c:pt idx="241">
                  <c:v>14.608351181</c:v>
                </c:pt>
                <c:pt idx="242">
                  <c:v>14.609283403</c:v>
                </c:pt>
                <c:pt idx="243">
                  <c:v>14.610189067</c:v>
                </c:pt>
                <c:pt idx="244">
                  <c:v>14.611070475</c:v>
                </c:pt>
                <c:pt idx="245">
                  <c:v>14.611929832</c:v>
                </c:pt>
                <c:pt idx="246">
                  <c:v>14.612769234</c:v>
                </c:pt>
                <c:pt idx="247">
                  <c:v>14.613590673</c:v>
                </c:pt>
                <c:pt idx="248">
                  <c:v>14.614396028</c:v>
                </c:pt>
                <c:pt idx="249">
                  <c:v>14.615187074</c:v>
                </c:pt>
                <c:pt idx="250">
                  <c:v>14.615965475</c:v>
                </c:pt>
                <c:pt idx="251">
                  <c:v>14.616732795</c:v>
                </c:pt>
                <c:pt idx="252">
                  <c:v>14.617490491</c:v>
                </c:pt>
                <c:pt idx="253">
                  <c:v>14.618239926</c:v>
                </c:pt>
                <c:pt idx="254">
                  <c:v>14.618982368</c:v>
                </c:pt>
                <c:pt idx="255">
                  <c:v>14.619718994</c:v>
                </c:pt>
                <c:pt idx="256">
                  <c:v>14.619315982</c:v>
                </c:pt>
                <c:pt idx="257">
                  <c:v>14.616314967</c:v>
                </c:pt>
                <c:pt idx="258">
                  <c:v>14.613137286</c:v>
                </c:pt>
                <c:pt idx="259">
                  <c:v>14.609946206</c:v>
                </c:pt>
                <c:pt idx="260">
                  <c:v>14.606757584</c:v>
                </c:pt>
                <c:pt idx="261">
                  <c:v>14.603576566</c:v>
                </c:pt>
                <c:pt idx="262">
                  <c:v>14.600405775</c:v>
                </c:pt>
                <c:pt idx="263">
                  <c:v>14.597246894</c:v>
                </c:pt>
                <c:pt idx="264">
                  <c:v>14.594101106</c:v>
                </c:pt>
                <c:pt idx="265">
                  <c:v>14.590969263</c:v>
                </c:pt>
                <c:pt idx="266">
                  <c:v>14.587851978</c:v>
                </c:pt>
                <c:pt idx="267">
                  <c:v>14.584749688</c:v>
                </c:pt>
                <c:pt idx="268">
                  <c:v>14.581662697</c:v>
                </c:pt>
                <c:pt idx="269">
                  <c:v>14.578591212</c:v>
                </c:pt>
                <c:pt idx="270">
                  <c:v>14.575535374</c:v>
                </c:pt>
                <c:pt idx="271">
                  <c:v>14.57361985</c:v>
                </c:pt>
                <c:pt idx="272">
                  <c:v>14.575320044</c:v>
                </c:pt>
                <c:pt idx="273">
                  <c:v>14.577992748</c:v>
                </c:pt>
                <c:pt idx="274">
                  <c:v>14.580954056</c:v>
                </c:pt>
                <c:pt idx="275">
                  <c:v>14.58324098</c:v>
                </c:pt>
                <c:pt idx="276">
                  <c:v>14.584943997</c:v>
                </c:pt>
                <c:pt idx="277">
                  <c:v>14.586408606</c:v>
                </c:pt>
                <c:pt idx="278">
                  <c:v>14.587771707</c:v>
                </c:pt>
                <c:pt idx="279">
                  <c:v>14.589074122</c:v>
                </c:pt>
                <c:pt idx="280">
                  <c:v>14.590327924</c:v>
                </c:pt>
                <c:pt idx="281">
                  <c:v>14.591537763</c:v>
                </c:pt>
                <c:pt idx="282">
                  <c:v>14.592706553</c:v>
                </c:pt>
                <c:pt idx="283">
                  <c:v>14.593836846</c:v>
                </c:pt>
                <c:pt idx="284">
                  <c:v>14.59493113</c:v>
                </c:pt>
                <c:pt idx="285">
                  <c:v>14.595991871</c:v>
                </c:pt>
                <c:pt idx="286">
                  <c:v>14.597021502</c:v>
                </c:pt>
                <c:pt idx="287">
                  <c:v>14.598022401</c:v>
                </c:pt>
                <c:pt idx="288">
                  <c:v>14.598996878</c:v>
                </c:pt>
                <c:pt idx="289">
                  <c:v>14.599947157</c:v>
                </c:pt>
                <c:pt idx="290">
                  <c:v>14.600875374</c:v>
                </c:pt>
                <c:pt idx="291">
                  <c:v>14.601783565</c:v>
                </c:pt>
                <c:pt idx="292">
                  <c:v>14.602673666</c:v>
                </c:pt>
                <c:pt idx="293">
                  <c:v>14.603547508</c:v>
                </c:pt>
                <c:pt idx="294">
                  <c:v>14.60440682</c:v>
                </c:pt>
                <c:pt idx="295">
                  <c:v>14.605253231</c:v>
                </c:pt>
                <c:pt idx="296">
                  <c:v>14.606088268</c:v>
                </c:pt>
                <c:pt idx="297">
                  <c:v>14.60691336</c:v>
                </c:pt>
                <c:pt idx="298">
                  <c:v>14.607729841</c:v>
                </c:pt>
                <c:pt idx="299">
                  <c:v>14.608538958</c:v>
                </c:pt>
                <c:pt idx="300">
                  <c:v>14.609341865</c:v>
                </c:pt>
                <c:pt idx="301">
                  <c:v>14.609278302</c:v>
                </c:pt>
                <c:pt idx="302">
                  <c:v>14.606467849</c:v>
                </c:pt>
                <c:pt idx="303">
                  <c:v>14.603429761</c:v>
                </c:pt>
                <c:pt idx="304">
                  <c:v>14.60037152</c:v>
                </c:pt>
                <c:pt idx="305">
                  <c:v>14.597311006</c:v>
                </c:pt>
                <c:pt idx="306">
                  <c:v>14.594254075</c:v>
                </c:pt>
                <c:pt idx="307">
                  <c:v>14.591203829</c:v>
                </c:pt>
                <c:pt idx="308">
                  <c:v>14.588162324</c:v>
                </c:pt>
                <c:pt idx="309">
                  <c:v>14.585131053</c:v>
                </c:pt>
                <c:pt idx="310">
                  <c:v>14.582111125</c:v>
                </c:pt>
                <c:pt idx="311">
                  <c:v>14.579103371</c:v>
                </c:pt>
                <c:pt idx="312">
                  <c:v>14.576108408</c:v>
                </c:pt>
                <c:pt idx="313">
                  <c:v>14.573126695</c:v>
                </c:pt>
                <c:pt idx="314">
                  <c:v>14.570158572</c:v>
                </c:pt>
                <c:pt idx="315">
                  <c:v>14.567204291</c:v>
                </c:pt>
                <c:pt idx="316">
                  <c:v>14.565084966</c:v>
                </c:pt>
                <c:pt idx="317">
                  <c:v>14.566671522</c:v>
                </c:pt>
                <c:pt idx="318">
                  <c:v>14.569321786</c:v>
                </c:pt>
                <c:pt idx="319">
                  <c:v>14.57232001</c:v>
                </c:pt>
                <c:pt idx="320">
                  <c:v>14.574700854</c:v>
                </c:pt>
                <c:pt idx="321">
                  <c:v>14.576466887</c:v>
                </c:pt>
                <c:pt idx="322">
                  <c:v>14.577977853</c:v>
                </c:pt>
                <c:pt idx="323">
                  <c:v>14.579382886</c:v>
                </c:pt>
                <c:pt idx="324">
                  <c:v>14.580726797</c:v>
                </c:pt>
                <c:pt idx="325">
                  <c:v>14.58202263</c:v>
                </c:pt>
                <c:pt idx="326">
                  <c:v>14.583275181</c:v>
                </c:pt>
                <c:pt idx="327">
                  <c:v>14.584487307</c:v>
                </c:pt>
                <c:pt idx="328">
                  <c:v>14.585661466</c:v>
                </c:pt>
                <c:pt idx="329">
                  <c:v>14.586800053</c:v>
                </c:pt>
                <c:pt idx="330">
                  <c:v>14.587905448</c:v>
                </c:pt>
                <c:pt idx="331">
                  <c:v>14.588980006</c:v>
                </c:pt>
                <c:pt idx="332">
                  <c:v>14.590026038</c:v>
                </c:pt>
                <c:pt idx="333">
                  <c:v>14.591045793</c:v>
                </c:pt>
                <c:pt idx="334">
                  <c:v>14.592041442</c:v>
                </c:pt>
                <c:pt idx="335">
                  <c:v>14.593015073</c:v>
                </c:pt>
                <c:pt idx="336">
                  <c:v>14.593968677</c:v>
                </c:pt>
                <c:pt idx="337">
                  <c:v>14.594904154</c:v>
                </c:pt>
                <c:pt idx="338">
                  <c:v>14.5958233</c:v>
                </c:pt>
                <c:pt idx="339">
                  <c:v>14.596727815</c:v>
                </c:pt>
                <c:pt idx="340">
                  <c:v>14.597619299</c:v>
                </c:pt>
                <c:pt idx="341">
                  <c:v>14.598499257</c:v>
                </c:pt>
                <c:pt idx="342">
                  <c:v>14.599369096</c:v>
                </c:pt>
                <c:pt idx="343">
                  <c:v>14.600230134</c:v>
                </c:pt>
                <c:pt idx="344">
                  <c:v>14.601083598</c:v>
                </c:pt>
                <c:pt idx="345">
                  <c:v>14.601930629</c:v>
                </c:pt>
                <c:pt idx="346">
                  <c:v>14.602154648</c:v>
                </c:pt>
                <c:pt idx="347">
                  <c:v>14.599510036</c:v>
                </c:pt>
                <c:pt idx="348">
                  <c:v>14.596570043</c:v>
                </c:pt>
                <c:pt idx="349">
                  <c:v>14.59360402</c:v>
                </c:pt>
                <c:pt idx="350">
                  <c:v>14.590632214</c:v>
                </c:pt>
                <c:pt idx="351">
                  <c:v>14.587661111</c:v>
                </c:pt>
                <c:pt idx="352">
                  <c:v>14.584694187</c:v>
                </c:pt>
                <c:pt idx="353">
                  <c:v>14.581733787</c:v>
                </c:pt>
                <c:pt idx="354">
                  <c:v>14.578781633</c:v>
                </c:pt>
                <c:pt idx="355">
                  <c:v>14.575839023</c:v>
                </c:pt>
                <c:pt idx="356">
                  <c:v>14.572906945</c:v>
                </c:pt>
                <c:pt idx="357">
                  <c:v>14.569986151</c:v>
                </c:pt>
                <c:pt idx="358">
                  <c:v>14.56707721</c:v>
                </c:pt>
                <c:pt idx="359">
                  <c:v>14.564180557</c:v>
                </c:pt>
                <c:pt idx="360">
                  <c:v>14.561296525</c:v>
                </c:pt>
                <c:pt idx="361">
                  <c:v>14.558981937</c:v>
                </c:pt>
                <c:pt idx="362">
                  <c:v>14.560421589</c:v>
                </c:pt>
                <c:pt idx="363">
                  <c:v>14.563037211</c:v>
                </c:pt>
                <c:pt idx="364">
                  <c:v>14.56605484</c:v>
                </c:pt>
                <c:pt idx="365">
                  <c:v>14.568521255</c:v>
                </c:pt>
                <c:pt idx="366">
                  <c:v>14.570341728</c:v>
                </c:pt>
                <c:pt idx="367">
                  <c:v>14.571888211</c:v>
                </c:pt>
                <c:pt idx="368">
                  <c:v>14.573323273</c:v>
                </c:pt>
                <c:pt idx="369">
                  <c:v>14.574696269</c:v>
                </c:pt>
                <c:pt idx="370">
                  <c:v>14.576021414</c:v>
                </c:pt>
                <c:pt idx="371">
                  <c:v>14.577303722</c:v>
                </c:pt>
                <c:pt idx="372">
                  <c:v>14.578546036</c:v>
                </c:pt>
                <c:pt idx="373">
                  <c:v>14.579750751</c:v>
                </c:pt>
                <c:pt idx="374">
                  <c:v>14.580920194</c:v>
                </c:pt>
                <c:pt idx="375">
                  <c:v>14.582056685</c:v>
                </c:pt>
                <c:pt idx="376">
                  <c:v>14.583162523</c:v>
                </c:pt>
                <c:pt idx="377">
                  <c:v>14.584239971</c:v>
                </c:pt>
                <c:pt idx="378">
                  <c:v>14.585291235</c:v>
                </c:pt>
                <c:pt idx="379">
                  <c:v>14.586318449</c:v>
                </c:pt>
                <c:pt idx="380">
                  <c:v>14.587323666</c:v>
                </c:pt>
                <c:pt idx="381">
                  <c:v>14.588308851</c:v>
                </c:pt>
                <c:pt idx="382">
                  <c:v>14.589275875</c:v>
                </c:pt>
                <c:pt idx="383">
                  <c:v>14.590226512</c:v>
                </c:pt>
                <c:pt idx="384">
                  <c:v>14.591162443</c:v>
                </c:pt>
                <c:pt idx="385">
                  <c:v>14.59208525</c:v>
                </c:pt>
                <c:pt idx="386">
                  <c:v>14.592996421</c:v>
                </c:pt>
                <c:pt idx="387">
                  <c:v>14.59389735</c:v>
                </c:pt>
                <c:pt idx="388">
                  <c:v>14.594789343</c:v>
                </c:pt>
                <c:pt idx="389">
                  <c:v>14.595673616</c:v>
                </c:pt>
                <c:pt idx="390">
                  <c:v>14.596551302</c:v>
                </c:pt>
                <c:pt idx="391">
                  <c:v>14.597016488</c:v>
                </c:pt>
                <c:pt idx="392">
                  <c:v>14.594535413</c:v>
                </c:pt>
                <c:pt idx="393">
                  <c:v>14.591667029</c:v>
                </c:pt>
                <c:pt idx="394">
                  <c:v>14.588766975</c:v>
                </c:pt>
                <c:pt idx="395">
                  <c:v>14.585858364</c:v>
                </c:pt>
                <c:pt idx="396">
                  <c:v>14.582948282</c:v>
                </c:pt>
                <c:pt idx="397">
                  <c:v>14.580040524</c:v>
                </c:pt>
                <c:pt idx="398">
                  <c:v>14.577137663</c:v>
                </c:pt>
                <c:pt idx="399">
                  <c:v>14.574241597</c:v>
                </c:pt>
                <c:pt idx="400">
                  <c:v>14.571353771</c:v>
                </c:pt>
                <c:pt idx="401">
                  <c:v>14.568475297</c:v>
                </c:pt>
                <c:pt idx="402">
                  <c:v>14.565607024</c:v>
                </c:pt>
                <c:pt idx="403">
                  <c:v>14.562749609</c:v>
                </c:pt>
                <c:pt idx="404">
                  <c:v>14.559903557</c:v>
                </c:pt>
                <c:pt idx="405">
                  <c:v>14.55706926</c:v>
                </c:pt>
                <c:pt idx="406">
                  <c:v>14.554581035</c:v>
                </c:pt>
                <c:pt idx="407">
                  <c:v>14.55583867</c:v>
                </c:pt>
                <c:pt idx="408">
                  <c:v>14.558410792</c:v>
                </c:pt>
                <c:pt idx="409">
                  <c:v>14.561434344</c:v>
                </c:pt>
                <c:pt idx="410">
                  <c:v>14.56398135</c:v>
                </c:pt>
                <c:pt idx="411">
                  <c:v>14.565852268</c:v>
                </c:pt>
                <c:pt idx="412">
                  <c:v>14.567428096</c:v>
                </c:pt>
                <c:pt idx="413">
                  <c:v>14.568885983</c:v>
                </c:pt>
                <c:pt idx="414">
                  <c:v>14.57028041</c:v>
                </c:pt>
                <c:pt idx="415">
                  <c:v>14.571626955</c:v>
                </c:pt>
                <c:pt idx="416">
                  <c:v>14.572930921</c:v>
                </c:pt>
                <c:pt idx="417">
                  <c:v>14.574195167</c:v>
                </c:pt>
                <c:pt idx="418">
                  <c:v>14.575422049</c:v>
                </c:pt>
                <c:pt idx="419">
                  <c:v>14.576613844</c:v>
                </c:pt>
                <c:pt idx="420">
                  <c:v>14.577772827</c:v>
                </c:pt>
                <c:pt idx="421">
                  <c:v>14.578901259</c:v>
                </c:pt>
                <c:pt idx="422">
                  <c:v>14.580001368</c:v>
                </c:pt>
                <c:pt idx="423">
                  <c:v>14.581075329</c:v>
                </c:pt>
                <c:pt idx="424">
                  <c:v>14.582125252</c:v>
                </c:pt>
                <c:pt idx="425">
                  <c:v>14.583153165</c:v>
                </c:pt>
                <c:pt idx="426">
                  <c:v>14.584161014</c:v>
                </c:pt>
                <c:pt idx="427">
                  <c:v>14.585150653</c:v>
                </c:pt>
                <c:pt idx="428">
                  <c:v>14.586123843</c:v>
                </c:pt>
                <c:pt idx="429">
                  <c:v>14.58708225</c:v>
                </c:pt>
                <c:pt idx="430">
                  <c:v>14.588027445</c:v>
                </c:pt>
                <c:pt idx="431">
                  <c:v>14.588960907</c:v>
                </c:pt>
                <c:pt idx="432">
                  <c:v>14.589884022</c:v>
                </c:pt>
                <c:pt idx="433">
                  <c:v>14.590798088</c:v>
                </c:pt>
                <c:pt idx="434">
                  <c:v>14.591704316</c:v>
                </c:pt>
                <c:pt idx="435">
                  <c:v>14.592603834</c:v>
                </c:pt>
                <c:pt idx="436">
                  <c:v>14.593260713</c:v>
                </c:pt>
                <c:pt idx="437">
                  <c:v>14.590959823</c:v>
                </c:pt>
                <c:pt idx="438">
                  <c:v>14.588145428</c:v>
                </c:pt>
                <c:pt idx="439">
                  <c:v>14.585293492</c:v>
                </c:pt>
                <c:pt idx="440">
                  <c:v>14.582430689</c:v>
                </c:pt>
                <c:pt idx="441">
                  <c:v>14.579564708</c:v>
                </c:pt>
                <c:pt idx="442">
                  <c:v>14.57669963</c:v>
                </c:pt>
                <c:pt idx="443">
                  <c:v>14.573838211</c:v>
                </c:pt>
                <c:pt idx="444">
                  <c:v>14.570982496</c:v>
                </c:pt>
                <c:pt idx="445">
                  <c:v>14.568134048</c:v>
                </c:pt>
                <c:pt idx="446">
                  <c:v>14.565294072</c:v>
                </c:pt>
                <c:pt idx="447">
                  <c:v>14.562463501</c:v>
                </c:pt>
                <c:pt idx="448">
                  <c:v>14.559643056</c:v>
                </c:pt>
                <c:pt idx="449">
                  <c:v>14.556833297</c:v>
                </c:pt>
                <c:pt idx="450">
                  <c:v>14.554034664</c:v>
                </c:pt>
                <c:pt idx="451">
                  <c:v>14.551406702</c:v>
                </c:pt>
                <c:pt idx="452">
                  <c:v>14.552441565</c:v>
                </c:pt>
                <c:pt idx="453">
                  <c:v>14.55496276</c:v>
                </c:pt>
                <c:pt idx="454">
                  <c:v>14.557981155</c:v>
                </c:pt>
                <c:pt idx="455">
                  <c:v>14.560604986</c:v>
                </c:pt>
                <c:pt idx="456">
                  <c:v>14.562524878</c:v>
                </c:pt>
                <c:pt idx="457">
                  <c:v>14.564126474</c:v>
                </c:pt>
                <c:pt idx="458">
                  <c:v>14.565602588</c:v>
                </c:pt>
                <c:pt idx="459">
                  <c:v>14.567013433</c:v>
                </c:pt>
                <c:pt idx="460">
                  <c:v>14.568376155</c:v>
                </c:pt>
                <c:pt idx="461">
                  <c:v>14.569696407</c:v>
                </c:pt>
                <c:pt idx="462">
                  <c:v>14.570977095</c:v>
                </c:pt>
                <c:pt idx="463">
                  <c:v>14.57222055</c:v>
                </c:pt>
                <c:pt idx="464">
                  <c:v>14.573429015</c:v>
                </c:pt>
                <c:pt idx="465">
                  <c:v>14.57460473</c:v>
                </c:pt>
                <c:pt idx="466">
                  <c:v>14.57574993</c:v>
                </c:pt>
                <c:pt idx="467">
                  <c:v>14.576866815</c:v>
                </c:pt>
                <c:pt idx="468">
                  <c:v>14.577957542</c:v>
                </c:pt>
                <c:pt idx="469">
                  <c:v>14.579024201</c:v>
                </c:pt>
                <c:pt idx="470">
                  <c:v>14.580068807</c:v>
                </c:pt>
                <c:pt idx="471">
                  <c:v>14.581093292</c:v>
                </c:pt>
                <c:pt idx="472">
                  <c:v>14.582099499</c:v>
                </c:pt>
                <c:pt idx="473">
                  <c:v>14.583089181</c:v>
                </c:pt>
                <c:pt idx="474">
                  <c:v>14.584063996</c:v>
                </c:pt>
                <c:pt idx="475">
                  <c:v>14.585025509</c:v>
                </c:pt>
                <c:pt idx="476">
                  <c:v>14.585975193</c:v>
                </c:pt>
                <c:pt idx="477">
                  <c:v>14.586914431</c:v>
                </c:pt>
                <c:pt idx="478">
                  <c:v>14.587844516</c:v>
                </c:pt>
                <c:pt idx="479">
                  <c:v>14.588766658</c:v>
                </c:pt>
                <c:pt idx="480">
                  <c:v>14.589681981</c:v>
                </c:pt>
                <c:pt idx="481">
                  <c:v>14.590471094</c:v>
                </c:pt>
                <c:pt idx="482">
                  <c:v>14.588386842</c:v>
                </c:pt>
                <c:pt idx="483">
                  <c:v>14.58561461</c:v>
                </c:pt>
                <c:pt idx="484">
                  <c:v>14.582798316</c:v>
                </c:pt>
                <c:pt idx="485">
                  <c:v>14.579969137</c:v>
                </c:pt>
                <c:pt idx="486">
                  <c:v>14.577135391</c:v>
                </c:pt>
                <c:pt idx="487">
                  <c:v>14.574301422</c:v>
                </c:pt>
                <c:pt idx="488">
                  <c:v>14.571470147</c:v>
                </c:pt>
                <c:pt idx="489">
                  <c:v>14.568643732</c:v>
                </c:pt>
                <c:pt idx="490">
                  <c:v>14.565823837</c:v>
                </c:pt>
                <c:pt idx="491">
                  <c:v>14.563011747</c:v>
                </c:pt>
                <c:pt idx="492">
                  <c:v>14.560208458</c:v>
                </c:pt>
                <c:pt idx="493">
                  <c:v>14.557414746</c:v>
                </c:pt>
                <c:pt idx="494">
                  <c:v>14.554631216</c:v>
                </c:pt>
                <c:pt idx="495">
                  <c:v>14.551858343</c:v>
                </c:pt>
                <c:pt idx="496">
                  <c:v>14.549139423</c:v>
                </c:pt>
                <c:pt idx="497">
                  <c:v>14.549900442</c:v>
                </c:pt>
                <c:pt idx="498">
                  <c:v>14.552363816</c:v>
                </c:pt>
                <c:pt idx="499">
                  <c:v>14.555367713</c:v>
                </c:pt>
                <c:pt idx="500">
                  <c:v>14.558064749</c:v>
                </c:pt>
                <c:pt idx="501">
                  <c:v>14.560033719</c:v>
                </c:pt>
                <c:pt idx="502">
                  <c:v>14.561659132</c:v>
                </c:pt>
                <c:pt idx="503">
                  <c:v>14.563150481</c:v>
                </c:pt>
                <c:pt idx="504">
                  <c:v>14.564574361</c:v>
                </c:pt>
                <c:pt idx="505">
                  <c:v>14.565949694</c:v>
                </c:pt>
                <c:pt idx="506">
                  <c:v>14.567282552</c:v>
                </c:pt>
                <c:pt idx="507">
                  <c:v>14.568575912</c:v>
                </c:pt>
                <c:pt idx="508">
                  <c:v>14.569832093</c:v>
                </c:pt>
                <c:pt idx="509">
                  <c:v>14.571053312</c:v>
                </c:pt>
                <c:pt idx="510">
                  <c:v>14.572241787</c:v>
                </c:pt>
                <c:pt idx="511">
                  <c:v>14.573399728</c:v>
                </c:pt>
                <c:pt idx="512">
                  <c:v>14.57452932</c:v>
                </c:pt>
                <c:pt idx="513">
                  <c:v>14.575632705</c:v>
                </c:pt>
                <c:pt idx="514">
                  <c:v>14.576711961</c:v>
                </c:pt>
                <c:pt idx="515">
                  <c:v>14.577769093</c:v>
                </c:pt>
                <c:pt idx="516">
                  <c:v>14.578806027</c:v>
                </c:pt>
                <c:pt idx="517">
                  <c:v>14.579824599</c:v>
                </c:pt>
                <c:pt idx="518">
                  <c:v>14.580826556</c:v>
                </c:pt>
                <c:pt idx="519">
                  <c:v>14.581813553</c:v>
                </c:pt>
                <c:pt idx="520">
                  <c:v>14.582787153</c:v>
                </c:pt>
                <c:pt idx="521">
                  <c:v>14.583748827</c:v>
                </c:pt>
                <c:pt idx="522">
                  <c:v>14.584699956</c:v>
                </c:pt>
                <c:pt idx="523">
                  <c:v>14.585641833</c:v>
                </c:pt>
                <c:pt idx="524">
                  <c:v>14.586575666</c:v>
                </c:pt>
                <c:pt idx="525">
                  <c:v>14.587502582</c:v>
                </c:pt>
                <c:pt idx="526">
                  <c:v>14.588347074</c:v>
                </c:pt>
                <c:pt idx="527">
                  <c:v>14.586539532</c:v>
                </c:pt>
                <c:pt idx="528">
                  <c:v>14.583801766</c:v>
                </c:pt>
                <c:pt idx="529">
                  <c:v>14.581012264</c:v>
                </c:pt>
                <c:pt idx="530">
                  <c:v>14.578208029</c:v>
                </c:pt>
                <c:pt idx="531">
                  <c:v>14.575398059</c:v>
                </c:pt>
                <c:pt idx="532">
                  <c:v>14.572586946</c:v>
                </c:pt>
                <c:pt idx="533">
                  <c:v>14.569777753</c:v>
                </c:pt>
                <c:pt idx="534">
                  <c:v>14.566972751</c:v>
                </c:pt>
                <c:pt idx="535">
                  <c:v>14.564173683</c:v>
                </c:pt>
                <c:pt idx="536">
                  <c:v>14.561381899</c:v>
                </c:pt>
                <c:pt idx="537">
                  <c:v>14.558598451</c:v>
                </c:pt>
                <c:pt idx="538">
                  <c:v>14.55582416</c:v>
                </c:pt>
                <c:pt idx="539">
                  <c:v>14.553059667</c:v>
                </c:pt>
                <c:pt idx="540">
                  <c:v>14.550305477</c:v>
                </c:pt>
                <c:pt idx="541">
                  <c:v>14.547561993</c:v>
                </c:pt>
                <c:pt idx="542">
                  <c:v>14.547983976</c:v>
                </c:pt>
                <c:pt idx="543">
                  <c:v>14.550382641</c:v>
                </c:pt>
                <c:pt idx="544">
                  <c:v>14.553364272</c:v>
                </c:pt>
                <c:pt idx="545">
                  <c:v>14.556130343</c:v>
                </c:pt>
                <c:pt idx="546">
                  <c:v>14.558149528</c:v>
                </c:pt>
                <c:pt idx="547">
                  <c:v>14.559797853</c:v>
                </c:pt>
                <c:pt idx="548">
                  <c:v>14.561302439</c:v>
                </c:pt>
                <c:pt idx="549">
                  <c:v>14.562737259</c:v>
                </c:pt>
                <c:pt idx="550">
                  <c:v>14.564122477</c:v>
                </c:pt>
                <c:pt idx="551">
                  <c:v>14.565465566</c:v>
                </c:pt>
                <c:pt idx="552">
                  <c:v>14.566768873</c:v>
                </c:pt>
                <c:pt idx="553">
                  <c:v>14.568035111</c:v>
                </c:pt>
                <c:pt idx="554">
                  <c:v>14.569266341</c:v>
                </c:pt>
                <c:pt idx="555">
                  <c:v>14.570464784</c:v>
                </c:pt>
                <c:pt idx="556">
                  <c:v>14.571632637</c:v>
                </c:pt>
                <c:pt idx="557">
                  <c:v>14.572772074</c:v>
                </c:pt>
                <c:pt idx="558">
                  <c:v>14.573885224</c:v>
                </c:pt>
                <c:pt idx="559">
                  <c:v>14.574974159</c:v>
                </c:pt>
                <c:pt idx="560">
                  <c:v>14.576040879</c:v>
                </c:pt>
                <c:pt idx="561">
                  <c:v>14.577087305</c:v>
                </c:pt>
                <c:pt idx="562">
                  <c:v>14.578115272</c:v>
                </c:pt>
                <c:pt idx="563">
                  <c:v>14.579126523</c:v>
                </c:pt>
                <c:pt idx="564">
                  <c:v>14.580122714</c:v>
                </c:pt>
                <c:pt idx="565">
                  <c:v>14.581105407</c:v>
                </c:pt>
                <c:pt idx="566">
                  <c:v>14.582076073</c:v>
                </c:pt>
                <c:pt idx="567">
                  <c:v>14.583036094</c:v>
                </c:pt>
                <c:pt idx="568">
                  <c:v>14.583986766</c:v>
                </c:pt>
                <c:pt idx="569">
                  <c:v>14.584929297</c:v>
                </c:pt>
                <c:pt idx="570">
                  <c:v>14.585864815</c:v>
                </c:pt>
                <c:pt idx="571">
                  <c:v>14.58679437</c:v>
                </c:pt>
                <c:pt idx="572">
                  <c:v>14.585221059</c:v>
                </c:pt>
                <c:pt idx="573">
                  <c:v>14.582513132</c:v>
                </c:pt>
                <c:pt idx="574">
                  <c:v>14.579744097</c:v>
                </c:pt>
                <c:pt idx="575">
                  <c:v>14.57695856</c:v>
                </c:pt>
                <c:pt idx="576">
                  <c:v>14.574166268</c:v>
                </c:pt>
                <c:pt idx="577">
                  <c:v>14.57137206</c:v>
                </c:pt>
                <c:pt idx="578">
                  <c:v>14.568579135</c:v>
                </c:pt>
                <c:pt idx="579">
                  <c:v>14.565789857</c:v>
                </c:pt>
                <c:pt idx="580">
                  <c:v>14.56300604</c:v>
                </c:pt>
                <c:pt idx="581">
                  <c:v>14.560229094</c:v>
                </c:pt>
                <c:pt idx="582">
                  <c:v>14.557460117</c:v>
                </c:pt>
                <c:pt idx="583">
                  <c:v>14.554699967</c:v>
                </c:pt>
                <c:pt idx="584">
                  <c:v>14.551949318</c:v>
                </c:pt>
                <c:pt idx="585">
                  <c:v>14.549208701</c:v>
                </c:pt>
                <c:pt idx="586">
                  <c:v>14.546478538</c:v>
                </c:pt>
                <c:pt idx="587">
                  <c:v>14.546527725</c:v>
                </c:pt>
                <c:pt idx="588">
                  <c:v>14.548854408</c:v>
                </c:pt>
                <c:pt idx="589">
                  <c:v>14.551807442</c:v>
                </c:pt>
                <c:pt idx="590">
                  <c:v>14.554637406</c:v>
                </c:pt>
                <c:pt idx="591">
                  <c:v>14.556708602</c:v>
                </c:pt>
                <c:pt idx="592">
                  <c:v>14.558379801</c:v>
                </c:pt>
                <c:pt idx="593">
                  <c:v>14.55989661</c:v>
                </c:pt>
                <c:pt idx="594">
                  <c:v>14.561340347</c:v>
                </c:pt>
                <c:pt idx="595">
                  <c:v>14.56273422</c:v>
                </c:pt>
                <c:pt idx="596">
                  <c:v>14.564085338</c:v>
                </c:pt>
                <c:pt idx="597">
                  <c:v>14.565396897</c:v>
                </c:pt>
                <c:pt idx="598">
                  <c:v>14.566671226</c:v>
                </c:pt>
                <c:pt idx="599">
                  <c:v>14.567910513</c:v>
                </c:pt>
                <c:pt idx="600">
                  <c:v>14.569116941</c:v>
                </c:pt>
                <c:pt idx="601">
                  <c:v>14.570292693</c:v>
                </c:pt>
                <c:pt idx="602">
                  <c:v>14.571439934</c:v>
                </c:pt>
                <c:pt idx="603">
                  <c:v>14.572560788</c:v>
                </c:pt>
                <c:pt idx="604">
                  <c:v>14.573657321</c:v>
                </c:pt>
                <c:pt idx="605">
                  <c:v>14.574731533</c:v>
                </c:pt>
                <c:pt idx="606">
                  <c:v>14.57578534</c:v>
                </c:pt>
                <c:pt idx="607">
                  <c:v>14.576820579</c:v>
                </c:pt>
                <c:pt idx="608">
                  <c:v>14.577838994</c:v>
                </c:pt>
                <c:pt idx="609">
                  <c:v>14.578842241</c:v>
                </c:pt>
                <c:pt idx="610">
                  <c:v>14.579831884</c:v>
                </c:pt>
                <c:pt idx="611">
                  <c:v>14.580809397</c:v>
                </c:pt>
                <c:pt idx="612">
                  <c:v>14.581776164</c:v>
                </c:pt>
                <c:pt idx="613">
                  <c:v>14.582733482</c:v>
                </c:pt>
                <c:pt idx="614">
                  <c:v>14.583682565</c:v>
                </c:pt>
                <c:pt idx="615">
                  <c:v>14.584624542</c:v>
                </c:pt>
                <c:pt idx="616">
                  <c:v>14.585560467</c:v>
                </c:pt>
                <c:pt idx="617">
                  <c:v>14.584289662</c:v>
                </c:pt>
                <c:pt idx="618">
                  <c:v>14.581609462</c:v>
                </c:pt>
                <c:pt idx="619">
                  <c:v>14.578856361</c:v>
                </c:pt>
                <c:pt idx="620">
                  <c:v>14.576084997</c:v>
                </c:pt>
                <c:pt idx="621">
                  <c:v>14.573305954</c:v>
                </c:pt>
                <c:pt idx="622">
                  <c:v>14.570524329</c:v>
                </c:pt>
                <c:pt idx="623">
                  <c:v>14.567743446</c:v>
                </c:pt>
                <c:pt idx="624">
                  <c:v>14.564965755</c:v>
                </c:pt>
                <c:pt idx="625">
                  <c:v>14.562193136</c:v>
                </c:pt>
                <c:pt idx="626">
                  <c:v>14.55942705</c:v>
                </c:pt>
                <c:pt idx="627">
                  <c:v>14.556668637</c:v>
                </c:pt>
                <c:pt idx="628">
                  <c:v>14.553918789</c:v>
                </c:pt>
                <c:pt idx="629">
                  <c:v>14.551178206</c:v>
                </c:pt>
                <c:pt idx="630">
                  <c:v>14.548447442</c:v>
                </c:pt>
                <c:pt idx="631">
                  <c:v>14.545726938</c:v>
                </c:pt>
                <c:pt idx="632">
                  <c:v>14.545413756</c:v>
                </c:pt>
                <c:pt idx="633">
                  <c:v>14.547660459</c:v>
                </c:pt>
                <c:pt idx="634">
                  <c:v>14.550579997</c:v>
                </c:pt>
                <c:pt idx="635">
                  <c:v>14.553467474</c:v>
                </c:pt>
                <c:pt idx="636">
                  <c:v>14.555592976</c:v>
                </c:pt>
                <c:pt idx="637">
                  <c:v>14.557287652</c:v>
                </c:pt>
                <c:pt idx="638">
                  <c:v>14.558815914</c:v>
                </c:pt>
                <c:pt idx="639">
                  <c:v>14.56026761</c:v>
                </c:pt>
                <c:pt idx="640">
                  <c:v>14.561668666</c:v>
                </c:pt>
                <c:pt idx="641">
                  <c:v>14.563026717</c:v>
                </c:pt>
                <c:pt idx="642">
                  <c:v>14.56434511</c:v>
                </c:pt>
                <c:pt idx="643">
                  <c:v>14.565626193</c:v>
                </c:pt>
                <c:pt idx="644">
                  <c:v>14.566872145</c:v>
                </c:pt>
                <c:pt idx="645">
                  <c:v>14.568085139</c:v>
                </c:pt>
                <c:pt idx="646">
                  <c:v>14.569267349</c:v>
                </c:pt>
                <c:pt idx="647">
                  <c:v>14.570420934</c:v>
                </c:pt>
                <c:pt idx="648">
                  <c:v>14.571548014</c:v>
                </c:pt>
                <c:pt idx="649">
                  <c:v>14.572650653</c:v>
                </c:pt>
                <c:pt idx="650">
                  <c:v>14.57373085</c:v>
                </c:pt>
                <c:pt idx="651">
                  <c:v>14.574790523</c:v>
                </c:pt>
                <c:pt idx="652">
                  <c:v>14.575831508</c:v>
                </c:pt>
                <c:pt idx="653">
                  <c:v>14.576855554</c:v>
                </c:pt>
                <c:pt idx="654">
                  <c:v>14.577864318</c:v>
                </c:pt>
                <c:pt idx="655">
                  <c:v>14.578859368</c:v>
                </c:pt>
                <c:pt idx="656">
                  <c:v>14.579842181</c:v>
                </c:pt>
                <c:pt idx="657">
                  <c:v>14.580814145</c:v>
                </c:pt>
                <c:pt idx="658">
                  <c:v>14.581776561</c:v>
                </c:pt>
                <c:pt idx="659">
                  <c:v>14.582730646</c:v>
                </c:pt>
                <c:pt idx="660">
                  <c:v>14.583677535</c:v>
                </c:pt>
                <c:pt idx="661">
                  <c:v>14.584618282</c:v>
                </c:pt>
                <c:pt idx="662">
                  <c:v>14.583642279</c:v>
                </c:pt>
                <c:pt idx="663">
                  <c:v>14.58098995</c:v>
                </c:pt>
                <c:pt idx="664">
                  <c:v>14.578249545</c:v>
                </c:pt>
                <c:pt idx="665">
                  <c:v>14.575489058</c:v>
                </c:pt>
                <c:pt idx="666">
                  <c:v>14.572720032</c:v>
                </c:pt>
                <c:pt idx="667">
                  <c:v>14.569947829</c:v>
                </c:pt>
                <c:pt idx="668">
                  <c:v>14.567175897</c:v>
                </c:pt>
                <c:pt idx="669">
                  <c:v>14.564406767</c:v>
                </c:pt>
                <c:pt idx="670">
                  <c:v>14.561642379</c:v>
                </c:pt>
                <c:pt idx="671">
                  <c:v>14.558884243</c:v>
                </c:pt>
                <c:pt idx="672">
                  <c:v>14.556133534</c:v>
                </c:pt>
                <c:pt idx="673">
                  <c:v>14.553391176</c:v>
                </c:pt>
                <c:pt idx="674">
                  <c:v>14.550657894</c:v>
                </c:pt>
                <c:pt idx="675">
                  <c:v>14.547934259</c:v>
                </c:pt>
                <c:pt idx="676">
                  <c:v>14.545220729</c:v>
                </c:pt>
                <c:pt idx="677">
                  <c:v>14.544557186</c:v>
                </c:pt>
                <c:pt idx="678">
                  <c:v>14.546714844</c:v>
                </c:pt>
                <c:pt idx="679">
                  <c:v>14.549597251</c:v>
                </c:pt>
                <c:pt idx="680">
                  <c:v>14.552534572</c:v>
                </c:pt>
                <c:pt idx="681">
                  <c:v>14.554716937</c:v>
                </c:pt>
                <c:pt idx="682">
                  <c:v>14.556436027</c:v>
                </c:pt>
                <c:pt idx="683">
                  <c:v>14.557975399</c:v>
                </c:pt>
                <c:pt idx="684">
                  <c:v>14.559434466</c:v>
                </c:pt>
                <c:pt idx="685">
                  <c:v>14.560841787</c:v>
                </c:pt>
                <c:pt idx="686">
                  <c:v>14.562205842</c:v>
                </c:pt>
                <c:pt idx="687">
                  <c:v>14.563530112</c:v>
                </c:pt>
                <c:pt idx="688">
                  <c:v>14.564816965</c:v>
                </c:pt>
                <c:pt idx="689">
                  <c:v>14.566068578</c:v>
                </c:pt>
                <c:pt idx="690">
                  <c:v>14.567287114</c:v>
                </c:pt>
                <c:pt idx="691">
                  <c:v>14.568474742</c:v>
                </c:pt>
                <c:pt idx="692">
                  <c:v>14.569633615</c:v>
                </c:pt>
                <c:pt idx="693">
                  <c:v>14.570765852</c:v>
                </c:pt>
                <c:pt idx="694">
                  <c:v>14.571873518</c:v>
                </c:pt>
                <c:pt idx="695">
                  <c:v>14.572958609</c:v>
                </c:pt>
                <c:pt idx="696">
                  <c:v>14.574023049</c:v>
                </c:pt>
                <c:pt idx="697">
                  <c:v>14.575068676</c:v>
                </c:pt>
                <c:pt idx="698">
                  <c:v>14.57609724</c:v>
                </c:pt>
                <c:pt idx="699">
                  <c:v>14.577110405</c:v>
                </c:pt>
                <c:pt idx="700">
                  <c:v>14.578109742</c:v>
                </c:pt>
                <c:pt idx="701">
                  <c:v>14.579096733</c:v>
                </c:pt>
                <c:pt idx="702">
                  <c:v>14.580072769</c:v>
                </c:pt>
                <c:pt idx="703">
                  <c:v>14.581039158</c:v>
                </c:pt>
                <c:pt idx="704">
                  <c:v>14.58199712</c:v>
                </c:pt>
                <c:pt idx="705">
                  <c:v>14.582947794</c:v>
                </c:pt>
                <c:pt idx="706">
                  <c:v>14.583892241</c:v>
                </c:pt>
                <c:pt idx="707">
                  <c:v>14.583203003</c:v>
                </c:pt>
                <c:pt idx="708">
                  <c:v>14.580580997</c:v>
                </c:pt>
                <c:pt idx="709">
                  <c:v>14.577851006</c:v>
                </c:pt>
                <c:pt idx="710">
                  <c:v>14.57509899</c:v>
                </c:pt>
                <c:pt idx="711">
                  <c:v>14.572337611</c:v>
                </c:pt>
                <c:pt idx="712">
                  <c:v>14.569572508</c:v>
                </c:pt>
                <c:pt idx="713">
                  <c:v>14.566807256</c:v>
                </c:pt>
                <c:pt idx="714">
                  <c:v>14.564044463</c:v>
                </c:pt>
                <c:pt idx="715">
                  <c:v>14.561286126</c:v>
                </c:pt>
                <c:pt idx="716">
                  <c:v>14.558533796</c:v>
                </c:pt>
                <c:pt idx="717">
                  <c:v>14.555788688</c:v>
                </c:pt>
                <c:pt idx="718">
                  <c:v>14.553051752</c:v>
                </c:pt>
                <c:pt idx="719">
                  <c:v>14.550323733</c:v>
                </c:pt>
                <c:pt idx="720">
                  <c:v>14.547605223</c:v>
                </c:pt>
                <c:pt idx="721">
                  <c:v>14.544896692</c:v>
                </c:pt>
                <c:pt idx="722">
                  <c:v>14.543996134</c:v>
                </c:pt>
              </c:numCache>
            </c:numRef>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35"/>
          <c:min val="0"/>
        </c:scaling>
        <c:delete val="0"/>
        <c:axPos val="l"/>
        <c:majorGridlines>
          <c:spPr>
            <a:ln xmlns:a="http://schemas.openxmlformats.org/drawingml/2006/main" w="9525">
              <a:solidFill>
                <a:srgbClr val="E4EBEF"/>
              </a:solidFill>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Temperature [°C]</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587081"/>
            </a:solidFill>
          </a:ln>
        </c:spPr>
        <c:txPr>
          <a:bodyPr xmlns:a="http://schemas.openxmlformats.org/drawingml/2006/main" anchorCtr="1"/>
          <a:lstStyle xmlns:a="http://schemas.openxmlformats.org/drawingml/2006/main"/>
          <a:p xmlns:a="http://schemas.openxmlformats.org/drawingml/2006/main">
            <a:pPr>
              <a:defRPr sz="1350">
                <a:solidFill>
                  <a:srgbClr val="587081"/>
                </a:solidFill>
                <a:latin typeface="Arial"/>
                <a:ea typeface="Arial"/>
                <a:cs typeface="Arial"/>
              </a:defRPr>
            </a:pPr>
          </a:p>
        </c:txPr>
        <c:crossAx val="48650112"/>
        <c:crossesAt val="0"/>
      </c:valAx>
      <c:valAx>
        <c:axId val="48650112"/>
        <c:scaling>
          <c:orientation val="minMax"/>
          <c:max val="24"/>
          <c:min val="0"/>
        </c:scaling>
        <c:delete val="0"/>
        <c:axPos val="b"/>
        <c:title>
          <c:tx>
            <c:rich>
              <a:bodyPr xmlns:a="http://schemas.openxmlformats.org/drawingml/2006/main"/>
              <a:lstStyle xmlns:a="http://schemas.openxmlformats.org/drawingml/2006/main"/>
              <a:p xmlns:a="http://schemas.openxmlformats.org/drawingml/2006/main">
                <a:r>
                  <a:rPr>
                    <a:latin typeface="Arial"/>
                    <a:ea typeface="Arial"/>
                    <a:cs typeface="Arial"/>
                  </a:rPr>
                  <a:t>Elapsed time [h]</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587081"/>
            </a:solidFill>
          </a:ln>
        </c:spPr>
        <c:txPr>
          <a:bodyPr xmlns:a="http://schemas.openxmlformats.org/drawingml/2006/main" anchorCtr="1"/>
          <a:lstStyle xmlns:a="http://schemas.openxmlformats.org/drawingml/2006/main"/>
          <a:p xmlns:a="http://schemas.openxmlformats.org/drawingml/2006/main">
            <a:pPr>
              <a:defRPr sz="1350">
                <a:solidFill>
                  <a:srgbClr val="587081"/>
                </a:solidFill>
                <a:latin typeface="Arial"/>
                <a:ea typeface="Arial"/>
                <a:cs typeface="Arial"/>
              </a:defRPr>
            </a:pPr>
          </a:p>
        </c:txPr>
        <c:crossAx val="48672768"/>
        <c:majorUnit val="6"/>
      </c:valAx>
      <c:spPr>
        <a:solidFill xmlns:a="http://schemas.openxmlformats.org/drawingml/2006/main">
          <a:srgbClr val="FFFFFF"/>
        </a:solidFill>
      </c:spPr>
    </c:plotArea>
    <c:legend>
      <c:legendPos val="b"/>
      <c:overlay val="0"/>
      <c:txPr>
        <a:bodyPr xmlns:a="http://schemas.openxmlformats.org/drawingml/2006/main" anchorCtr="1"/>
        <a:lstStyle xmlns:a="http://schemas.openxmlformats.org/drawingml/2006/main"/>
        <a:p xmlns:a="http://schemas.openxmlformats.org/drawingml/2006/main">
          <a:pPr>
            <a:defRPr sz="1350">
              <a:solidFill>
                <a:srgbClr val="142B3D"/>
              </a:solidFill>
              <a:latin typeface="Arial"/>
              <a:ea typeface="Arial"/>
              <a:cs typeface="Arial"/>
            </a:defRPr>
          </a:pPr>
        </a:p>
      </c:txPr>
    </c:legend>
    <c:plotVisOnly val="1"/>
  </c:chart>
  <c:spPr>
    <a:solidFill xmlns:a="http://schemas.openxmlformats.org/drawingml/2006/main">
      <a:srgbClr val="FFFFFF"/>
    </a:solidFill>
  </c:spPr>
  <c:externalData r:id="rIdChartSnapshot1">
    <c:autoUpdate val="0"/>
  </c:externalData>
</c:chartSpace>
</file>

<file path=ppt/slides/charts/chart3.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Heater energy [kWh / 24 h]</c:v>
          </c:tx>
          <c:spPr>
            <a:solidFill xmlns:a="http://schemas.openxmlformats.org/drawingml/2006/main">
              <a:srgbClr val="087F95"/>
            </a:solidFill>
          </c:spPr>
          <c:invertIfNegative val="0"/>
          <c:dPt>
            <c:idx val="0"/>
            <c:invertIfNegative val="0"/>
            <c:spPr>
              <a:solidFill xmlns:a="http://schemas.openxmlformats.org/drawingml/2006/main">
                <a:srgbClr val="AD7A22"/>
              </a:solidFill>
            </c:spPr>
          </c:dPt>
          <c:dPt>
            <c:idx val="1"/>
            <c:invertIfNegative val="0"/>
            <c:spPr>
              <a:solidFill xmlns:a="http://schemas.openxmlformats.org/drawingml/2006/main">
                <a:srgbClr val="087F95"/>
              </a:solidFill>
            </c:spPr>
          </c:dPt>
          <c:cat>
            <c:strRef>
              <c:f>'Chart Data'!$A$2:$A$3</c:f>
              <c:strCache>
                <c:ptCount val="2"/>
                <c:pt idx="0">
                  <c:v>Fixed link</c:v>
                </c:pt>
                <c:pt idx="1">
                  <c:v>Bypass control</c:v>
                </c:pt>
              </c:strCache>
            </c:strRef>
          </c:cat>
          <c:val>
            <c:numRef>
              <c:f>'Chart Data'!$B$2:$B$3</c:f>
              <c:numCache>
                <c:formatCode>General</c:formatCode>
                <c:ptCount val="2"/>
                <c:pt idx="0">
                  <c:v>8.96684441171</c:v>
                </c:pt>
                <c:pt idx="1">
                  <c:v>0</c:v>
                </c:pt>
              </c:numCache>
            </c:numRef>
          </c:val>
        </c:ser>
        <c:dLbls>
          <c:numFmt formatCode="0.00" sourceLinked="0"/>
          <c:txPr>
            <a:bodyPr xmlns:a="http://schemas.openxmlformats.org/drawingml/2006/main" anchorCtr="1"/>
            <a:lstStyle xmlns:a="http://schemas.openxmlformats.org/drawingml/2006/main"/>
            <a:p xmlns:a="http://schemas.openxmlformats.org/drawingml/2006/main">
              <a:pPr>
                <a:defRPr sz="1650" b="1">
                  <a:solidFill>
                    <a:srgbClr val="142B3D"/>
                  </a:solidFill>
                  <a:latin typeface="Arial"/>
                  <a:ea typeface="Arial"/>
                  <a:cs typeface="Arial"/>
                </a:defRPr>
              </a:pPr>
            </a:p>
          </c:txPr>
          <c:dLblPos val="outEnd"/>
          <c:showLegendKey val="0"/>
          <c:showVal val="1"/>
          <c:showCatName val="0"/>
          <c:showSerName val="0"/>
          <c:showPercent val="0"/>
          <c:showBubbleSize val="0"/>
          <c:showLeaderLines val="0"/>
        </c:dLbls>
        <c:gapWidth val="85"/>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E4EBEF"/>
            </a:solidFill>
          </a:ln>
        </c:spPr>
        <c:txPr>
          <a:bodyPr xmlns:a="http://schemas.openxmlformats.org/drawingml/2006/main" anchorCtr="1"/>
          <a:lstStyle xmlns:a="http://schemas.openxmlformats.org/drawingml/2006/main"/>
          <a:p xmlns:a="http://schemas.openxmlformats.org/drawingml/2006/main">
            <a:pPr>
              <a:defRPr sz="1500">
                <a:solidFill>
                  <a:srgbClr val="142B3D"/>
                </a:solidFill>
                <a:latin typeface="Arial"/>
                <a:ea typeface="Arial"/>
                <a:cs typeface="Arial"/>
              </a:defRPr>
            </a:pPr>
          </a:p>
        </c:txPr>
        <c:crossAx val="48672768"/>
      </c:catAx>
      <c:valAx>
        <c:axId val="48672768"/>
        <c:scaling>
          <c:orientation val="minMax"/>
          <c:max val="10"/>
          <c:min val="0"/>
        </c:scaling>
        <c:delete val="0"/>
        <c:axPos val="l"/>
        <c:majorGridlines>
          <c:spPr>
            <a:ln xmlns:a="http://schemas.openxmlformats.org/drawingml/2006/main" w="9525">
              <a:solidFill>
                <a:srgbClr val="E4EBEF"/>
              </a:solidFill>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Heater energy [kWh / 24 h]</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587081"/>
                </a:solidFill>
                <a:latin typeface="Arial"/>
                <a:ea typeface="Arial"/>
                <a:cs typeface="Arial"/>
              </a:defRPr>
            </a:pPr>
          </a:p>
        </c:txPr>
        <c:crossAx val="48650112"/>
        <c:crossBetween val="between"/>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charts/chart4.xml><?xml version="1.0" encoding="utf-8"?>
<c:chartSpace xmlns:c="http://schemas.openxmlformats.org/drawingml/2006/chart" xmlns:r="http://schemas.openxmlformats.org/officeDocument/2006/relationships">
  <c:lang val="en-US"/>
  <c:chart>
    <c:plotArea>
      <c:scatterChart>
        <c:scatterStyle val="line"/>
        <c:varyColors val="0"/>
        <c:ser>
          <c:idx val="0"/>
          <c:order val="0"/>
          <c:tx>
            <c:v>Fixed link</c:v>
          </c:tx>
          <c:spPr>
            <a:ln xmlns:a="http://schemas.openxmlformats.org/drawingml/2006/main" w="23813">
              <a:solidFill>
                <a:srgbClr val="AD7A22"/>
              </a:solidFill>
            </a:ln>
          </c:spPr>
          <c:marker>
            <c:symbol val="none"/>
          </c:marker>
          <c:xVal>
            <c:numRef>
              <c:f>'Chart Data'!$A$2:$A$724</c:f>
              <c:numCache>
                <c:formatCode>General</c:formatCode>
                <c:ptCount val="723"/>
                <c:pt idx="0">
                  <c:v>0</c:v>
                </c:pt>
                <c:pt idx="1">
                  <c:v>0.0333333333333</c:v>
                </c:pt>
                <c:pt idx="2">
                  <c:v>0.0666666666667</c:v>
                </c:pt>
                <c:pt idx="3">
                  <c:v>0.1</c:v>
                </c:pt>
                <c:pt idx="4">
                  <c:v>0.133333333333</c:v>
                </c:pt>
                <c:pt idx="5">
                  <c:v>0.166666666667</c:v>
                </c:pt>
                <c:pt idx="6">
                  <c:v>0.2</c:v>
                </c:pt>
                <c:pt idx="7">
                  <c:v>0.233333333333</c:v>
                </c:pt>
                <c:pt idx="8">
                  <c:v>0.266666666667</c:v>
                </c:pt>
                <c:pt idx="9">
                  <c:v>0.3</c:v>
                </c:pt>
                <c:pt idx="10">
                  <c:v>0.333333333333</c:v>
                </c:pt>
                <c:pt idx="11">
                  <c:v>0.366666666667</c:v>
                </c:pt>
                <c:pt idx="12">
                  <c:v>0.4</c:v>
                </c:pt>
                <c:pt idx="13">
                  <c:v>0.433333333333</c:v>
                </c:pt>
                <c:pt idx="14">
                  <c:v>0.466666666667</c:v>
                </c:pt>
                <c:pt idx="15">
                  <c:v>0.5</c:v>
                </c:pt>
                <c:pt idx="16">
                  <c:v>0.533333333333</c:v>
                </c:pt>
                <c:pt idx="17">
                  <c:v>0.566666666667</c:v>
                </c:pt>
                <c:pt idx="18">
                  <c:v>0.6</c:v>
                </c:pt>
                <c:pt idx="19">
                  <c:v>0.633333333333</c:v>
                </c:pt>
                <c:pt idx="20">
                  <c:v>0.666666666667</c:v>
                </c:pt>
                <c:pt idx="21">
                  <c:v>0.7</c:v>
                </c:pt>
                <c:pt idx="22">
                  <c:v>0.733333333333</c:v>
                </c:pt>
                <c:pt idx="23">
                  <c:v>0.766666666667</c:v>
                </c:pt>
                <c:pt idx="24">
                  <c:v>0.8</c:v>
                </c:pt>
                <c:pt idx="25">
                  <c:v>0.833333333333</c:v>
                </c:pt>
                <c:pt idx="26">
                  <c:v>0.866666666667</c:v>
                </c:pt>
                <c:pt idx="27">
                  <c:v>0.9</c:v>
                </c:pt>
                <c:pt idx="28">
                  <c:v>0.933333333333</c:v>
                </c:pt>
                <c:pt idx="29">
                  <c:v>0.966666666667</c:v>
                </c:pt>
                <c:pt idx="30">
                  <c:v>1</c:v>
                </c:pt>
                <c:pt idx="31">
                  <c:v>1.03055555556</c:v>
                </c:pt>
                <c:pt idx="32">
                  <c:v>1.06388888889</c:v>
                </c:pt>
                <c:pt idx="33">
                  <c:v>1.09722222222</c:v>
                </c:pt>
                <c:pt idx="34">
                  <c:v>1.13055555556</c:v>
                </c:pt>
                <c:pt idx="35">
                  <c:v>1.16388888889</c:v>
                </c:pt>
                <c:pt idx="36">
                  <c:v>1.19722222222</c:v>
                </c:pt>
                <c:pt idx="37">
                  <c:v>1.23055555556</c:v>
                </c:pt>
                <c:pt idx="38">
                  <c:v>1.26388888889</c:v>
                </c:pt>
                <c:pt idx="39">
                  <c:v>1.29722222222</c:v>
                </c:pt>
                <c:pt idx="40">
                  <c:v>1.33055555556</c:v>
                </c:pt>
                <c:pt idx="41">
                  <c:v>1.36388888889</c:v>
                </c:pt>
                <c:pt idx="42">
                  <c:v>1.39722222222</c:v>
                </c:pt>
                <c:pt idx="43">
                  <c:v>1.43055555556</c:v>
                </c:pt>
                <c:pt idx="44">
                  <c:v>1.46388888889</c:v>
                </c:pt>
                <c:pt idx="45">
                  <c:v>1.49722222222</c:v>
                </c:pt>
                <c:pt idx="46">
                  <c:v>1.53055555556</c:v>
                </c:pt>
                <c:pt idx="47">
                  <c:v>1.56388888889</c:v>
                </c:pt>
                <c:pt idx="48">
                  <c:v>1.59722222222</c:v>
                </c:pt>
                <c:pt idx="49">
                  <c:v>1.63055555556</c:v>
                </c:pt>
                <c:pt idx="50">
                  <c:v>1.66388888889</c:v>
                </c:pt>
                <c:pt idx="51">
                  <c:v>1.69722222222</c:v>
                </c:pt>
                <c:pt idx="52">
                  <c:v>1.73055555556</c:v>
                </c:pt>
                <c:pt idx="53">
                  <c:v>1.76388888889</c:v>
                </c:pt>
                <c:pt idx="54">
                  <c:v>1.79722222222</c:v>
                </c:pt>
                <c:pt idx="55">
                  <c:v>1.83055555556</c:v>
                </c:pt>
                <c:pt idx="56">
                  <c:v>1.86388888889</c:v>
                </c:pt>
                <c:pt idx="57">
                  <c:v>1.89722222222</c:v>
                </c:pt>
                <c:pt idx="58">
                  <c:v>1.93055555556</c:v>
                </c:pt>
                <c:pt idx="59">
                  <c:v>1.96388888889</c:v>
                </c:pt>
                <c:pt idx="60">
                  <c:v>1.99722222222</c:v>
                </c:pt>
                <c:pt idx="61">
                  <c:v>2.03055555556</c:v>
                </c:pt>
                <c:pt idx="62">
                  <c:v>2.06388888889</c:v>
                </c:pt>
                <c:pt idx="63">
                  <c:v>2.09722222222</c:v>
                </c:pt>
                <c:pt idx="64">
                  <c:v>2.13055555556</c:v>
                </c:pt>
                <c:pt idx="65">
                  <c:v>2.16388888889</c:v>
                </c:pt>
                <c:pt idx="66">
                  <c:v>2.19722222222</c:v>
                </c:pt>
                <c:pt idx="67">
                  <c:v>2.23055555556</c:v>
                </c:pt>
                <c:pt idx="68">
                  <c:v>2.26388888889</c:v>
                </c:pt>
                <c:pt idx="69">
                  <c:v>2.29722222222</c:v>
                </c:pt>
                <c:pt idx="70">
                  <c:v>2.33055555556</c:v>
                </c:pt>
                <c:pt idx="71">
                  <c:v>2.36388888889</c:v>
                </c:pt>
                <c:pt idx="72">
                  <c:v>2.39722222222</c:v>
                </c:pt>
                <c:pt idx="73">
                  <c:v>2.43055555556</c:v>
                </c:pt>
                <c:pt idx="74">
                  <c:v>2.46388888889</c:v>
                </c:pt>
                <c:pt idx="75">
                  <c:v>2.49722222222</c:v>
                </c:pt>
                <c:pt idx="76">
                  <c:v>2.52777777778</c:v>
                </c:pt>
                <c:pt idx="77">
                  <c:v>2.56111111111</c:v>
                </c:pt>
                <c:pt idx="78">
                  <c:v>2.59444444444</c:v>
                </c:pt>
                <c:pt idx="79">
                  <c:v>2.62777777778</c:v>
                </c:pt>
                <c:pt idx="80">
                  <c:v>2.66111111111</c:v>
                </c:pt>
                <c:pt idx="81">
                  <c:v>2.69444444444</c:v>
                </c:pt>
                <c:pt idx="82">
                  <c:v>2.72777777778</c:v>
                </c:pt>
                <c:pt idx="83">
                  <c:v>2.76111111111</c:v>
                </c:pt>
                <c:pt idx="84">
                  <c:v>2.79444444444</c:v>
                </c:pt>
                <c:pt idx="85">
                  <c:v>2.82777777778</c:v>
                </c:pt>
                <c:pt idx="86">
                  <c:v>2.86111111111</c:v>
                </c:pt>
                <c:pt idx="87">
                  <c:v>2.89444444444</c:v>
                </c:pt>
                <c:pt idx="88">
                  <c:v>2.92777777778</c:v>
                </c:pt>
                <c:pt idx="89">
                  <c:v>2.96111111111</c:v>
                </c:pt>
                <c:pt idx="90">
                  <c:v>2.99444444444</c:v>
                </c:pt>
                <c:pt idx="91">
                  <c:v>3.02777777778</c:v>
                </c:pt>
                <c:pt idx="92">
                  <c:v>3.06111111111</c:v>
                </c:pt>
                <c:pt idx="93">
                  <c:v>3.09444444444</c:v>
                </c:pt>
                <c:pt idx="94">
                  <c:v>3.12777777778</c:v>
                </c:pt>
                <c:pt idx="95">
                  <c:v>3.16111111111</c:v>
                </c:pt>
                <c:pt idx="96">
                  <c:v>3.19444444444</c:v>
                </c:pt>
                <c:pt idx="97">
                  <c:v>3.22777777778</c:v>
                </c:pt>
                <c:pt idx="98">
                  <c:v>3.26111111111</c:v>
                </c:pt>
                <c:pt idx="99">
                  <c:v>3.29444444444</c:v>
                </c:pt>
                <c:pt idx="100">
                  <c:v>3.32777777778</c:v>
                </c:pt>
                <c:pt idx="101">
                  <c:v>3.36111111111</c:v>
                </c:pt>
                <c:pt idx="102">
                  <c:v>3.39444444444</c:v>
                </c:pt>
                <c:pt idx="103">
                  <c:v>3.42777777778</c:v>
                </c:pt>
                <c:pt idx="104">
                  <c:v>3.46111111111</c:v>
                </c:pt>
                <c:pt idx="105">
                  <c:v>3.49444444444</c:v>
                </c:pt>
                <c:pt idx="106">
                  <c:v>3.52777777778</c:v>
                </c:pt>
                <c:pt idx="107">
                  <c:v>3.56111111111</c:v>
                </c:pt>
                <c:pt idx="108">
                  <c:v>3.59444444444</c:v>
                </c:pt>
                <c:pt idx="109">
                  <c:v>3.62777777778</c:v>
                </c:pt>
                <c:pt idx="110">
                  <c:v>3.66111111111</c:v>
                </c:pt>
                <c:pt idx="111">
                  <c:v>3.69444444444</c:v>
                </c:pt>
                <c:pt idx="112">
                  <c:v>3.72777777778</c:v>
                </c:pt>
                <c:pt idx="113">
                  <c:v>3.76111111111</c:v>
                </c:pt>
                <c:pt idx="114">
                  <c:v>3.79444444444</c:v>
                </c:pt>
                <c:pt idx="115">
                  <c:v>3.82777777778</c:v>
                </c:pt>
                <c:pt idx="116">
                  <c:v>3.86111111111</c:v>
                </c:pt>
                <c:pt idx="117">
                  <c:v>3.89444444444</c:v>
                </c:pt>
                <c:pt idx="118">
                  <c:v>3.92777777778</c:v>
                </c:pt>
                <c:pt idx="119">
                  <c:v>3.96111111111</c:v>
                </c:pt>
                <c:pt idx="120">
                  <c:v>3.99444444444</c:v>
                </c:pt>
                <c:pt idx="121">
                  <c:v>4.025</c:v>
                </c:pt>
                <c:pt idx="122">
                  <c:v>4.05833333333</c:v>
                </c:pt>
                <c:pt idx="123">
                  <c:v>4.09166666667</c:v>
                </c:pt>
                <c:pt idx="124">
                  <c:v>4.125</c:v>
                </c:pt>
                <c:pt idx="125">
                  <c:v>4.15833333333</c:v>
                </c:pt>
                <c:pt idx="126">
                  <c:v>4.19166666667</c:v>
                </c:pt>
                <c:pt idx="127">
                  <c:v>4.225</c:v>
                </c:pt>
                <c:pt idx="128">
                  <c:v>4.25833333333</c:v>
                </c:pt>
                <c:pt idx="129">
                  <c:v>4.29166666667</c:v>
                </c:pt>
                <c:pt idx="130">
                  <c:v>4.325</c:v>
                </c:pt>
                <c:pt idx="131">
                  <c:v>4.35833333333</c:v>
                </c:pt>
                <c:pt idx="132">
                  <c:v>4.39166666667</c:v>
                </c:pt>
                <c:pt idx="133">
                  <c:v>4.425</c:v>
                </c:pt>
                <c:pt idx="134">
                  <c:v>4.45833333333</c:v>
                </c:pt>
                <c:pt idx="135">
                  <c:v>4.49166666667</c:v>
                </c:pt>
                <c:pt idx="136">
                  <c:v>4.525</c:v>
                </c:pt>
                <c:pt idx="137">
                  <c:v>4.55833333333</c:v>
                </c:pt>
                <c:pt idx="138">
                  <c:v>4.59166666667</c:v>
                </c:pt>
                <c:pt idx="139">
                  <c:v>4.625</c:v>
                </c:pt>
                <c:pt idx="140">
                  <c:v>4.65833333333</c:v>
                </c:pt>
                <c:pt idx="141">
                  <c:v>4.69166666667</c:v>
                </c:pt>
                <c:pt idx="142">
                  <c:v>4.725</c:v>
                </c:pt>
                <c:pt idx="143">
                  <c:v>4.75833333333</c:v>
                </c:pt>
                <c:pt idx="144">
                  <c:v>4.79166666667</c:v>
                </c:pt>
                <c:pt idx="145">
                  <c:v>4.825</c:v>
                </c:pt>
                <c:pt idx="146">
                  <c:v>4.85833333333</c:v>
                </c:pt>
                <c:pt idx="147">
                  <c:v>4.89166666667</c:v>
                </c:pt>
                <c:pt idx="148">
                  <c:v>4.925</c:v>
                </c:pt>
                <c:pt idx="149">
                  <c:v>4.95833333333</c:v>
                </c:pt>
                <c:pt idx="150">
                  <c:v>4.99166666667</c:v>
                </c:pt>
                <c:pt idx="151">
                  <c:v>5.025</c:v>
                </c:pt>
                <c:pt idx="152">
                  <c:v>5.05833333333</c:v>
                </c:pt>
                <c:pt idx="153">
                  <c:v>5.09166666667</c:v>
                </c:pt>
                <c:pt idx="154">
                  <c:v>5.125</c:v>
                </c:pt>
                <c:pt idx="155">
                  <c:v>5.15833333333</c:v>
                </c:pt>
                <c:pt idx="156">
                  <c:v>5.19166666667</c:v>
                </c:pt>
                <c:pt idx="157">
                  <c:v>5.225</c:v>
                </c:pt>
                <c:pt idx="158">
                  <c:v>5.25833333333</c:v>
                </c:pt>
                <c:pt idx="159">
                  <c:v>5.29166666667</c:v>
                </c:pt>
                <c:pt idx="160">
                  <c:v>5.325</c:v>
                </c:pt>
                <c:pt idx="161">
                  <c:v>5.35833333333</c:v>
                </c:pt>
                <c:pt idx="162">
                  <c:v>5.39166666667</c:v>
                </c:pt>
                <c:pt idx="163">
                  <c:v>5.425</c:v>
                </c:pt>
                <c:pt idx="164">
                  <c:v>5.45833333333</c:v>
                </c:pt>
                <c:pt idx="165">
                  <c:v>5.49166666667</c:v>
                </c:pt>
                <c:pt idx="166">
                  <c:v>5.52222222222</c:v>
                </c:pt>
                <c:pt idx="167">
                  <c:v>5.55555555556</c:v>
                </c:pt>
                <c:pt idx="168">
                  <c:v>5.58888888889</c:v>
                </c:pt>
                <c:pt idx="169">
                  <c:v>5.62222222222</c:v>
                </c:pt>
                <c:pt idx="170">
                  <c:v>5.65555555556</c:v>
                </c:pt>
                <c:pt idx="171">
                  <c:v>5.68888888889</c:v>
                </c:pt>
                <c:pt idx="172">
                  <c:v>5.72222222222</c:v>
                </c:pt>
                <c:pt idx="173">
                  <c:v>5.75555555556</c:v>
                </c:pt>
                <c:pt idx="174">
                  <c:v>5.78888888889</c:v>
                </c:pt>
                <c:pt idx="175">
                  <c:v>5.82222222222</c:v>
                </c:pt>
                <c:pt idx="176">
                  <c:v>5.85555555556</c:v>
                </c:pt>
                <c:pt idx="177">
                  <c:v>5.88888888889</c:v>
                </c:pt>
                <c:pt idx="178">
                  <c:v>5.92222222222</c:v>
                </c:pt>
                <c:pt idx="179">
                  <c:v>5.95555555556</c:v>
                </c:pt>
                <c:pt idx="180">
                  <c:v>5.98888888889</c:v>
                </c:pt>
                <c:pt idx="181">
                  <c:v>6.02222222222</c:v>
                </c:pt>
                <c:pt idx="182">
                  <c:v>6.05555555556</c:v>
                </c:pt>
                <c:pt idx="183">
                  <c:v>6.08888888889</c:v>
                </c:pt>
                <c:pt idx="184">
                  <c:v>6.12222222222</c:v>
                </c:pt>
                <c:pt idx="185">
                  <c:v>6.15555555556</c:v>
                </c:pt>
                <c:pt idx="186">
                  <c:v>6.18888888889</c:v>
                </c:pt>
                <c:pt idx="187">
                  <c:v>6.22222222222</c:v>
                </c:pt>
                <c:pt idx="188">
                  <c:v>6.25555555556</c:v>
                </c:pt>
                <c:pt idx="189">
                  <c:v>6.28888888889</c:v>
                </c:pt>
                <c:pt idx="190">
                  <c:v>6.32222222222</c:v>
                </c:pt>
                <c:pt idx="191">
                  <c:v>6.35555555556</c:v>
                </c:pt>
                <c:pt idx="192">
                  <c:v>6.38888888889</c:v>
                </c:pt>
                <c:pt idx="193">
                  <c:v>6.42222222222</c:v>
                </c:pt>
                <c:pt idx="194">
                  <c:v>6.45555555556</c:v>
                </c:pt>
                <c:pt idx="195">
                  <c:v>6.48888888889</c:v>
                </c:pt>
                <c:pt idx="196">
                  <c:v>6.52222222222</c:v>
                </c:pt>
                <c:pt idx="197">
                  <c:v>6.55555555556</c:v>
                </c:pt>
                <c:pt idx="198">
                  <c:v>6.58888888889</c:v>
                </c:pt>
                <c:pt idx="199">
                  <c:v>6.62222222222</c:v>
                </c:pt>
                <c:pt idx="200">
                  <c:v>6.65555555556</c:v>
                </c:pt>
                <c:pt idx="201">
                  <c:v>6.68888888889</c:v>
                </c:pt>
                <c:pt idx="202">
                  <c:v>6.72222222222</c:v>
                </c:pt>
                <c:pt idx="203">
                  <c:v>6.75555555556</c:v>
                </c:pt>
                <c:pt idx="204">
                  <c:v>6.78888888889</c:v>
                </c:pt>
                <c:pt idx="205">
                  <c:v>6.82222222222</c:v>
                </c:pt>
                <c:pt idx="206">
                  <c:v>6.85555555556</c:v>
                </c:pt>
                <c:pt idx="207">
                  <c:v>6.88888888889</c:v>
                </c:pt>
                <c:pt idx="208">
                  <c:v>6.92222222222</c:v>
                </c:pt>
                <c:pt idx="209">
                  <c:v>6.95555555556</c:v>
                </c:pt>
                <c:pt idx="210">
                  <c:v>6.98888888889</c:v>
                </c:pt>
                <c:pt idx="211">
                  <c:v>7.01944444444</c:v>
                </c:pt>
                <c:pt idx="212">
                  <c:v>7.05277777778</c:v>
                </c:pt>
                <c:pt idx="213">
                  <c:v>7.08611111111</c:v>
                </c:pt>
                <c:pt idx="214">
                  <c:v>7.11944444444</c:v>
                </c:pt>
                <c:pt idx="215">
                  <c:v>7.15277777778</c:v>
                </c:pt>
                <c:pt idx="216">
                  <c:v>7.18611111111</c:v>
                </c:pt>
                <c:pt idx="217">
                  <c:v>7.21944444444</c:v>
                </c:pt>
                <c:pt idx="218">
                  <c:v>7.25277777778</c:v>
                </c:pt>
                <c:pt idx="219">
                  <c:v>7.28611111111</c:v>
                </c:pt>
                <c:pt idx="220">
                  <c:v>7.31944444444</c:v>
                </c:pt>
                <c:pt idx="221">
                  <c:v>7.35277777778</c:v>
                </c:pt>
                <c:pt idx="222">
                  <c:v>7.38611111111</c:v>
                </c:pt>
                <c:pt idx="223">
                  <c:v>7.41944444444</c:v>
                </c:pt>
                <c:pt idx="224">
                  <c:v>7.45277777778</c:v>
                </c:pt>
                <c:pt idx="225">
                  <c:v>7.48611111111</c:v>
                </c:pt>
                <c:pt idx="226">
                  <c:v>7.51944444444</c:v>
                </c:pt>
                <c:pt idx="227">
                  <c:v>7.55277777778</c:v>
                </c:pt>
                <c:pt idx="228">
                  <c:v>7.58611111111</c:v>
                </c:pt>
                <c:pt idx="229">
                  <c:v>7.61944444444</c:v>
                </c:pt>
                <c:pt idx="230">
                  <c:v>7.65277777778</c:v>
                </c:pt>
                <c:pt idx="231">
                  <c:v>7.68611111111</c:v>
                </c:pt>
                <c:pt idx="232">
                  <c:v>7.71944444444</c:v>
                </c:pt>
                <c:pt idx="233">
                  <c:v>7.75277777778</c:v>
                </c:pt>
                <c:pt idx="234">
                  <c:v>7.78611111111</c:v>
                </c:pt>
                <c:pt idx="235">
                  <c:v>7.81944444444</c:v>
                </c:pt>
                <c:pt idx="236">
                  <c:v>7.85277777778</c:v>
                </c:pt>
                <c:pt idx="237">
                  <c:v>7.88611111111</c:v>
                </c:pt>
                <c:pt idx="238">
                  <c:v>7.91944444444</c:v>
                </c:pt>
                <c:pt idx="239">
                  <c:v>7.95277777778</c:v>
                </c:pt>
                <c:pt idx="240">
                  <c:v>7.98611111111</c:v>
                </c:pt>
                <c:pt idx="241">
                  <c:v>8.01944444444</c:v>
                </c:pt>
                <c:pt idx="242">
                  <c:v>8.05277777778</c:v>
                </c:pt>
                <c:pt idx="243">
                  <c:v>8.08611111111</c:v>
                </c:pt>
                <c:pt idx="244">
                  <c:v>8.11944444444</c:v>
                </c:pt>
                <c:pt idx="245">
                  <c:v>8.15277777778</c:v>
                </c:pt>
                <c:pt idx="246">
                  <c:v>8.18611111111</c:v>
                </c:pt>
                <c:pt idx="247">
                  <c:v>8.21944444444</c:v>
                </c:pt>
                <c:pt idx="248">
                  <c:v>8.25277777778</c:v>
                </c:pt>
                <c:pt idx="249">
                  <c:v>8.28611111111</c:v>
                </c:pt>
                <c:pt idx="250">
                  <c:v>8.31944444444</c:v>
                </c:pt>
                <c:pt idx="251">
                  <c:v>8.35277777778</c:v>
                </c:pt>
                <c:pt idx="252">
                  <c:v>8.38611111111</c:v>
                </c:pt>
                <c:pt idx="253">
                  <c:v>8.41944444444</c:v>
                </c:pt>
                <c:pt idx="254">
                  <c:v>8.45277777778</c:v>
                </c:pt>
                <c:pt idx="255">
                  <c:v>8.48611111111</c:v>
                </c:pt>
                <c:pt idx="256">
                  <c:v>8.51666666667</c:v>
                </c:pt>
                <c:pt idx="257">
                  <c:v>8.55</c:v>
                </c:pt>
                <c:pt idx="258">
                  <c:v>8.58333333333</c:v>
                </c:pt>
                <c:pt idx="259">
                  <c:v>8.61666666667</c:v>
                </c:pt>
                <c:pt idx="260">
                  <c:v>8.65</c:v>
                </c:pt>
                <c:pt idx="261">
                  <c:v>8.68333333333</c:v>
                </c:pt>
                <c:pt idx="262">
                  <c:v>8.71666666667</c:v>
                </c:pt>
                <c:pt idx="263">
                  <c:v>8.75</c:v>
                </c:pt>
                <c:pt idx="264">
                  <c:v>8.78333333333</c:v>
                </c:pt>
                <c:pt idx="265">
                  <c:v>8.81666666667</c:v>
                </c:pt>
                <c:pt idx="266">
                  <c:v>8.85</c:v>
                </c:pt>
                <c:pt idx="267">
                  <c:v>8.88333333333</c:v>
                </c:pt>
                <c:pt idx="268">
                  <c:v>8.91666666667</c:v>
                </c:pt>
                <c:pt idx="269">
                  <c:v>8.95</c:v>
                </c:pt>
                <c:pt idx="270">
                  <c:v>8.98333333333</c:v>
                </c:pt>
                <c:pt idx="271">
                  <c:v>9.01666666667</c:v>
                </c:pt>
                <c:pt idx="272">
                  <c:v>9.05</c:v>
                </c:pt>
                <c:pt idx="273">
                  <c:v>9.08333333333</c:v>
                </c:pt>
                <c:pt idx="274">
                  <c:v>9.11666666667</c:v>
                </c:pt>
                <c:pt idx="275">
                  <c:v>9.15</c:v>
                </c:pt>
                <c:pt idx="276">
                  <c:v>9.18333333333</c:v>
                </c:pt>
                <c:pt idx="277">
                  <c:v>9.21666666667</c:v>
                </c:pt>
                <c:pt idx="278">
                  <c:v>9.25</c:v>
                </c:pt>
                <c:pt idx="279">
                  <c:v>9.28333333333</c:v>
                </c:pt>
                <c:pt idx="280">
                  <c:v>9.31666666667</c:v>
                </c:pt>
                <c:pt idx="281">
                  <c:v>9.35</c:v>
                </c:pt>
                <c:pt idx="282">
                  <c:v>9.38333333333</c:v>
                </c:pt>
                <c:pt idx="283">
                  <c:v>9.41666666667</c:v>
                </c:pt>
                <c:pt idx="284">
                  <c:v>9.45</c:v>
                </c:pt>
                <c:pt idx="285">
                  <c:v>9.48333333333</c:v>
                </c:pt>
                <c:pt idx="286">
                  <c:v>9.51666666667</c:v>
                </c:pt>
                <c:pt idx="287">
                  <c:v>9.55</c:v>
                </c:pt>
                <c:pt idx="288">
                  <c:v>9.58333333333</c:v>
                </c:pt>
                <c:pt idx="289">
                  <c:v>9.61666666667</c:v>
                </c:pt>
                <c:pt idx="290">
                  <c:v>9.65</c:v>
                </c:pt>
                <c:pt idx="291">
                  <c:v>9.68333333333</c:v>
                </c:pt>
                <c:pt idx="292">
                  <c:v>9.71666666667</c:v>
                </c:pt>
                <c:pt idx="293">
                  <c:v>9.75</c:v>
                </c:pt>
                <c:pt idx="294">
                  <c:v>9.78333333333</c:v>
                </c:pt>
                <c:pt idx="295">
                  <c:v>9.81666666667</c:v>
                </c:pt>
                <c:pt idx="296">
                  <c:v>9.85</c:v>
                </c:pt>
                <c:pt idx="297">
                  <c:v>9.88333333333</c:v>
                </c:pt>
                <c:pt idx="298">
                  <c:v>9.91666666667</c:v>
                </c:pt>
                <c:pt idx="299">
                  <c:v>9.95</c:v>
                </c:pt>
                <c:pt idx="300">
                  <c:v>9.98333333333</c:v>
                </c:pt>
                <c:pt idx="301">
                  <c:v>10.0138888889</c:v>
                </c:pt>
                <c:pt idx="302">
                  <c:v>10.0472222222</c:v>
                </c:pt>
                <c:pt idx="303">
                  <c:v>10.0805555556</c:v>
                </c:pt>
                <c:pt idx="304">
                  <c:v>10.1138888889</c:v>
                </c:pt>
                <c:pt idx="305">
                  <c:v>10.1472222222</c:v>
                </c:pt>
                <c:pt idx="306">
                  <c:v>10.1805555556</c:v>
                </c:pt>
                <c:pt idx="307">
                  <c:v>10.2138888889</c:v>
                </c:pt>
                <c:pt idx="308">
                  <c:v>10.2472222222</c:v>
                </c:pt>
                <c:pt idx="309">
                  <c:v>10.2805555556</c:v>
                </c:pt>
                <c:pt idx="310">
                  <c:v>10.3138888889</c:v>
                </c:pt>
                <c:pt idx="311">
                  <c:v>10.3472222222</c:v>
                </c:pt>
                <c:pt idx="312">
                  <c:v>10.3805555556</c:v>
                </c:pt>
                <c:pt idx="313">
                  <c:v>10.4138888889</c:v>
                </c:pt>
                <c:pt idx="314">
                  <c:v>10.4472222222</c:v>
                </c:pt>
                <c:pt idx="315">
                  <c:v>10.4805555556</c:v>
                </c:pt>
                <c:pt idx="316">
                  <c:v>10.5138888889</c:v>
                </c:pt>
                <c:pt idx="317">
                  <c:v>10.5472222222</c:v>
                </c:pt>
                <c:pt idx="318">
                  <c:v>10.5805555556</c:v>
                </c:pt>
                <c:pt idx="319">
                  <c:v>10.6138888889</c:v>
                </c:pt>
                <c:pt idx="320">
                  <c:v>10.6472222222</c:v>
                </c:pt>
                <c:pt idx="321">
                  <c:v>10.6805555556</c:v>
                </c:pt>
                <c:pt idx="322">
                  <c:v>10.7138888889</c:v>
                </c:pt>
                <c:pt idx="323">
                  <c:v>10.7472222222</c:v>
                </c:pt>
                <c:pt idx="324">
                  <c:v>10.7805555556</c:v>
                </c:pt>
                <c:pt idx="325">
                  <c:v>10.8138888889</c:v>
                </c:pt>
                <c:pt idx="326">
                  <c:v>10.8472222222</c:v>
                </c:pt>
                <c:pt idx="327">
                  <c:v>10.8805555556</c:v>
                </c:pt>
                <c:pt idx="328">
                  <c:v>10.9138888889</c:v>
                </c:pt>
                <c:pt idx="329">
                  <c:v>10.9472222222</c:v>
                </c:pt>
                <c:pt idx="330">
                  <c:v>10.9805555556</c:v>
                </c:pt>
                <c:pt idx="331">
                  <c:v>11.0138888889</c:v>
                </c:pt>
                <c:pt idx="332">
                  <c:v>11.0472222222</c:v>
                </c:pt>
                <c:pt idx="333">
                  <c:v>11.0805555556</c:v>
                </c:pt>
                <c:pt idx="334">
                  <c:v>11.1138888889</c:v>
                </c:pt>
                <c:pt idx="335">
                  <c:v>11.1472222222</c:v>
                </c:pt>
                <c:pt idx="336">
                  <c:v>11.1805555556</c:v>
                </c:pt>
                <c:pt idx="337">
                  <c:v>11.2138888889</c:v>
                </c:pt>
                <c:pt idx="338">
                  <c:v>11.2472222222</c:v>
                </c:pt>
                <c:pt idx="339">
                  <c:v>11.2805555556</c:v>
                </c:pt>
                <c:pt idx="340">
                  <c:v>11.3138888889</c:v>
                </c:pt>
                <c:pt idx="341">
                  <c:v>11.3472222222</c:v>
                </c:pt>
                <c:pt idx="342">
                  <c:v>11.3805555556</c:v>
                </c:pt>
                <c:pt idx="343">
                  <c:v>11.4138888889</c:v>
                </c:pt>
                <c:pt idx="344">
                  <c:v>11.4472222222</c:v>
                </c:pt>
                <c:pt idx="345">
                  <c:v>11.4805555556</c:v>
                </c:pt>
                <c:pt idx="346">
                  <c:v>11.5111111111</c:v>
                </c:pt>
                <c:pt idx="347">
                  <c:v>11.5444444444</c:v>
                </c:pt>
                <c:pt idx="348">
                  <c:v>11.5777777778</c:v>
                </c:pt>
                <c:pt idx="349">
                  <c:v>11.6111111111</c:v>
                </c:pt>
                <c:pt idx="350">
                  <c:v>11.6444444444</c:v>
                </c:pt>
                <c:pt idx="351">
                  <c:v>11.6777777778</c:v>
                </c:pt>
                <c:pt idx="352">
                  <c:v>11.7111111111</c:v>
                </c:pt>
                <c:pt idx="353">
                  <c:v>11.7444444444</c:v>
                </c:pt>
                <c:pt idx="354">
                  <c:v>11.7777777778</c:v>
                </c:pt>
                <c:pt idx="355">
                  <c:v>11.8111111111</c:v>
                </c:pt>
                <c:pt idx="356">
                  <c:v>11.8444444444</c:v>
                </c:pt>
                <c:pt idx="357">
                  <c:v>11.8777777778</c:v>
                </c:pt>
                <c:pt idx="358">
                  <c:v>11.9111111111</c:v>
                </c:pt>
                <c:pt idx="359">
                  <c:v>11.9444444444</c:v>
                </c:pt>
                <c:pt idx="360">
                  <c:v>11.9777777778</c:v>
                </c:pt>
                <c:pt idx="361">
                  <c:v>12.0111111111</c:v>
                </c:pt>
                <c:pt idx="362">
                  <c:v>12.0444444444</c:v>
                </c:pt>
                <c:pt idx="363">
                  <c:v>12.0777777778</c:v>
                </c:pt>
                <c:pt idx="364">
                  <c:v>12.1111111111</c:v>
                </c:pt>
                <c:pt idx="365">
                  <c:v>12.1444444444</c:v>
                </c:pt>
                <c:pt idx="366">
                  <c:v>12.1777777778</c:v>
                </c:pt>
                <c:pt idx="367">
                  <c:v>12.2111111111</c:v>
                </c:pt>
                <c:pt idx="368">
                  <c:v>12.2444444444</c:v>
                </c:pt>
                <c:pt idx="369">
                  <c:v>12.2777777778</c:v>
                </c:pt>
                <c:pt idx="370">
                  <c:v>12.3111111111</c:v>
                </c:pt>
                <c:pt idx="371">
                  <c:v>12.3444444444</c:v>
                </c:pt>
                <c:pt idx="372">
                  <c:v>12.3777777778</c:v>
                </c:pt>
                <c:pt idx="373">
                  <c:v>12.4111111111</c:v>
                </c:pt>
                <c:pt idx="374">
                  <c:v>12.4444444444</c:v>
                </c:pt>
                <c:pt idx="375">
                  <c:v>12.4777777778</c:v>
                </c:pt>
                <c:pt idx="376">
                  <c:v>12.5111111111</c:v>
                </c:pt>
                <c:pt idx="377">
                  <c:v>12.5444444444</c:v>
                </c:pt>
                <c:pt idx="378">
                  <c:v>12.5777777778</c:v>
                </c:pt>
                <c:pt idx="379">
                  <c:v>12.6111111111</c:v>
                </c:pt>
                <c:pt idx="380">
                  <c:v>12.6444444444</c:v>
                </c:pt>
                <c:pt idx="381">
                  <c:v>12.6777777778</c:v>
                </c:pt>
                <c:pt idx="382">
                  <c:v>12.7111111111</c:v>
                </c:pt>
                <c:pt idx="383">
                  <c:v>12.7444444444</c:v>
                </c:pt>
                <c:pt idx="384">
                  <c:v>12.7777777778</c:v>
                </c:pt>
                <c:pt idx="385">
                  <c:v>12.8111111111</c:v>
                </c:pt>
                <c:pt idx="386">
                  <c:v>12.8444444444</c:v>
                </c:pt>
                <c:pt idx="387">
                  <c:v>12.8777777778</c:v>
                </c:pt>
                <c:pt idx="388">
                  <c:v>12.9111111111</c:v>
                </c:pt>
                <c:pt idx="389">
                  <c:v>12.9444444444</c:v>
                </c:pt>
                <c:pt idx="390">
                  <c:v>12.9777777778</c:v>
                </c:pt>
                <c:pt idx="391">
                  <c:v>13.0083333333</c:v>
                </c:pt>
                <c:pt idx="392">
                  <c:v>13.0416666667</c:v>
                </c:pt>
                <c:pt idx="393">
                  <c:v>13.075</c:v>
                </c:pt>
                <c:pt idx="394">
                  <c:v>13.1083333333</c:v>
                </c:pt>
                <c:pt idx="395">
                  <c:v>13.1416666667</c:v>
                </c:pt>
                <c:pt idx="396">
                  <c:v>13.175</c:v>
                </c:pt>
                <c:pt idx="397">
                  <c:v>13.2083333333</c:v>
                </c:pt>
                <c:pt idx="398">
                  <c:v>13.2416666667</c:v>
                </c:pt>
                <c:pt idx="399">
                  <c:v>13.275</c:v>
                </c:pt>
                <c:pt idx="400">
                  <c:v>13.3083333333</c:v>
                </c:pt>
                <c:pt idx="401">
                  <c:v>13.3416666667</c:v>
                </c:pt>
                <c:pt idx="402">
                  <c:v>13.375</c:v>
                </c:pt>
                <c:pt idx="403">
                  <c:v>13.4083333333</c:v>
                </c:pt>
                <c:pt idx="404">
                  <c:v>13.4416666667</c:v>
                </c:pt>
                <c:pt idx="405">
                  <c:v>13.475</c:v>
                </c:pt>
                <c:pt idx="406">
                  <c:v>13.5083333333</c:v>
                </c:pt>
                <c:pt idx="407">
                  <c:v>13.5416666667</c:v>
                </c:pt>
                <c:pt idx="408">
                  <c:v>13.575</c:v>
                </c:pt>
                <c:pt idx="409">
                  <c:v>13.6083333333</c:v>
                </c:pt>
                <c:pt idx="410">
                  <c:v>13.6416666667</c:v>
                </c:pt>
                <c:pt idx="411">
                  <c:v>13.675</c:v>
                </c:pt>
                <c:pt idx="412">
                  <c:v>13.7083333333</c:v>
                </c:pt>
                <c:pt idx="413">
                  <c:v>13.7416666667</c:v>
                </c:pt>
                <c:pt idx="414">
                  <c:v>13.775</c:v>
                </c:pt>
                <c:pt idx="415">
                  <c:v>13.8083333333</c:v>
                </c:pt>
                <c:pt idx="416">
                  <c:v>13.8416666667</c:v>
                </c:pt>
                <c:pt idx="417">
                  <c:v>13.875</c:v>
                </c:pt>
                <c:pt idx="418">
                  <c:v>13.9083333333</c:v>
                </c:pt>
                <c:pt idx="419">
                  <c:v>13.9416666667</c:v>
                </c:pt>
                <c:pt idx="420">
                  <c:v>13.975</c:v>
                </c:pt>
                <c:pt idx="421">
                  <c:v>14.0083333333</c:v>
                </c:pt>
                <c:pt idx="422">
                  <c:v>14.0416666667</c:v>
                </c:pt>
                <c:pt idx="423">
                  <c:v>14.075</c:v>
                </c:pt>
                <c:pt idx="424">
                  <c:v>14.1083333333</c:v>
                </c:pt>
                <c:pt idx="425">
                  <c:v>14.1416666667</c:v>
                </c:pt>
                <c:pt idx="426">
                  <c:v>14.175</c:v>
                </c:pt>
                <c:pt idx="427">
                  <c:v>14.2083333333</c:v>
                </c:pt>
                <c:pt idx="428">
                  <c:v>14.2416666667</c:v>
                </c:pt>
                <c:pt idx="429">
                  <c:v>14.275</c:v>
                </c:pt>
                <c:pt idx="430">
                  <c:v>14.3083333333</c:v>
                </c:pt>
                <c:pt idx="431">
                  <c:v>14.3416666667</c:v>
                </c:pt>
                <c:pt idx="432">
                  <c:v>14.375</c:v>
                </c:pt>
                <c:pt idx="433">
                  <c:v>14.4083333333</c:v>
                </c:pt>
                <c:pt idx="434">
                  <c:v>14.4416666667</c:v>
                </c:pt>
                <c:pt idx="435">
                  <c:v>14.475</c:v>
                </c:pt>
                <c:pt idx="436">
                  <c:v>14.5055555556</c:v>
                </c:pt>
                <c:pt idx="437">
                  <c:v>14.5388888889</c:v>
                </c:pt>
                <c:pt idx="438">
                  <c:v>14.5722222222</c:v>
                </c:pt>
                <c:pt idx="439">
                  <c:v>14.6055555556</c:v>
                </c:pt>
                <c:pt idx="440">
                  <c:v>14.6388888889</c:v>
                </c:pt>
                <c:pt idx="441">
                  <c:v>14.6722222222</c:v>
                </c:pt>
                <c:pt idx="442">
                  <c:v>14.7055555556</c:v>
                </c:pt>
                <c:pt idx="443">
                  <c:v>14.7388888889</c:v>
                </c:pt>
                <c:pt idx="444">
                  <c:v>14.7722222222</c:v>
                </c:pt>
                <c:pt idx="445">
                  <c:v>14.8055555556</c:v>
                </c:pt>
                <c:pt idx="446">
                  <c:v>14.8388888889</c:v>
                </c:pt>
                <c:pt idx="447">
                  <c:v>14.8722222222</c:v>
                </c:pt>
                <c:pt idx="448">
                  <c:v>14.9055555556</c:v>
                </c:pt>
                <c:pt idx="449">
                  <c:v>14.9388888889</c:v>
                </c:pt>
                <c:pt idx="450">
                  <c:v>14.9722222222</c:v>
                </c:pt>
                <c:pt idx="451">
                  <c:v>15.0055555556</c:v>
                </c:pt>
                <c:pt idx="452">
                  <c:v>15.0388888889</c:v>
                </c:pt>
                <c:pt idx="453">
                  <c:v>15.0722222222</c:v>
                </c:pt>
                <c:pt idx="454">
                  <c:v>15.1055555556</c:v>
                </c:pt>
                <c:pt idx="455">
                  <c:v>15.1388888889</c:v>
                </c:pt>
                <c:pt idx="456">
                  <c:v>15.1722222222</c:v>
                </c:pt>
                <c:pt idx="457">
                  <c:v>15.2055555556</c:v>
                </c:pt>
                <c:pt idx="458">
                  <c:v>15.2388888889</c:v>
                </c:pt>
                <c:pt idx="459">
                  <c:v>15.2722222222</c:v>
                </c:pt>
                <c:pt idx="460">
                  <c:v>15.3055555556</c:v>
                </c:pt>
                <c:pt idx="461">
                  <c:v>15.3388888889</c:v>
                </c:pt>
                <c:pt idx="462">
                  <c:v>15.3722222222</c:v>
                </c:pt>
                <c:pt idx="463">
                  <c:v>15.4055555556</c:v>
                </c:pt>
                <c:pt idx="464">
                  <c:v>15.4388888889</c:v>
                </c:pt>
                <c:pt idx="465">
                  <c:v>15.4722222222</c:v>
                </c:pt>
                <c:pt idx="466">
                  <c:v>15.5055555556</c:v>
                </c:pt>
                <c:pt idx="467">
                  <c:v>15.5388888889</c:v>
                </c:pt>
                <c:pt idx="468">
                  <c:v>15.5722222222</c:v>
                </c:pt>
                <c:pt idx="469">
                  <c:v>15.6055555556</c:v>
                </c:pt>
                <c:pt idx="470">
                  <c:v>15.6388888889</c:v>
                </c:pt>
                <c:pt idx="471">
                  <c:v>15.6722222222</c:v>
                </c:pt>
                <c:pt idx="472">
                  <c:v>15.7055555556</c:v>
                </c:pt>
                <c:pt idx="473">
                  <c:v>15.7388888889</c:v>
                </c:pt>
                <c:pt idx="474">
                  <c:v>15.7722222222</c:v>
                </c:pt>
                <c:pt idx="475">
                  <c:v>15.8055555556</c:v>
                </c:pt>
                <c:pt idx="476">
                  <c:v>15.8388888889</c:v>
                </c:pt>
                <c:pt idx="477">
                  <c:v>15.8722222222</c:v>
                </c:pt>
                <c:pt idx="478">
                  <c:v>15.9055555556</c:v>
                </c:pt>
                <c:pt idx="479">
                  <c:v>15.9388888889</c:v>
                </c:pt>
                <c:pt idx="480">
                  <c:v>15.9722222222</c:v>
                </c:pt>
                <c:pt idx="481">
                  <c:v>16.0027777778</c:v>
                </c:pt>
                <c:pt idx="482">
                  <c:v>16.0361111111</c:v>
                </c:pt>
                <c:pt idx="483">
                  <c:v>16.0694444444</c:v>
                </c:pt>
                <c:pt idx="484">
                  <c:v>16.1027777778</c:v>
                </c:pt>
                <c:pt idx="485">
                  <c:v>16.1361111111</c:v>
                </c:pt>
                <c:pt idx="486">
                  <c:v>16.1694444444</c:v>
                </c:pt>
                <c:pt idx="487">
                  <c:v>16.2027777778</c:v>
                </c:pt>
                <c:pt idx="488">
                  <c:v>16.2361111111</c:v>
                </c:pt>
                <c:pt idx="489">
                  <c:v>16.2694444444</c:v>
                </c:pt>
                <c:pt idx="490">
                  <c:v>16.3027777778</c:v>
                </c:pt>
                <c:pt idx="491">
                  <c:v>16.3361111111</c:v>
                </c:pt>
                <c:pt idx="492">
                  <c:v>16.3694444444</c:v>
                </c:pt>
                <c:pt idx="493">
                  <c:v>16.4027777778</c:v>
                </c:pt>
                <c:pt idx="494">
                  <c:v>16.4361111111</c:v>
                </c:pt>
                <c:pt idx="495">
                  <c:v>16.4694444444</c:v>
                </c:pt>
                <c:pt idx="496">
                  <c:v>16.5027777778</c:v>
                </c:pt>
                <c:pt idx="497">
                  <c:v>16.5361111111</c:v>
                </c:pt>
                <c:pt idx="498">
                  <c:v>16.5694444444</c:v>
                </c:pt>
                <c:pt idx="499">
                  <c:v>16.6027777778</c:v>
                </c:pt>
                <c:pt idx="500">
                  <c:v>16.6361111111</c:v>
                </c:pt>
                <c:pt idx="501">
                  <c:v>16.6694444444</c:v>
                </c:pt>
                <c:pt idx="502">
                  <c:v>16.7027777778</c:v>
                </c:pt>
                <c:pt idx="503">
                  <c:v>16.7361111111</c:v>
                </c:pt>
                <c:pt idx="504">
                  <c:v>16.7694444444</c:v>
                </c:pt>
                <c:pt idx="505">
                  <c:v>16.8027777778</c:v>
                </c:pt>
                <c:pt idx="506">
                  <c:v>16.8361111111</c:v>
                </c:pt>
                <c:pt idx="507">
                  <c:v>16.8694444444</c:v>
                </c:pt>
                <c:pt idx="508">
                  <c:v>16.9027777778</c:v>
                </c:pt>
                <c:pt idx="509">
                  <c:v>16.9361111111</c:v>
                </c:pt>
                <c:pt idx="510">
                  <c:v>16.9694444444</c:v>
                </c:pt>
                <c:pt idx="511">
                  <c:v>17.0027777778</c:v>
                </c:pt>
                <c:pt idx="512">
                  <c:v>17.0361111111</c:v>
                </c:pt>
                <c:pt idx="513">
                  <c:v>17.0694444444</c:v>
                </c:pt>
                <c:pt idx="514">
                  <c:v>17.1027777778</c:v>
                </c:pt>
                <c:pt idx="515">
                  <c:v>17.1361111111</c:v>
                </c:pt>
                <c:pt idx="516">
                  <c:v>17.1694444444</c:v>
                </c:pt>
                <c:pt idx="517">
                  <c:v>17.2027777778</c:v>
                </c:pt>
                <c:pt idx="518">
                  <c:v>17.2361111111</c:v>
                </c:pt>
                <c:pt idx="519">
                  <c:v>17.2694444444</c:v>
                </c:pt>
                <c:pt idx="520">
                  <c:v>17.3027777778</c:v>
                </c:pt>
                <c:pt idx="521">
                  <c:v>17.3361111111</c:v>
                </c:pt>
                <c:pt idx="522">
                  <c:v>17.3694444444</c:v>
                </c:pt>
                <c:pt idx="523">
                  <c:v>17.4027777778</c:v>
                </c:pt>
                <c:pt idx="524">
                  <c:v>17.4361111111</c:v>
                </c:pt>
                <c:pt idx="525">
                  <c:v>17.4694444444</c:v>
                </c:pt>
                <c:pt idx="526">
                  <c:v>17.5</c:v>
                </c:pt>
                <c:pt idx="527">
                  <c:v>17.5333333333</c:v>
                </c:pt>
                <c:pt idx="528">
                  <c:v>17.5666666667</c:v>
                </c:pt>
                <c:pt idx="529">
                  <c:v>17.6</c:v>
                </c:pt>
                <c:pt idx="530">
                  <c:v>17.6333333333</c:v>
                </c:pt>
                <c:pt idx="531">
                  <c:v>17.6666666667</c:v>
                </c:pt>
                <c:pt idx="532">
                  <c:v>17.7</c:v>
                </c:pt>
                <c:pt idx="533">
                  <c:v>17.7333333333</c:v>
                </c:pt>
                <c:pt idx="534">
                  <c:v>17.7666666667</c:v>
                </c:pt>
                <c:pt idx="535">
                  <c:v>17.8</c:v>
                </c:pt>
                <c:pt idx="536">
                  <c:v>17.8333333333</c:v>
                </c:pt>
                <c:pt idx="537">
                  <c:v>17.8666666667</c:v>
                </c:pt>
                <c:pt idx="538">
                  <c:v>17.9</c:v>
                </c:pt>
                <c:pt idx="539">
                  <c:v>17.9333333333</c:v>
                </c:pt>
                <c:pt idx="540">
                  <c:v>17.9666666667</c:v>
                </c:pt>
                <c:pt idx="541">
                  <c:v>18</c:v>
                </c:pt>
                <c:pt idx="542">
                  <c:v>18.0333333333</c:v>
                </c:pt>
                <c:pt idx="543">
                  <c:v>18.0666666667</c:v>
                </c:pt>
                <c:pt idx="544">
                  <c:v>18.1</c:v>
                </c:pt>
                <c:pt idx="545">
                  <c:v>18.1333333333</c:v>
                </c:pt>
                <c:pt idx="546">
                  <c:v>18.1666666667</c:v>
                </c:pt>
                <c:pt idx="547">
                  <c:v>18.2</c:v>
                </c:pt>
                <c:pt idx="548">
                  <c:v>18.2333333333</c:v>
                </c:pt>
                <c:pt idx="549">
                  <c:v>18.2666666667</c:v>
                </c:pt>
                <c:pt idx="550">
                  <c:v>18.3</c:v>
                </c:pt>
                <c:pt idx="551">
                  <c:v>18.3333333333</c:v>
                </c:pt>
                <c:pt idx="552">
                  <c:v>18.3666666667</c:v>
                </c:pt>
                <c:pt idx="553">
                  <c:v>18.4</c:v>
                </c:pt>
                <c:pt idx="554">
                  <c:v>18.4333333333</c:v>
                </c:pt>
                <c:pt idx="555">
                  <c:v>18.4666666667</c:v>
                </c:pt>
                <c:pt idx="556">
                  <c:v>18.5</c:v>
                </c:pt>
                <c:pt idx="557">
                  <c:v>18.5333333333</c:v>
                </c:pt>
                <c:pt idx="558">
                  <c:v>18.5666666667</c:v>
                </c:pt>
                <c:pt idx="559">
                  <c:v>18.6</c:v>
                </c:pt>
                <c:pt idx="560">
                  <c:v>18.6333333333</c:v>
                </c:pt>
                <c:pt idx="561">
                  <c:v>18.6666666667</c:v>
                </c:pt>
                <c:pt idx="562">
                  <c:v>18.7</c:v>
                </c:pt>
                <c:pt idx="563">
                  <c:v>18.7333333333</c:v>
                </c:pt>
                <c:pt idx="564">
                  <c:v>18.7666666667</c:v>
                </c:pt>
                <c:pt idx="565">
                  <c:v>18.8</c:v>
                </c:pt>
                <c:pt idx="566">
                  <c:v>18.8333333333</c:v>
                </c:pt>
                <c:pt idx="567">
                  <c:v>18.8666666667</c:v>
                </c:pt>
                <c:pt idx="568">
                  <c:v>18.9</c:v>
                </c:pt>
                <c:pt idx="569">
                  <c:v>18.9333333333</c:v>
                </c:pt>
                <c:pt idx="570">
                  <c:v>18.9666666667</c:v>
                </c:pt>
                <c:pt idx="571">
                  <c:v>19</c:v>
                </c:pt>
                <c:pt idx="572">
                  <c:v>19.0305555556</c:v>
                </c:pt>
                <c:pt idx="573">
                  <c:v>19.0638888889</c:v>
                </c:pt>
                <c:pt idx="574">
                  <c:v>19.0972222222</c:v>
                </c:pt>
                <c:pt idx="575">
                  <c:v>19.1305555556</c:v>
                </c:pt>
                <c:pt idx="576">
                  <c:v>19.1638888889</c:v>
                </c:pt>
                <c:pt idx="577">
                  <c:v>19.1972222222</c:v>
                </c:pt>
                <c:pt idx="578">
                  <c:v>19.2305555556</c:v>
                </c:pt>
                <c:pt idx="579">
                  <c:v>19.2638888889</c:v>
                </c:pt>
                <c:pt idx="580">
                  <c:v>19.2972222222</c:v>
                </c:pt>
                <c:pt idx="581">
                  <c:v>19.3305555556</c:v>
                </c:pt>
                <c:pt idx="582">
                  <c:v>19.3638888889</c:v>
                </c:pt>
                <c:pt idx="583">
                  <c:v>19.3972222222</c:v>
                </c:pt>
                <c:pt idx="584">
                  <c:v>19.4305555556</c:v>
                </c:pt>
                <c:pt idx="585">
                  <c:v>19.4638888889</c:v>
                </c:pt>
                <c:pt idx="586">
                  <c:v>19.4972222222</c:v>
                </c:pt>
                <c:pt idx="587">
                  <c:v>19.5305555556</c:v>
                </c:pt>
                <c:pt idx="588">
                  <c:v>19.5638888889</c:v>
                </c:pt>
                <c:pt idx="589">
                  <c:v>19.5972222222</c:v>
                </c:pt>
                <c:pt idx="590">
                  <c:v>19.6305555556</c:v>
                </c:pt>
                <c:pt idx="591">
                  <c:v>19.6638888889</c:v>
                </c:pt>
                <c:pt idx="592">
                  <c:v>19.6972222222</c:v>
                </c:pt>
                <c:pt idx="593">
                  <c:v>19.7305555556</c:v>
                </c:pt>
                <c:pt idx="594">
                  <c:v>19.7638888889</c:v>
                </c:pt>
                <c:pt idx="595">
                  <c:v>19.7972222222</c:v>
                </c:pt>
                <c:pt idx="596">
                  <c:v>19.8305555556</c:v>
                </c:pt>
                <c:pt idx="597">
                  <c:v>19.8638888889</c:v>
                </c:pt>
                <c:pt idx="598">
                  <c:v>19.8972222222</c:v>
                </c:pt>
                <c:pt idx="599">
                  <c:v>19.9305555556</c:v>
                </c:pt>
                <c:pt idx="600">
                  <c:v>19.9638888889</c:v>
                </c:pt>
                <c:pt idx="601">
                  <c:v>19.9972222222</c:v>
                </c:pt>
                <c:pt idx="602">
                  <c:v>20.0305555556</c:v>
                </c:pt>
                <c:pt idx="603">
                  <c:v>20.0638888889</c:v>
                </c:pt>
                <c:pt idx="604">
                  <c:v>20.0972222222</c:v>
                </c:pt>
                <c:pt idx="605">
                  <c:v>20.1305555556</c:v>
                </c:pt>
                <c:pt idx="606">
                  <c:v>20.1638888889</c:v>
                </c:pt>
                <c:pt idx="607">
                  <c:v>20.1972222222</c:v>
                </c:pt>
                <c:pt idx="608">
                  <c:v>20.2305555556</c:v>
                </c:pt>
                <c:pt idx="609">
                  <c:v>20.2638888889</c:v>
                </c:pt>
                <c:pt idx="610">
                  <c:v>20.2972222222</c:v>
                </c:pt>
                <c:pt idx="611">
                  <c:v>20.3305555556</c:v>
                </c:pt>
                <c:pt idx="612">
                  <c:v>20.3638888889</c:v>
                </c:pt>
                <c:pt idx="613">
                  <c:v>20.3972222222</c:v>
                </c:pt>
                <c:pt idx="614">
                  <c:v>20.4305555556</c:v>
                </c:pt>
                <c:pt idx="615">
                  <c:v>20.4638888889</c:v>
                </c:pt>
                <c:pt idx="616">
                  <c:v>20.4972222222</c:v>
                </c:pt>
                <c:pt idx="617">
                  <c:v>20.5277777778</c:v>
                </c:pt>
                <c:pt idx="618">
                  <c:v>20.5611111111</c:v>
                </c:pt>
                <c:pt idx="619">
                  <c:v>20.5944444444</c:v>
                </c:pt>
                <c:pt idx="620">
                  <c:v>20.6277777778</c:v>
                </c:pt>
                <c:pt idx="621">
                  <c:v>20.6611111111</c:v>
                </c:pt>
                <c:pt idx="622">
                  <c:v>20.6944444444</c:v>
                </c:pt>
                <c:pt idx="623">
                  <c:v>20.7277777778</c:v>
                </c:pt>
                <c:pt idx="624">
                  <c:v>20.7611111111</c:v>
                </c:pt>
                <c:pt idx="625">
                  <c:v>20.7944444444</c:v>
                </c:pt>
                <c:pt idx="626">
                  <c:v>20.8277777778</c:v>
                </c:pt>
                <c:pt idx="627">
                  <c:v>20.8611111111</c:v>
                </c:pt>
                <c:pt idx="628">
                  <c:v>20.8944444444</c:v>
                </c:pt>
                <c:pt idx="629">
                  <c:v>20.9277777778</c:v>
                </c:pt>
                <c:pt idx="630">
                  <c:v>20.9611111111</c:v>
                </c:pt>
                <c:pt idx="631">
                  <c:v>20.9944444444</c:v>
                </c:pt>
                <c:pt idx="632">
                  <c:v>21.0277777778</c:v>
                </c:pt>
                <c:pt idx="633">
                  <c:v>21.0611111111</c:v>
                </c:pt>
                <c:pt idx="634">
                  <c:v>21.0944444444</c:v>
                </c:pt>
                <c:pt idx="635">
                  <c:v>21.1277777778</c:v>
                </c:pt>
                <c:pt idx="636">
                  <c:v>21.1611111111</c:v>
                </c:pt>
                <c:pt idx="637">
                  <c:v>21.1944444444</c:v>
                </c:pt>
                <c:pt idx="638">
                  <c:v>21.2277777778</c:v>
                </c:pt>
                <c:pt idx="639">
                  <c:v>21.2611111111</c:v>
                </c:pt>
                <c:pt idx="640">
                  <c:v>21.2944444444</c:v>
                </c:pt>
                <c:pt idx="641">
                  <c:v>21.3277777778</c:v>
                </c:pt>
                <c:pt idx="642">
                  <c:v>21.3611111111</c:v>
                </c:pt>
                <c:pt idx="643">
                  <c:v>21.3944444444</c:v>
                </c:pt>
                <c:pt idx="644">
                  <c:v>21.4277777778</c:v>
                </c:pt>
                <c:pt idx="645">
                  <c:v>21.4611111111</c:v>
                </c:pt>
                <c:pt idx="646">
                  <c:v>21.4944444444</c:v>
                </c:pt>
                <c:pt idx="647">
                  <c:v>21.5277777778</c:v>
                </c:pt>
                <c:pt idx="648">
                  <c:v>21.5611111111</c:v>
                </c:pt>
                <c:pt idx="649">
                  <c:v>21.5944444444</c:v>
                </c:pt>
                <c:pt idx="650">
                  <c:v>21.6277777778</c:v>
                </c:pt>
                <c:pt idx="651">
                  <c:v>21.6611111111</c:v>
                </c:pt>
                <c:pt idx="652">
                  <c:v>21.6944444444</c:v>
                </c:pt>
                <c:pt idx="653">
                  <c:v>21.7277777778</c:v>
                </c:pt>
                <c:pt idx="654">
                  <c:v>21.7611111111</c:v>
                </c:pt>
                <c:pt idx="655">
                  <c:v>21.7944444444</c:v>
                </c:pt>
                <c:pt idx="656">
                  <c:v>21.8277777778</c:v>
                </c:pt>
                <c:pt idx="657">
                  <c:v>21.8611111111</c:v>
                </c:pt>
                <c:pt idx="658">
                  <c:v>21.8944444444</c:v>
                </c:pt>
                <c:pt idx="659">
                  <c:v>21.9277777778</c:v>
                </c:pt>
                <c:pt idx="660">
                  <c:v>21.9611111111</c:v>
                </c:pt>
                <c:pt idx="661">
                  <c:v>21.9944444444</c:v>
                </c:pt>
                <c:pt idx="662">
                  <c:v>22.025</c:v>
                </c:pt>
                <c:pt idx="663">
                  <c:v>22.0583333333</c:v>
                </c:pt>
                <c:pt idx="664">
                  <c:v>22.0916666667</c:v>
                </c:pt>
                <c:pt idx="665">
                  <c:v>22.125</c:v>
                </c:pt>
                <c:pt idx="666">
                  <c:v>22.1583333333</c:v>
                </c:pt>
                <c:pt idx="667">
                  <c:v>22.1916666667</c:v>
                </c:pt>
                <c:pt idx="668">
                  <c:v>22.225</c:v>
                </c:pt>
                <c:pt idx="669">
                  <c:v>22.2583333333</c:v>
                </c:pt>
                <c:pt idx="670">
                  <c:v>22.2916666667</c:v>
                </c:pt>
                <c:pt idx="671">
                  <c:v>22.325</c:v>
                </c:pt>
                <c:pt idx="672">
                  <c:v>22.3583333333</c:v>
                </c:pt>
                <c:pt idx="673">
                  <c:v>22.3916666667</c:v>
                </c:pt>
                <c:pt idx="674">
                  <c:v>22.425</c:v>
                </c:pt>
                <c:pt idx="675">
                  <c:v>22.4583333333</c:v>
                </c:pt>
                <c:pt idx="676">
                  <c:v>22.4916666667</c:v>
                </c:pt>
                <c:pt idx="677">
                  <c:v>22.525</c:v>
                </c:pt>
                <c:pt idx="678">
                  <c:v>22.5583333333</c:v>
                </c:pt>
                <c:pt idx="679">
                  <c:v>22.5916666667</c:v>
                </c:pt>
                <c:pt idx="680">
                  <c:v>22.625</c:v>
                </c:pt>
                <c:pt idx="681">
                  <c:v>22.6583333333</c:v>
                </c:pt>
                <c:pt idx="682">
                  <c:v>22.6916666667</c:v>
                </c:pt>
                <c:pt idx="683">
                  <c:v>22.725</c:v>
                </c:pt>
                <c:pt idx="684">
                  <c:v>22.7583333333</c:v>
                </c:pt>
                <c:pt idx="685">
                  <c:v>22.7916666667</c:v>
                </c:pt>
                <c:pt idx="686">
                  <c:v>22.825</c:v>
                </c:pt>
                <c:pt idx="687">
                  <c:v>22.8583333333</c:v>
                </c:pt>
                <c:pt idx="688">
                  <c:v>22.8916666667</c:v>
                </c:pt>
                <c:pt idx="689">
                  <c:v>22.925</c:v>
                </c:pt>
                <c:pt idx="690">
                  <c:v>22.9583333333</c:v>
                </c:pt>
                <c:pt idx="691">
                  <c:v>22.9916666667</c:v>
                </c:pt>
                <c:pt idx="692">
                  <c:v>23.025</c:v>
                </c:pt>
                <c:pt idx="693">
                  <c:v>23.0583333333</c:v>
                </c:pt>
                <c:pt idx="694">
                  <c:v>23.0916666667</c:v>
                </c:pt>
                <c:pt idx="695">
                  <c:v>23.125</c:v>
                </c:pt>
                <c:pt idx="696">
                  <c:v>23.1583333333</c:v>
                </c:pt>
                <c:pt idx="697">
                  <c:v>23.1916666667</c:v>
                </c:pt>
                <c:pt idx="698">
                  <c:v>23.225</c:v>
                </c:pt>
                <c:pt idx="699">
                  <c:v>23.2583333333</c:v>
                </c:pt>
                <c:pt idx="700">
                  <c:v>23.2916666667</c:v>
                </c:pt>
                <c:pt idx="701">
                  <c:v>23.325</c:v>
                </c:pt>
                <c:pt idx="702">
                  <c:v>23.3583333333</c:v>
                </c:pt>
                <c:pt idx="703">
                  <c:v>23.3916666667</c:v>
                </c:pt>
                <c:pt idx="704">
                  <c:v>23.425</c:v>
                </c:pt>
                <c:pt idx="705">
                  <c:v>23.4583333333</c:v>
                </c:pt>
                <c:pt idx="706">
                  <c:v>23.4916666667</c:v>
                </c:pt>
                <c:pt idx="707">
                  <c:v>23.5222222222</c:v>
                </c:pt>
                <c:pt idx="708">
                  <c:v>23.5555555556</c:v>
                </c:pt>
                <c:pt idx="709">
                  <c:v>23.5888888889</c:v>
                </c:pt>
                <c:pt idx="710">
                  <c:v>23.6222222222</c:v>
                </c:pt>
                <c:pt idx="711">
                  <c:v>23.6555555556</c:v>
                </c:pt>
                <c:pt idx="712">
                  <c:v>23.6888888889</c:v>
                </c:pt>
                <c:pt idx="713">
                  <c:v>23.7222222222</c:v>
                </c:pt>
                <c:pt idx="714">
                  <c:v>23.7555555556</c:v>
                </c:pt>
                <c:pt idx="715">
                  <c:v>23.7888888889</c:v>
                </c:pt>
                <c:pt idx="716">
                  <c:v>23.8222222222</c:v>
                </c:pt>
                <c:pt idx="717">
                  <c:v>23.8555555556</c:v>
                </c:pt>
                <c:pt idx="718">
                  <c:v>23.8888888889</c:v>
                </c:pt>
                <c:pt idx="719">
                  <c:v>23.9222222222</c:v>
                </c:pt>
                <c:pt idx="720">
                  <c:v>23.9555555556</c:v>
                </c:pt>
                <c:pt idx="721">
                  <c:v>23.9888888889</c:v>
                </c:pt>
                <c:pt idx="722">
                  <c:v>24</c:v>
                </c:pt>
              </c:numCache>
            </c:numRef>
          </c:xVal>
          <c:yVal>
            <c:numRef>
              <c:f>'Chart Data'!$B$2:$B$724</c:f>
              <c:numCache>
                <c:formatCode>General</c:formatCode>
                <c:ptCount val="723"/>
                <c:pt idx="0">
                  <c:v>80</c:v>
                </c:pt>
                <c:pt idx="1">
                  <c:v>81.2761666667</c:v>
                </c:pt>
                <c:pt idx="2">
                  <c:v>82.5523333333</c:v>
                </c:pt>
                <c:pt idx="3">
                  <c:v>83.8285</c:v>
                </c:pt>
                <c:pt idx="4">
                  <c:v>85.1046666667</c:v>
                </c:pt>
                <c:pt idx="5">
                  <c:v>86.3808333333</c:v>
                </c:pt>
                <c:pt idx="6">
                  <c:v>87.657</c:v>
                </c:pt>
                <c:pt idx="7">
                  <c:v>88.9331666667</c:v>
                </c:pt>
                <c:pt idx="8">
                  <c:v>90.2093333333</c:v>
                </c:pt>
                <c:pt idx="9">
                  <c:v>91.4855</c:v>
                </c:pt>
                <c:pt idx="10">
                  <c:v>92.7616666667</c:v>
                </c:pt>
                <c:pt idx="11">
                  <c:v>94.0378333333</c:v>
                </c:pt>
                <c:pt idx="12">
                  <c:v>95.314</c:v>
                </c:pt>
                <c:pt idx="13">
                  <c:v>96.5901666667</c:v>
                </c:pt>
                <c:pt idx="14">
                  <c:v>97.8663333333</c:v>
                </c:pt>
                <c:pt idx="15">
                  <c:v>99.1425</c:v>
                </c:pt>
                <c:pt idx="16">
                  <c:v>99.8782064869</c:v>
                </c:pt>
                <c:pt idx="17">
                  <c:v>99.9835164609</c:v>
                </c:pt>
                <c:pt idx="18">
                  <c:v>99.9977691238</c:v>
                </c:pt>
                <c:pt idx="19">
                  <c:v>99.9996980055</c:v>
                </c:pt>
                <c:pt idx="20">
                  <c:v>99.9999593362</c:v>
                </c:pt>
                <c:pt idx="21">
                  <c:v>99.9999944928</c:v>
                </c:pt>
                <c:pt idx="22">
                  <c:v>99.9999992718</c:v>
                </c:pt>
                <c:pt idx="23">
                  <c:v>99.9999999109</c:v>
                </c:pt>
                <c:pt idx="24">
                  <c:v>99.999999981</c:v>
                </c:pt>
                <c:pt idx="25">
                  <c:v>100.000000002</c:v>
                </c:pt>
                <c:pt idx="26">
                  <c:v>100.000000003</c:v>
                </c:pt>
                <c:pt idx="27">
                  <c:v>100.000000009</c:v>
                </c:pt>
                <c:pt idx="28">
                  <c:v>100.00000001</c:v>
                </c:pt>
                <c:pt idx="29">
                  <c:v>100.000000011</c:v>
                </c:pt>
                <c:pt idx="30">
                  <c:v>100.000000011</c:v>
                </c:pt>
                <c:pt idx="31">
                  <c:v>99.7523391928</c:v>
                </c:pt>
                <c:pt idx="32">
                  <c:v>99.4821637542</c:v>
                </c:pt>
                <c:pt idx="33">
                  <c:v>99.2119883156</c:v>
                </c:pt>
                <c:pt idx="34">
                  <c:v>98.941812877</c:v>
                </c:pt>
                <c:pt idx="35">
                  <c:v>98.6716374384</c:v>
                </c:pt>
                <c:pt idx="36">
                  <c:v>98.4014619998</c:v>
                </c:pt>
                <c:pt idx="37">
                  <c:v>98.1312865612</c:v>
                </c:pt>
                <c:pt idx="38">
                  <c:v>97.8611111226</c:v>
                </c:pt>
                <c:pt idx="39">
                  <c:v>97.5907797476</c:v>
                </c:pt>
                <c:pt idx="40">
                  <c:v>97.3180784661</c:v>
                </c:pt>
                <c:pt idx="41">
                  <c:v>97.0424751369</c:v>
                </c:pt>
                <c:pt idx="42">
                  <c:v>96.7641470017</c:v>
                </c:pt>
                <c:pt idx="43">
                  <c:v>96.4832357399</c:v>
                </c:pt>
                <c:pt idx="44">
                  <c:v>96.1998607747</c:v>
                </c:pt>
                <c:pt idx="45">
                  <c:v>95.914125185</c:v>
                </c:pt>
                <c:pt idx="46">
                  <c:v>97.0454608687</c:v>
                </c:pt>
                <c:pt idx="47">
                  <c:v>98.3048496273</c:v>
                </c:pt>
                <c:pt idx="48">
                  <c:v>99.5367516573</c:v>
                </c:pt>
                <c:pt idx="49">
                  <c:v>99.9373071746</c:v>
                </c:pt>
                <c:pt idx="50">
                  <c:v>99.9915168416</c:v>
                </c:pt>
                <c:pt idx="51">
                  <c:v>99.9988511949</c:v>
                </c:pt>
                <c:pt idx="52">
                  <c:v>99.9998443258</c:v>
                </c:pt>
                <c:pt idx="53">
                  <c:v>99.9999787772</c:v>
                </c:pt>
                <c:pt idx="54">
                  <c:v>99.99999711</c:v>
                </c:pt>
                <c:pt idx="55">
                  <c:v>99.999999609</c:v>
                </c:pt>
                <c:pt idx="56">
                  <c:v>99.9999999471</c:v>
                </c:pt>
                <c:pt idx="57">
                  <c:v>99.9999999928</c:v>
                </c:pt>
                <c:pt idx="58">
                  <c:v>99.999999999</c:v>
                </c:pt>
                <c:pt idx="59">
                  <c:v>99.9999999999</c:v>
                </c:pt>
                <c:pt idx="60">
                  <c:v>100</c:v>
                </c:pt>
                <c:pt idx="61">
                  <c:v>100</c:v>
                </c:pt>
                <c:pt idx="62">
                  <c:v>100</c:v>
                </c:pt>
                <c:pt idx="63">
                  <c:v>100</c:v>
                </c:pt>
                <c:pt idx="64">
                  <c:v>100</c:v>
                </c:pt>
                <c:pt idx="65">
                  <c:v>100</c:v>
                </c:pt>
                <c:pt idx="66">
                  <c:v>100</c:v>
                </c:pt>
                <c:pt idx="67">
                  <c:v>100</c:v>
                </c:pt>
                <c:pt idx="68">
                  <c:v>100</c:v>
                </c:pt>
                <c:pt idx="69">
                  <c:v>100</c:v>
                </c:pt>
                <c:pt idx="70">
                  <c:v>100</c:v>
                </c:pt>
                <c:pt idx="71">
                  <c:v>100</c:v>
                </c:pt>
                <c:pt idx="72">
                  <c:v>100</c:v>
                </c:pt>
                <c:pt idx="73">
                  <c:v>100</c:v>
                </c:pt>
                <c:pt idx="74">
                  <c:v>100</c:v>
                </c:pt>
                <c:pt idx="75">
                  <c:v>100</c:v>
                </c:pt>
                <c:pt idx="76">
                  <c:v>99.7363313341</c:v>
                </c:pt>
                <c:pt idx="77">
                  <c:v>99.4183071015</c:v>
                </c:pt>
                <c:pt idx="78">
                  <c:v>99.0985275949</c:v>
                </c:pt>
                <c:pt idx="79">
                  <c:v>98.7771800247</c:v>
                </c:pt>
                <c:pt idx="80">
                  <c:v>98.4544228967</c:v>
                </c:pt>
                <c:pt idx="81">
                  <c:v>98.1303754481</c:v>
                </c:pt>
                <c:pt idx="82">
                  <c:v>97.8051265618</c:v>
                </c:pt>
                <c:pt idx="83">
                  <c:v>97.4787431624</c:v>
                </c:pt>
                <c:pt idx="84">
                  <c:v>97.1512764855</c:v>
                </c:pt>
                <c:pt idx="85">
                  <c:v>96.8227665675</c:v>
                </c:pt>
                <c:pt idx="86">
                  <c:v>96.4932454228</c:v>
                </c:pt>
                <c:pt idx="87">
                  <c:v>96.1627392879</c:v>
                </c:pt>
                <c:pt idx="88">
                  <c:v>95.8312702057</c:v>
                </c:pt>
                <c:pt idx="89">
                  <c:v>95.4988571465</c:v>
                </c:pt>
                <c:pt idx="90">
                  <c:v>95.1655168021</c:v>
                </c:pt>
                <c:pt idx="91">
                  <c:v>96.125297704</c:v>
                </c:pt>
                <c:pt idx="92">
                  <c:v>97.3440164477</c:v>
                </c:pt>
                <c:pt idx="93">
                  <c:v>98.5630282863</c:v>
                </c:pt>
                <c:pt idx="94">
                  <c:v>99.6794361551</c:v>
                </c:pt>
                <c:pt idx="95">
                  <c:v>99.9566199843</c:v>
                </c:pt>
                <c:pt idx="96">
                  <c:v>99.994126706</c:v>
                </c:pt>
                <c:pt idx="97">
                  <c:v>99.9992077586</c:v>
                </c:pt>
                <c:pt idx="98">
                  <c:v>99.9998918832</c:v>
                </c:pt>
                <c:pt idx="99">
                  <c:v>99.9999858037</c:v>
                </c:pt>
                <c:pt idx="100">
                  <c:v>99.9999985207</c:v>
                </c:pt>
                <c:pt idx="101">
                  <c:v>99.9999998836</c:v>
                </c:pt>
                <c:pt idx="102">
                  <c:v>100.00000007</c:v>
                </c:pt>
                <c:pt idx="103">
                  <c:v>100.000000128</c:v>
                </c:pt>
                <c:pt idx="104">
                  <c:v>100.000000176</c:v>
                </c:pt>
                <c:pt idx="105">
                  <c:v>100.000000177</c:v>
                </c:pt>
                <c:pt idx="106">
                  <c:v>100.000000177</c:v>
                </c:pt>
                <c:pt idx="107">
                  <c:v>100.000000177</c:v>
                </c:pt>
                <c:pt idx="108">
                  <c:v>100.000000177</c:v>
                </c:pt>
                <c:pt idx="109">
                  <c:v>100.000000177</c:v>
                </c:pt>
                <c:pt idx="110">
                  <c:v>100.000000177</c:v>
                </c:pt>
                <c:pt idx="111">
                  <c:v>100.000000177</c:v>
                </c:pt>
                <c:pt idx="112">
                  <c:v>100.000000177</c:v>
                </c:pt>
                <c:pt idx="113">
                  <c:v>100.000000177</c:v>
                </c:pt>
                <c:pt idx="114">
                  <c:v>100.000000177</c:v>
                </c:pt>
                <c:pt idx="115">
                  <c:v>100.000000177</c:v>
                </c:pt>
                <c:pt idx="116">
                  <c:v>100.000000177</c:v>
                </c:pt>
                <c:pt idx="117">
                  <c:v>100.000000177</c:v>
                </c:pt>
                <c:pt idx="118">
                  <c:v>100.000000177</c:v>
                </c:pt>
                <c:pt idx="119">
                  <c:v>100.000000177</c:v>
                </c:pt>
                <c:pt idx="120">
                  <c:v>100.000000177</c:v>
                </c:pt>
                <c:pt idx="121">
                  <c:v>99.7454479068</c:v>
                </c:pt>
                <c:pt idx="122">
                  <c:v>99.4048890349</c:v>
                </c:pt>
                <c:pt idx="123">
                  <c:v>99.0629865032</c:v>
                </c:pt>
                <c:pt idx="124">
                  <c:v>98.7199150227</c:v>
                </c:pt>
                <c:pt idx="125">
                  <c:v>98.3758256204</c:v>
                </c:pt>
                <c:pt idx="126">
                  <c:v>98.0308299421</c:v>
                </c:pt>
                <c:pt idx="127">
                  <c:v>97.6850088591</c:v>
                </c:pt>
                <c:pt idx="128">
                  <c:v>97.3384210067</c:v>
                </c:pt>
                <c:pt idx="129">
                  <c:v>96.9911092093</c:v>
                </c:pt>
                <c:pt idx="130">
                  <c:v>96.6431050849</c:v>
                </c:pt>
                <c:pt idx="131">
                  <c:v>96.2944323038</c:v>
                </c:pt>
                <c:pt idx="132">
                  <c:v>95.9451088866</c:v>
                </c:pt>
                <c:pt idx="133">
                  <c:v>95.5951488253</c:v>
                </c:pt>
                <c:pt idx="134">
                  <c:v>95.244563226</c:v>
                </c:pt>
                <c:pt idx="135">
                  <c:v>94.8933611163</c:v>
                </c:pt>
                <c:pt idx="136">
                  <c:v>95.7074358464</c:v>
                </c:pt>
                <c:pt idx="137">
                  <c:v>96.9104806408</c:v>
                </c:pt>
                <c:pt idx="138">
                  <c:v>98.1140840792</c:v>
                </c:pt>
                <c:pt idx="139">
                  <c:v>99.3181464178</c:v>
                </c:pt>
                <c:pt idx="140">
                  <c:v>99.9069766802</c:v>
                </c:pt>
                <c:pt idx="141">
                  <c:v>99.9874105637</c:v>
                </c:pt>
                <c:pt idx="142">
                  <c:v>99.9982964097</c:v>
                </c:pt>
                <c:pt idx="143">
                  <c:v>99.9997693947</c:v>
                </c:pt>
                <c:pt idx="144">
                  <c:v>99.9999687938</c:v>
                </c:pt>
                <c:pt idx="145">
                  <c:v>99.9999957765</c:v>
                </c:pt>
                <c:pt idx="146">
                  <c:v>99.9999994284</c:v>
                </c:pt>
                <c:pt idx="147">
                  <c:v>99.9999999226</c:v>
                </c:pt>
                <c:pt idx="148">
                  <c:v>99.9999999895</c:v>
                </c:pt>
                <c:pt idx="149">
                  <c:v>99.9999999986</c:v>
                </c:pt>
                <c:pt idx="150">
                  <c:v>99.9999999998</c:v>
                </c:pt>
                <c:pt idx="151">
                  <c:v>100</c:v>
                </c:pt>
                <c:pt idx="152">
                  <c:v>100</c:v>
                </c:pt>
                <c:pt idx="153">
                  <c:v>100</c:v>
                </c:pt>
                <c:pt idx="154">
                  <c:v>100</c:v>
                </c:pt>
                <c:pt idx="155">
                  <c:v>100</c:v>
                </c:pt>
                <c:pt idx="156">
                  <c:v>100</c:v>
                </c:pt>
                <c:pt idx="157">
                  <c:v>100</c:v>
                </c:pt>
                <c:pt idx="158">
                  <c:v>100</c:v>
                </c:pt>
                <c:pt idx="159">
                  <c:v>100</c:v>
                </c:pt>
                <c:pt idx="160">
                  <c:v>100</c:v>
                </c:pt>
                <c:pt idx="161">
                  <c:v>100</c:v>
                </c:pt>
                <c:pt idx="162">
                  <c:v>100</c:v>
                </c:pt>
                <c:pt idx="163">
                  <c:v>100</c:v>
                </c:pt>
                <c:pt idx="164">
                  <c:v>100</c:v>
                </c:pt>
                <c:pt idx="165">
                  <c:v>100</c:v>
                </c:pt>
                <c:pt idx="166">
                  <c:v>99.7663717509</c:v>
                </c:pt>
                <c:pt idx="167">
                  <c:v>99.4149664148</c:v>
                </c:pt>
                <c:pt idx="168">
                  <c:v>99.0623522527</c:v>
                </c:pt>
                <c:pt idx="169">
                  <c:v>98.708698873</c:v>
                </c:pt>
                <c:pt idx="170">
                  <c:v>98.3541581268</c:v>
                </c:pt>
                <c:pt idx="171">
                  <c:v>97.9988421391</c:v>
                </c:pt>
                <c:pt idx="172">
                  <c:v>97.6428315169</c:v>
                </c:pt>
                <c:pt idx="173">
                  <c:v>97.2861840414</c:v>
                </c:pt>
                <c:pt idx="174">
                  <c:v>96.9289412654</c:v>
                </c:pt>
                <c:pt idx="175">
                  <c:v>96.5711332492</c:v>
                </c:pt>
                <c:pt idx="176">
                  <c:v>96.2127819163</c:v>
                </c:pt>
                <c:pt idx="177">
                  <c:v>95.8539034194</c:v>
                </c:pt>
                <c:pt idx="178">
                  <c:v>95.4945098093</c:v>
                </c:pt>
                <c:pt idx="179">
                  <c:v>95.1346102117</c:v>
                </c:pt>
                <c:pt idx="180">
                  <c:v>94.774211658</c:v>
                </c:pt>
                <c:pt idx="181">
                  <c:v>95.4502293828</c:v>
                </c:pt>
                <c:pt idx="182">
                  <c:v>96.6450872234</c:v>
                </c:pt>
                <c:pt idx="183">
                  <c:v>97.8406093127</c:v>
                </c:pt>
                <c:pt idx="184">
                  <c:v>99.0366965847</c:v>
                </c:pt>
                <c:pt idx="185">
                  <c:v>99.8509531028</c:v>
                </c:pt>
                <c:pt idx="186">
                  <c:v>99.9798284693</c:v>
                </c:pt>
                <c:pt idx="187">
                  <c:v>99.9972702424</c:v>
                </c:pt>
                <c:pt idx="188">
                  <c:v>99.9996305782</c:v>
                </c:pt>
                <c:pt idx="189">
                  <c:v>99.9999503419</c:v>
                </c:pt>
                <c:pt idx="190">
                  <c:v>99.9999926187</c:v>
                </c:pt>
                <c:pt idx="191">
                  <c:v>99.9999995192</c:v>
                </c:pt>
                <c:pt idx="192">
                  <c:v>100.000000255</c:v>
                </c:pt>
                <c:pt idx="193">
                  <c:v>100.000000475</c:v>
                </c:pt>
                <c:pt idx="194">
                  <c:v>100.000000176</c:v>
                </c:pt>
                <c:pt idx="195">
                  <c:v>100.00000036</c:v>
                </c:pt>
                <c:pt idx="196">
                  <c:v>100.000000344</c:v>
                </c:pt>
                <c:pt idx="197">
                  <c:v>100.000000357</c:v>
                </c:pt>
                <c:pt idx="198">
                  <c:v>100.000000374</c:v>
                </c:pt>
                <c:pt idx="199">
                  <c:v>100.000000356</c:v>
                </c:pt>
                <c:pt idx="200">
                  <c:v>100.000000362</c:v>
                </c:pt>
                <c:pt idx="201">
                  <c:v>100.000000364</c:v>
                </c:pt>
                <c:pt idx="202">
                  <c:v>100.000000364</c:v>
                </c:pt>
                <c:pt idx="203">
                  <c:v>100.000000364</c:v>
                </c:pt>
                <c:pt idx="204">
                  <c:v>100.000000364</c:v>
                </c:pt>
                <c:pt idx="205">
                  <c:v>100.000000364</c:v>
                </c:pt>
                <c:pt idx="206">
                  <c:v>100.000000364</c:v>
                </c:pt>
                <c:pt idx="207">
                  <c:v>100.000000364</c:v>
                </c:pt>
                <c:pt idx="208">
                  <c:v>100.000000364</c:v>
                </c:pt>
                <c:pt idx="209">
                  <c:v>100.000000364</c:v>
                </c:pt>
                <c:pt idx="210">
                  <c:v>100.000000364</c:v>
                </c:pt>
                <c:pt idx="211">
                  <c:v>99.7918468365</c:v>
                </c:pt>
                <c:pt idx="212">
                  <c:v>99.4341662401</c:v>
                </c:pt>
                <c:pt idx="213">
                  <c:v>99.0753320105</c:v>
                </c:pt>
                <c:pt idx="214">
                  <c:v>98.7155087939</c:v>
                </c:pt>
                <c:pt idx="215">
                  <c:v>98.354850923</c:v>
                </c:pt>
                <c:pt idx="216">
                  <c:v>97.9934727463</c:v>
                </c:pt>
                <c:pt idx="217">
                  <c:v>97.6314563093</c:v>
                </c:pt>
                <c:pt idx="218">
                  <c:v>97.2688601886</c:v>
                </c:pt>
                <c:pt idx="219">
                  <c:v>96.9057262658</c:v>
                </c:pt>
                <c:pt idx="220">
                  <c:v>96.5420845995</c:v>
                </c:pt>
                <c:pt idx="221">
                  <c:v>96.1779568807</c:v>
                </c:pt>
                <c:pt idx="222">
                  <c:v>95.8133588698</c:v>
                </c:pt>
                <c:pt idx="223">
                  <c:v>95.4483021148</c:v>
                </c:pt>
                <c:pt idx="224">
                  <c:v>95.0827951638</c:v>
                </c:pt>
                <c:pt idx="225">
                  <c:v>94.7168444209</c:v>
                </c:pt>
                <c:pt idx="226">
                  <c:v>95.2580442199</c:v>
                </c:pt>
                <c:pt idx="227">
                  <c:v>96.4478958237</c:v>
                </c:pt>
                <c:pt idx="228">
                  <c:v>97.638463609</c:v>
                </c:pt>
                <c:pt idx="229">
                  <c:v>98.829652036</c:v>
                </c:pt>
                <c:pt idx="230">
                  <c:v>99.7884971204</c:v>
                </c:pt>
                <c:pt idx="231">
                  <c:v>99.9713761146</c:v>
                </c:pt>
                <c:pt idx="232">
                  <c:v>99.9961260154</c:v>
                </c:pt>
                <c:pt idx="233">
                  <c:v>99.9994759032</c:v>
                </c:pt>
                <c:pt idx="234">
                  <c:v>99.99992907</c:v>
                </c:pt>
                <c:pt idx="235">
                  <c:v>99.9999904011</c:v>
                </c:pt>
                <c:pt idx="236">
                  <c:v>99.9999987009</c:v>
                </c:pt>
                <c:pt idx="237">
                  <c:v>99.9999998242</c:v>
                </c:pt>
                <c:pt idx="238">
                  <c:v>99.9999999762</c:v>
                </c:pt>
                <c:pt idx="239">
                  <c:v>99.9999999968</c:v>
                </c:pt>
                <c:pt idx="240">
                  <c:v>99.9999999996</c:v>
                </c:pt>
                <c:pt idx="241">
                  <c:v>99.9999999999</c:v>
                </c:pt>
                <c:pt idx="242">
                  <c:v>100</c:v>
                </c:pt>
                <c:pt idx="243">
                  <c:v>100</c:v>
                </c:pt>
                <c:pt idx="244">
                  <c:v>100</c:v>
                </c:pt>
                <c:pt idx="245">
                  <c:v>100</c:v>
                </c:pt>
                <c:pt idx="246">
                  <c:v>100</c:v>
                </c:pt>
                <c:pt idx="247">
                  <c:v>100</c:v>
                </c:pt>
                <c:pt idx="248">
                  <c:v>100</c:v>
                </c:pt>
                <c:pt idx="249">
                  <c:v>100</c:v>
                </c:pt>
                <c:pt idx="250">
                  <c:v>100</c:v>
                </c:pt>
                <c:pt idx="251">
                  <c:v>100</c:v>
                </c:pt>
                <c:pt idx="252">
                  <c:v>100</c:v>
                </c:pt>
                <c:pt idx="253">
                  <c:v>100</c:v>
                </c:pt>
                <c:pt idx="254">
                  <c:v>100</c:v>
                </c:pt>
                <c:pt idx="255">
                  <c:v>100</c:v>
                </c:pt>
                <c:pt idx="256">
                  <c:v>99.8194281534</c:v>
                </c:pt>
                <c:pt idx="257">
                  <c:v>99.4576810504</c:v>
                </c:pt>
                <c:pt idx="258">
                  <c:v>99.0948066082</c:v>
                </c:pt>
                <c:pt idx="259">
                  <c:v>98.7309630298</c:v>
                </c:pt>
                <c:pt idx="260">
                  <c:v>98.3663075461</c:v>
                </c:pt>
                <c:pt idx="261">
                  <c:v>98.000957302</c:v>
                </c:pt>
                <c:pt idx="262">
                  <c:v>97.6349963461</c:v>
                </c:pt>
                <c:pt idx="263">
                  <c:v>97.2684845962</c:v>
                </c:pt>
                <c:pt idx="264">
                  <c:v>96.9014647878</c:v>
                </c:pt>
                <c:pt idx="265">
                  <c:v>96.5339674874</c:v>
                </c:pt>
                <c:pt idx="266">
                  <c:v>96.166014649</c:v>
                </c:pt>
                <c:pt idx="267">
                  <c:v>95.7976221235</c:v>
                </c:pt>
                <c:pt idx="268">
                  <c:v>95.4288014283</c:v>
                </c:pt>
                <c:pt idx="269">
                  <c:v>95.0595609963</c:v>
                </c:pt>
                <c:pt idx="270">
                  <c:v>94.6899070568</c:v>
                </c:pt>
                <c:pt idx="271">
                  <c:v>95.0979419925</c:v>
                </c:pt>
                <c:pt idx="272">
                  <c:v>96.284413398</c:v>
                </c:pt>
                <c:pt idx="273">
                  <c:v>97.4716301612</c:v>
                </c:pt>
                <c:pt idx="274">
                  <c:v>98.6595026061</c:v>
                </c:pt>
                <c:pt idx="275">
                  <c:v>99.7176227937</c:v>
                </c:pt>
                <c:pt idx="276">
                  <c:v>99.961783983</c:v>
                </c:pt>
                <c:pt idx="277">
                  <c:v>99.9948276098</c:v>
                </c:pt>
                <c:pt idx="278">
                  <c:v>99.9992999513</c:v>
                </c:pt>
                <c:pt idx="279">
                  <c:v>99.9999052528</c:v>
                </c:pt>
                <c:pt idx="280">
                  <c:v>99.9999871766</c:v>
                </c:pt>
                <c:pt idx="281">
                  <c:v>99.9999982644</c:v>
                </c:pt>
                <c:pt idx="282">
                  <c:v>99.9999997651</c:v>
                </c:pt>
                <c:pt idx="283">
                  <c:v>99.9999999682</c:v>
                </c:pt>
                <c:pt idx="284">
                  <c:v>99.9999999957</c:v>
                </c:pt>
                <c:pt idx="285">
                  <c:v>99.9999999994</c:v>
                </c:pt>
                <c:pt idx="286">
                  <c:v>99.9999999999</c:v>
                </c:pt>
                <c:pt idx="287">
                  <c:v>100</c:v>
                </c:pt>
                <c:pt idx="288">
                  <c:v>100</c:v>
                </c:pt>
                <c:pt idx="289">
                  <c:v>100</c:v>
                </c:pt>
                <c:pt idx="290">
                  <c:v>100</c:v>
                </c:pt>
                <c:pt idx="291">
                  <c:v>100</c:v>
                </c:pt>
                <c:pt idx="292">
                  <c:v>100</c:v>
                </c:pt>
                <c:pt idx="293">
                  <c:v>100</c:v>
                </c:pt>
                <c:pt idx="294">
                  <c:v>100</c:v>
                </c:pt>
                <c:pt idx="295">
                  <c:v>100</c:v>
                </c:pt>
                <c:pt idx="296">
                  <c:v>100</c:v>
                </c:pt>
                <c:pt idx="297">
                  <c:v>100</c:v>
                </c:pt>
                <c:pt idx="298">
                  <c:v>100</c:v>
                </c:pt>
                <c:pt idx="299">
                  <c:v>100</c:v>
                </c:pt>
                <c:pt idx="300">
                  <c:v>100</c:v>
                </c:pt>
                <c:pt idx="301">
                  <c:v>99.8470942902</c:v>
                </c:pt>
                <c:pt idx="302">
                  <c:v>99.480478437</c:v>
                </c:pt>
                <c:pt idx="303">
                  <c:v>99.1140372264</c:v>
                </c:pt>
                <c:pt idx="304">
                  <c:v>98.7474027522</c:v>
                </c:pt>
                <c:pt idx="305">
                  <c:v>98.3799932792</c:v>
                </c:pt>
                <c:pt idx="306">
                  <c:v>98.0119070935</c:v>
                </c:pt>
                <c:pt idx="307">
                  <c:v>97.6432297557</c:v>
                </c:pt>
                <c:pt idx="308">
                  <c:v>97.2740221106</c:v>
                </c:pt>
                <c:pt idx="309">
                  <c:v>96.9043274207</c:v>
                </c:pt>
                <c:pt idx="310">
                  <c:v>96.5341764964</c:v>
                </c:pt>
                <c:pt idx="311">
                  <c:v>96.1635913403</c:v>
                </c:pt>
                <c:pt idx="312">
                  <c:v>95.7925877194</c:v>
                </c:pt>
                <c:pt idx="313">
                  <c:v>95.4211769792</c:v>
                </c:pt>
                <c:pt idx="314">
                  <c:v>95.049367323</c:v>
                </c:pt>
                <c:pt idx="315">
                  <c:v>94.6771647146</c:v>
                </c:pt>
                <c:pt idx="316">
                  <c:v>94.9530796135</c:v>
                </c:pt>
                <c:pt idx="317">
                  <c:v>96.1371964872</c:v>
                </c:pt>
                <c:pt idx="318">
                  <c:v>97.3220769628</c:v>
                </c:pt>
                <c:pt idx="319">
                  <c:v>98.5076395126</c:v>
                </c:pt>
                <c:pt idx="320">
                  <c:v>99.6343284108</c:v>
                </c:pt>
                <c:pt idx="321">
                  <c:v>99.9505108274</c:v>
                </c:pt>
                <c:pt idx="322">
                  <c:v>99.9933021876</c:v>
                </c:pt>
                <c:pt idx="323">
                  <c:v>99.9990935262</c:v>
                </c:pt>
                <c:pt idx="324">
                  <c:v>99.9998773227</c:v>
                </c:pt>
                <c:pt idx="325">
                  <c:v>99.9999833974</c:v>
                </c:pt>
                <c:pt idx="326">
                  <c:v>99.9999977531</c:v>
                </c:pt>
                <c:pt idx="327">
                  <c:v>99.9999996959</c:v>
                </c:pt>
                <c:pt idx="328">
                  <c:v>99.9999999588</c:v>
                </c:pt>
                <c:pt idx="329">
                  <c:v>99.9999999944</c:v>
                </c:pt>
                <c:pt idx="330">
                  <c:v>99.9999999992</c:v>
                </c:pt>
                <c:pt idx="331">
                  <c:v>99.9999999999</c:v>
                </c:pt>
                <c:pt idx="332">
                  <c:v>100</c:v>
                </c:pt>
                <c:pt idx="333">
                  <c:v>100</c:v>
                </c:pt>
                <c:pt idx="334">
                  <c:v>100</c:v>
                </c:pt>
                <c:pt idx="335">
                  <c:v>100</c:v>
                </c:pt>
                <c:pt idx="336">
                  <c:v>100</c:v>
                </c:pt>
                <c:pt idx="337">
                  <c:v>100</c:v>
                </c:pt>
                <c:pt idx="338">
                  <c:v>100</c:v>
                </c:pt>
                <c:pt idx="339">
                  <c:v>100</c:v>
                </c:pt>
                <c:pt idx="340">
                  <c:v>100</c:v>
                </c:pt>
                <c:pt idx="341">
                  <c:v>100</c:v>
                </c:pt>
                <c:pt idx="342">
                  <c:v>100</c:v>
                </c:pt>
                <c:pt idx="343">
                  <c:v>100</c:v>
                </c:pt>
                <c:pt idx="344">
                  <c:v>100</c:v>
                </c:pt>
                <c:pt idx="345">
                  <c:v>100</c:v>
                </c:pt>
                <c:pt idx="346">
                  <c:v>99.8765475404</c:v>
                </c:pt>
                <c:pt idx="347">
                  <c:v>99.5066703767</c:v>
                </c:pt>
                <c:pt idx="348">
                  <c:v>99.1371302023</c:v>
                </c:pt>
                <c:pt idx="349">
                  <c:v>98.7678509298</c:v>
                </c:pt>
                <c:pt idx="350">
                  <c:v>98.398506223</c:v>
                </c:pt>
                <c:pt idx="351">
                  <c:v>98.0285154189</c:v>
                </c:pt>
                <c:pt idx="352">
                  <c:v>97.6579451021</c:v>
                </c:pt>
                <c:pt idx="353">
                  <c:v>97.2868571956</c:v>
                </c:pt>
                <c:pt idx="354">
                  <c:v>96.9152955898</c:v>
                </c:pt>
                <c:pt idx="355">
                  <c:v>96.5432914355</c:v>
                </c:pt>
                <c:pt idx="356">
                  <c:v>96.1708668748</c:v>
                </c:pt>
                <c:pt idx="357">
                  <c:v>95.7980376781</c:v>
                </c:pt>
                <c:pt idx="358">
                  <c:v>95.4248151034</c:v>
                </c:pt>
                <c:pt idx="359">
                  <c:v>95.0512072069</c:v>
                </c:pt>
                <c:pt idx="360">
                  <c:v>94.6772197683</c:v>
                </c:pt>
                <c:pt idx="361">
                  <c:v>94.8217114619</c:v>
                </c:pt>
                <c:pt idx="362">
                  <c:v>96.0041524921</c:v>
                </c:pt>
                <c:pt idx="363">
                  <c:v>97.1873665133</c:v>
                </c:pt>
                <c:pt idx="364">
                  <c:v>98.3712830124</c:v>
                </c:pt>
                <c:pt idx="365">
                  <c:v>99.5387160502</c:v>
                </c:pt>
                <c:pt idx="366">
                  <c:v>99.9375733362</c:v>
                </c:pt>
                <c:pt idx="367">
                  <c:v>99.9915518208</c:v>
                </c:pt>
                <c:pt idx="368">
                  <c:v>99.9988566335</c:v>
                </c:pt>
                <c:pt idx="369">
                  <c:v>99.9998452589</c:v>
                </c:pt>
                <c:pt idx="370">
                  <c:v>99.9999790576</c:v>
                </c:pt>
                <c:pt idx="371">
                  <c:v>99.9999971657</c:v>
                </c:pt>
                <c:pt idx="372">
                  <c:v>99.9999996164</c:v>
                </c:pt>
                <c:pt idx="373">
                  <c:v>99.9999999481</c:v>
                </c:pt>
                <c:pt idx="374">
                  <c:v>99.999999993</c:v>
                </c:pt>
                <c:pt idx="375">
                  <c:v>99.999999999</c:v>
                </c:pt>
                <c:pt idx="376">
                  <c:v>99.9999999999</c:v>
                </c:pt>
                <c:pt idx="377">
                  <c:v>100</c:v>
                </c:pt>
                <c:pt idx="378">
                  <c:v>100</c:v>
                </c:pt>
                <c:pt idx="379">
                  <c:v>100</c:v>
                </c:pt>
                <c:pt idx="380">
                  <c:v>100</c:v>
                </c:pt>
                <c:pt idx="381">
                  <c:v>100</c:v>
                </c:pt>
                <c:pt idx="382">
                  <c:v>100</c:v>
                </c:pt>
                <c:pt idx="383">
                  <c:v>100</c:v>
                </c:pt>
                <c:pt idx="384">
                  <c:v>100</c:v>
                </c:pt>
                <c:pt idx="385">
                  <c:v>100</c:v>
                </c:pt>
                <c:pt idx="386">
                  <c:v>100</c:v>
                </c:pt>
                <c:pt idx="387">
                  <c:v>100</c:v>
                </c:pt>
                <c:pt idx="388">
                  <c:v>100</c:v>
                </c:pt>
                <c:pt idx="389">
                  <c:v>100</c:v>
                </c:pt>
                <c:pt idx="390">
                  <c:v>100</c:v>
                </c:pt>
                <c:pt idx="391">
                  <c:v>99.9068545285</c:v>
                </c:pt>
                <c:pt idx="392">
                  <c:v>99.5348123688</c:v>
                </c:pt>
                <c:pt idx="393">
                  <c:v>99.1632022472</c:v>
                </c:pt>
                <c:pt idx="394">
                  <c:v>98.7919214809</c:v>
                </c:pt>
                <c:pt idx="395">
                  <c:v>98.420920907</c:v>
                </c:pt>
                <c:pt idx="396">
                  <c:v>98.049565501</c:v>
                </c:pt>
                <c:pt idx="397">
                  <c:v>97.6776394784</c:v>
                </c:pt>
                <c:pt idx="398">
                  <c:v>97.3052026559</c:v>
                </c:pt>
                <c:pt idx="399">
                  <c:v>96.9322997609</c:v>
                </c:pt>
                <c:pt idx="400">
                  <c:v>96.5589624862</c:v>
                </c:pt>
                <c:pt idx="401">
                  <c:v>96.185213293</c:v>
                </c:pt>
                <c:pt idx="402">
                  <c:v>95.811068117</c:v>
                </c:pt>
                <c:pt idx="403">
                  <c:v>95.4365382755</c:v>
                </c:pt>
                <c:pt idx="404">
                  <c:v>95.0616318134</c:v>
                </c:pt>
                <c:pt idx="405">
                  <c:v>94.6863544517</c:v>
                </c:pt>
                <c:pt idx="406">
                  <c:v>94.6998774654</c:v>
                </c:pt>
                <c:pt idx="407">
                  <c:v>95.8810837487</c:v>
                </c:pt>
                <c:pt idx="408">
                  <c:v>97.0630650434</c:v>
                </c:pt>
                <c:pt idx="409">
                  <c:v>98.2457653746</c:v>
                </c:pt>
                <c:pt idx="410">
                  <c:v>99.4287351158</c:v>
                </c:pt>
                <c:pt idx="411">
                  <c:v>99.9226850408</c:v>
                </c:pt>
                <c:pt idx="412">
                  <c:v>99.9895359081</c:v>
                </c:pt>
                <c:pt idx="413">
                  <c:v>99.998583752</c:v>
                </c:pt>
                <c:pt idx="414">
                  <c:v>99.9998083199</c:v>
                </c:pt>
                <c:pt idx="415">
                  <c:v>99.9999740573</c:v>
                </c:pt>
                <c:pt idx="416">
                  <c:v>99.9999964889</c:v>
                </c:pt>
                <c:pt idx="417">
                  <c:v>99.9999995248</c:v>
                </c:pt>
                <c:pt idx="418">
                  <c:v>99.9999999357</c:v>
                </c:pt>
                <c:pt idx="419">
                  <c:v>99.9999999913</c:v>
                </c:pt>
                <c:pt idx="420">
                  <c:v>99.9999999988</c:v>
                </c:pt>
                <c:pt idx="421">
                  <c:v>99.9999999998</c:v>
                </c:pt>
                <c:pt idx="422">
                  <c:v>100</c:v>
                </c:pt>
                <c:pt idx="423">
                  <c:v>100</c:v>
                </c:pt>
                <c:pt idx="424">
                  <c:v>100</c:v>
                </c:pt>
                <c:pt idx="425">
                  <c:v>100</c:v>
                </c:pt>
                <c:pt idx="426">
                  <c:v>100</c:v>
                </c:pt>
                <c:pt idx="427">
                  <c:v>100</c:v>
                </c:pt>
                <c:pt idx="428">
                  <c:v>100</c:v>
                </c:pt>
                <c:pt idx="429">
                  <c:v>100</c:v>
                </c:pt>
                <c:pt idx="430">
                  <c:v>100</c:v>
                </c:pt>
                <c:pt idx="431">
                  <c:v>100</c:v>
                </c:pt>
                <c:pt idx="432">
                  <c:v>100</c:v>
                </c:pt>
                <c:pt idx="433">
                  <c:v>100</c:v>
                </c:pt>
                <c:pt idx="434">
                  <c:v>100</c:v>
                </c:pt>
                <c:pt idx="435">
                  <c:v>100</c:v>
                </c:pt>
                <c:pt idx="436">
                  <c:v>99.9376352458</c:v>
                </c:pt>
                <c:pt idx="437">
                  <c:v>99.5640217658</c:v>
                </c:pt>
                <c:pt idx="438">
                  <c:v>99.1909129142</c:v>
                </c:pt>
                <c:pt idx="439">
                  <c:v>98.818178032</c:v>
                </c:pt>
                <c:pt idx="440">
                  <c:v>98.445782266</c:v>
                </c:pt>
                <c:pt idx="441">
                  <c:v>98.0734107249</c:v>
                </c:pt>
                <c:pt idx="442">
                  <c:v>97.7004892854</c:v>
                </c:pt>
                <c:pt idx="443">
                  <c:v>97.3270603246</c:v>
                </c:pt>
                <c:pt idx="444">
                  <c:v>96.953169644</c:v>
                </c:pt>
                <c:pt idx="445">
                  <c:v>96.5788496036</c:v>
                </c:pt>
                <c:pt idx="446">
                  <c:v>96.2041230938</c:v>
                </c:pt>
                <c:pt idx="447">
                  <c:v>95.8290063118</c:v>
                </c:pt>
                <c:pt idx="448">
                  <c:v>95.453510721</c:v>
                </c:pt>
                <c:pt idx="449">
                  <c:v>95.0776444332</c:v>
                </c:pt>
                <c:pt idx="450">
                  <c:v>94.7014131823</c:v>
                </c:pt>
                <c:pt idx="451">
                  <c:v>94.5842787656</c:v>
                </c:pt>
                <c:pt idx="452">
                  <c:v>95.7645524978</c:v>
                </c:pt>
                <c:pt idx="453">
                  <c:v>96.9455967442</c:v>
                </c:pt>
                <c:pt idx="454">
                  <c:v>98.1273743291</c:v>
                </c:pt>
                <c:pt idx="455">
                  <c:v>99.3097788807</c:v>
                </c:pt>
                <c:pt idx="456">
                  <c:v>99.9054078713</c:v>
                </c:pt>
                <c:pt idx="457">
                  <c:v>99.9871984562</c:v>
                </c:pt>
                <c:pt idx="458">
                  <c:v>99.9982668891</c:v>
                </c:pt>
                <c:pt idx="459">
                  <c:v>99.9997654216</c:v>
                </c:pt>
                <c:pt idx="460">
                  <c:v>99.9999686009</c:v>
                </c:pt>
                <c:pt idx="461">
                  <c:v>99.9999957176</c:v>
                </c:pt>
                <c:pt idx="462">
                  <c:v>99.9999994998</c:v>
                </c:pt>
                <c:pt idx="463">
                  <c:v>99.9999999496</c:v>
                </c:pt>
                <c:pt idx="464">
                  <c:v>100.000000121</c:v>
                </c:pt>
                <c:pt idx="465">
                  <c:v>100.000000084</c:v>
                </c:pt>
                <c:pt idx="466">
                  <c:v>100.000000084</c:v>
                </c:pt>
                <c:pt idx="467">
                  <c:v>100.000000084</c:v>
                </c:pt>
                <c:pt idx="468">
                  <c:v>100.000000084</c:v>
                </c:pt>
                <c:pt idx="469">
                  <c:v>100.000000084</c:v>
                </c:pt>
                <c:pt idx="470">
                  <c:v>100.000000084</c:v>
                </c:pt>
                <c:pt idx="471">
                  <c:v>100.000000084</c:v>
                </c:pt>
                <c:pt idx="472">
                  <c:v>100.000000084</c:v>
                </c:pt>
                <c:pt idx="473">
                  <c:v>100.000000084</c:v>
                </c:pt>
                <c:pt idx="474">
                  <c:v>100.000000084</c:v>
                </c:pt>
                <c:pt idx="475">
                  <c:v>100.000000084</c:v>
                </c:pt>
                <c:pt idx="476">
                  <c:v>100.000000084</c:v>
                </c:pt>
                <c:pt idx="477">
                  <c:v>100.000000084</c:v>
                </c:pt>
                <c:pt idx="478">
                  <c:v>100.000000084</c:v>
                </c:pt>
                <c:pt idx="479">
                  <c:v>100.000000084</c:v>
                </c:pt>
                <c:pt idx="480">
                  <c:v>100.000000084</c:v>
                </c:pt>
                <c:pt idx="481">
                  <c:v>99.9687168253</c:v>
                </c:pt>
                <c:pt idx="482">
                  <c:v>99.5939154918</c:v>
                </c:pt>
                <c:pt idx="483">
                  <c:v>99.2196833919</c:v>
                </c:pt>
                <c:pt idx="484">
                  <c:v>98.8458577413</c:v>
                </c:pt>
                <c:pt idx="485">
                  <c:v>98.4724000019</c:v>
                </c:pt>
                <c:pt idx="486">
                  <c:v>98.0991728725</c:v>
                </c:pt>
                <c:pt idx="487">
                  <c:v>97.7255118719</c:v>
                </c:pt>
                <c:pt idx="488">
                  <c:v>97.3513454014</c:v>
                </c:pt>
                <c:pt idx="489">
                  <c:v>96.9767192424</c:v>
                </c:pt>
                <c:pt idx="490">
                  <c:v>96.601666745</c:v>
                </c:pt>
                <c:pt idx="491">
                  <c:v>96.2262114848</c:v>
                </c:pt>
                <c:pt idx="492">
                  <c:v>95.8503695855</c:v>
                </c:pt>
                <c:pt idx="493">
                  <c:v>95.474153056</c:v>
                </c:pt>
                <c:pt idx="494">
                  <c:v>95.097569976</c:v>
                </c:pt>
                <c:pt idx="495">
                  <c:v>94.7206261521</c:v>
                </c:pt>
                <c:pt idx="496">
                  <c:v>94.4730595456</c:v>
                </c:pt>
                <c:pt idx="497">
                  <c:v>95.6526203468</c:v>
                </c:pt>
                <c:pt idx="498">
                  <c:v>96.8329403956</c:v>
                </c:pt>
                <c:pt idx="499">
                  <c:v>98.0140065402</c:v>
                </c:pt>
                <c:pt idx="500">
                  <c:v>99.1957112932</c:v>
                </c:pt>
                <c:pt idx="501">
                  <c:v>99.8852581786</c:v>
                </c:pt>
                <c:pt idx="502">
                  <c:v>99.9844717143</c:v>
                </c:pt>
                <c:pt idx="503">
                  <c:v>99.9978997373</c:v>
                </c:pt>
                <c:pt idx="504">
                  <c:v>99.9997160268</c:v>
                </c:pt>
                <c:pt idx="505">
                  <c:v>99.9999619401</c:v>
                </c:pt>
                <c:pt idx="506">
                  <c:v>99.9999954634</c:v>
                </c:pt>
                <c:pt idx="507">
                  <c:v>100.000001164</c:v>
                </c:pt>
                <c:pt idx="508">
                  <c:v>99.9999992734</c:v>
                </c:pt>
                <c:pt idx="509">
                  <c:v>100.000000093</c:v>
                </c:pt>
                <c:pt idx="510">
                  <c:v>99.9999999914</c:v>
                </c:pt>
                <c:pt idx="511">
                  <c:v>99.9999999988</c:v>
                </c:pt>
                <c:pt idx="512">
                  <c:v>100.000000003</c:v>
                </c:pt>
                <c:pt idx="513">
                  <c:v>100.000000005</c:v>
                </c:pt>
                <c:pt idx="514">
                  <c:v>100.000000005</c:v>
                </c:pt>
                <c:pt idx="515">
                  <c:v>100.000000005</c:v>
                </c:pt>
                <c:pt idx="516">
                  <c:v>100.000000005</c:v>
                </c:pt>
                <c:pt idx="517">
                  <c:v>100.000000005</c:v>
                </c:pt>
                <c:pt idx="518">
                  <c:v>100.000000005</c:v>
                </c:pt>
                <c:pt idx="519">
                  <c:v>100.000000005</c:v>
                </c:pt>
                <c:pt idx="520">
                  <c:v>100.000000005</c:v>
                </c:pt>
                <c:pt idx="521">
                  <c:v>100.000000005</c:v>
                </c:pt>
                <c:pt idx="522">
                  <c:v>100.000000005</c:v>
                </c:pt>
                <c:pt idx="523">
                  <c:v>100.000000005</c:v>
                </c:pt>
                <c:pt idx="524">
                  <c:v>100.000000005</c:v>
                </c:pt>
                <c:pt idx="525">
                  <c:v>100.000000005</c:v>
                </c:pt>
                <c:pt idx="526">
                  <c:v>100.000000005</c:v>
                </c:pt>
                <c:pt idx="527">
                  <c:v>99.6242790531</c:v>
                </c:pt>
                <c:pt idx="528">
                  <c:v>99.2491907602</c:v>
                </c:pt>
                <c:pt idx="529">
                  <c:v>98.8745340771</c:v>
                </c:pt>
                <c:pt idx="530">
                  <c:v>98.5002670985</c:v>
                </c:pt>
                <c:pt idx="531">
                  <c:v>98.1263271922</c:v>
                </c:pt>
                <c:pt idx="532">
                  <c:v>97.7521166869</c:v>
                </c:pt>
                <c:pt idx="533">
                  <c:v>97.3773998817</c:v>
                </c:pt>
                <c:pt idx="534">
                  <c:v>97.0022244373</c:v>
                </c:pt>
                <c:pt idx="535">
                  <c:v>96.626624305</c:v>
                </c:pt>
                <c:pt idx="536">
                  <c:v>96.2506234364</c:v>
                </c:pt>
                <c:pt idx="537">
                  <c:v>95.8742387259</c:v>
                </c:pt>
                <c:pt idx="538">
                  <c:v>95.4974820804</c:v>
                </c:pt>
                <c:pt idx="539">
                  <c:v>95.1203618782</c:v>
                </c:pt>
                <c:pt idx="540">
                  <c:v>94.7428839988</c:v>
                </c:pt>
                <c:pt idx="541">
                  <c:v>94.3650525488</c:v>
                </c:pt>
                <c:pt idx="542">
                  <c:v>95.5440655983</c:v>
                </c:pt>
                <c:pt idx="543">
                  <c:v>96.723818996</c:v>
                </c:pt>
                <c:pt idx="544">
                  <c:v>97.9043300099</c:v>
                </c:pt>
                <c:pt idx="545">
                  <c:v>99.0854905678</c:v>
                </c:pt>
                <c:pt idx="546">
                  <c:v>99.8617030594</c:v>
                </c:pt>
                <c:pt idx="547">
                  <c:v>99.9812846314</c:v>
                </c:pt>
                <c:pt idx="548">
                  <c:v>99.9974676275</c:v>
                </c:pt>
                <c:pt idx="549">
                  <c:v>99.999657246</c:v>
                </c:pt>
                <c:pt idx="550">
                  <c:v>99.9999536086</c:v>
                </c:pt>
                <c:pt idx="551">
                  <c:v>99.999993721</c:v>
                </c:pt>
                <c:pt idx="552">
                  <c:v>99.9999991501</c:v>
                </c:pt>
                <c:pt idx="553">
                  <c:v>99.999999885</c:v>
                </c:pt>
                <c:pt idx="554">
                  <c:v>99.9999999844</c:v>
                </c:pt>
                <c:pt idx="555">
                  <c:v>99.9999999979</c:v>
                </c:pt>
                <c:pt idx="556">
                  <c:v>99.9999999997</c:v>
                </c:pt>
                <c:pt idx="557">
                  <c:v>100</c:v>
                </c:pt>
                <c:pt idx="558">
                  <c:v>100</c:v>
                </c:pt>
                <c:pt idx="559">
                  <c:v>100</c:v>
                </c:pt>
                <c:pt idx="560">
                  <c:v>100</c:v>
                </c:pt>
                <c:pt idx="561">
                  <c:v>100</c:v>
                </c:pt>
                <c:pt idx="562">
                  <c:v>100</c:v>
                </c:pt>
                <c:pt idx="563">
                  <c:v>100</c:v>
                </c:pt>
                <c:pt idx="564">
                  <c:v>100</c:v>
                </c:pt>
                <c:pt idx="565">
                  <c:v>100</c:v>
                </c:pt>
                <c:pt idx="566">
                  <c:v>100</c:v>
                </c:pt>
                <c:pt idx="567">
                  <c:v>100</c:v>
                </c:pt>
                <c:pt idx="568">
                  <c:v>100</c:v>
                </c:pt>
                <c:pt idx="569">
                  <c:v>100</c:v>
                </c:pt>
                <c:pt idx="570">
                  <c:v>100</c:v>
                </c:pt>
                <c:pt idx="571">
                  <c:v>100</c:v>
                </c:pt>
                <c:pt idx="572">
                  <c:v>99.654974112</c:v>
                </c:pt>
                <c:pt idx="573">
                  <c:v>99.2792253536</c:v>
                </c:pt>
                <c:pt idx="574">
                  <c:v>98.9039287187</c:v>
                </c:pt>
                <c:pt idx="575">
                  <c:v>98.5290388204</c:v>
                </c:pt>
                <c:pt idx="576">
                  <c:v>98.1545079858</c:v>
                </c:pt>
                <c:pt idx="577">
                  <c:v>97.7798891298</c:v>
                </c:pt>
                <c:pt idx="578">
                  <c:v>97.4047627047</c:v>
                </c:pt>
                <c:pt idx="579">
                  <c:v>97.0291773573</c:v>
                </c:pt>
                <c:pt idx="580">
                  <c:v>96.6531679285</c:v>
                </c:pt>
                <c:pt idx="581">
                  <c:v>96.2767589773</c:v>
                </c:pt>
                <c:pt idx="582">
                  <c:v>95.8999678105</c:v>
                </c:pt>
                <c:pt idx="583">
                  <c:v>95.5228066096</c:v>
                </c:pt>
                <c:pt idx="584">
                  <c:v>95.1452839325</c:v>
                </c:pt>
                <c:pt idx="585">
                  <c:v>94.7674057712</c:v>
                </c:pt>
                <c:pt idx="586">
                  <c:v>94.3891762989</c:v>
                </c:pt>
                <c:pt idx="587">
                  <c:v>95.4380270483</c:v>
                </c:pt>
                <c:pt idx="588">
                  <c:v>96.6173319725</c:v>
                </c:pt>
                <c:pt idx="589">
                  <c:v>97.7974049271</c:v>
                </c:pt>
                <c:pt idx="590">
                  <c:v>98.9781379031</c:v>
                </c:pt>
                <c:pt idx="591">
                  <c:v>99.834099634</c:v>
                </c:pt>
                <c:pt idx="592">
                  <c:v>99.9775482357</c:v>
                </c:pt>
                <c:pt idx="593">
                  <c:v>99.9969603072</c:v>
                </c:pt>
                <c:pt idx="594">
                  <c:v>99.9995886495</c:v>
                </c:pt>
                <c:pt idx="595">
                  <c:v>99.9999435043</c:v>
                </c:pt>
                <c:pt idx="596">
                  <c:v>99.999992362</c:v>
                </c:pt>
                <c:pt idx="597">
                  <c:v>99.9999987716</c:v>
                </c:pt>
                <c:pt idx="598">
                  <c:v>100.000000013</c:v>
                </c:pt>
                <c:pt idx="599">
                  <c:v>100.000000074</c:v>
                </c:pt>
                <c:pt idx="600">
                  <c:v>100.000000074</c:v>
                </c:pt>
                <c:pt idx="601">
                  <c:v>100.000000074</c:v>
                </c:pt>
                <c:pt idx="602">
                  <c:v>100.000000074</c:v>
                </c:pt>
                <c:pt idx="603">
                  <c:v>100.000000074</c:v>
                </c:pt>
                <c:pt idx="604">
                  <c:v>100.000000074</c:v>
                </c:pt>
                <c:pt idx="605">
                  <c:v>100.000000074</c:v>
                </c:pt>
                <c:pt idx="606">
                  <c:v>100.000000074</c:v>
                </c:pt>
                <c:pt idx="607">
                  <c:v>100.000000074</c:v>
                </c:pt>
                <c:pt idx="608">
                  <c:v>100.000000074</c:v>
                </c:pt>
                <c:pt idx="609">
                  <c:v>100.000000074</c:v>
                </c:pt>
                <c:pt idx="610">
                  <c:v>100.000000074</c:v>
                </c:pt>
                <c:pt idx="611">
                  <c:v>100.000000074</c:v>
                </c:pt>
                <c:pt idx="612">
                  <c:v>100.000000074</c:v>
                </c:pt>
                <c:pt idx="613">
                  <c:v>100.000000074</c:v>
                </c:pt>
                <c:pt idx="614">
                  <c:v>100.000000074</c:v>
                </c:pt>
                <c:pt idx="615">
                  <c:v>100.000000074</c:v>
                </c:pt>
                <c:pt idx="616">
                  <c:v>100.000000074</c:v>
                </c:pt>
                <c:pt idx="617">
                  <c:v>99.6859062299</c:v>
                </c:pt>
                <c:pt idx="618">
                  <c:v>99.3096426495</c:v>
                </c:pt>
                <c:pt idx="619">
                  <c:v>98.9338487716</c:v>
                </c:pt>
                <c:pt idx="620">
                  <c:v>98.5584752805</c:v>
                </c:pt>
                <c:pt idx="621">
                  <c:v>98.1834745767</c:v>
                </c:pt>
                <c:pt idx="622">
                  <c:v>97.8085342761</c:v>
                </c:pt>
                <c:pt idx="623">
                  <c:v>97.43310438</c:v>
                </c:pt>
                <c:pt idx="624">
                  <c:v>97.0572144026</c:v>
                </c:pt>
                <c:pt idx="625">
                  <c:v>96.6809001487</c:v>
                </c:pt>
                <c:pt idx="626">
                  <c:v>96.3041868468</c:v>
                </c:pt>
                <c:pt idx="627">
                  <c:v>95.927092246</c:v>
                </c:pt>
                <c:pt idx="628">
                  <c:v>95.5496288306</c:v>
                </c:pt>
                <c:pt idx="629">
                  <c:v>95.1718053607</c:v>
                </c:pt>
                <c:pt idx="630">
                  <c:v>94.7936279609</c:v>
                </c:pt>
                <c:pt idx="631">
                  <c:v>94.415100888</c:v>
                </c:pt>
                <c:pt idx="632">
                  <c:v>95.3338821155</c:v>
                </c:pt>
                <c:pt idx="633">
                  <c:v>96.5128279026</c:v>
                </c:pt>
                <c:pt idx="634">
                  <c:v>97.6925510458</c:v>
                </c:pt>
                <c:pt idx="635">
                  <c:v>98.8729443917</c:v>
                </c:pt>
                <c:pt idx="636">
                  <c:v>99.8017069611</c:v>
                </c:pt>
                <c:pt idx="637">
                  <c:v>99.9731651157</c:v>
                </c:pt>
                <c:pt idx="638">
                  <c:v>99.9963695525</c:v>
                </c:pt>
                <c:pt idx="639">
                  <c:v>99.9995081075</c:v>
                </c:pt>
                <c:pt idx="640">
                  <c:v>99.9999333417</c:v>
                </c:pt>
                <c:pt idx="641">
                  <c:v>99.9999903005</c:v>
                </c:pt>
                <c:pt idx="642">
                  <c:v>99.9999986371</c:v>
                </c:pt>
                <c:pt idx="643">
                  <c:v>99.9999997855</c:v>
                </c:pt>
                <c:pt idx="644">
                  <c:v>100.000000039</c:v>
                </c:pt>
                <c:pt idx="645">
                  <c:v>100.000000063</c:v>
                </c:pt>
                <c:pt idx="646">
                  <c:v>100.000000062</c:v>
                </c:pt>
                <c:pt idx="647">
                  <c:v>100.000000034</c:v>
                </c:pt>
                <c:pt idx="648">
                  <c:v>100.000000105</c:v>
                </c:pt>
                <c:pt idx="649">
                  <c:v>100.000000118</c:v>
                </c:pt>
                <c:pt idx="650">
                  <c:v>100.000000126</c:v>
                </c:pt>
                <c:pt idx="651">
                  <c:v>100.000000126</c:v>
                </c:pt>
                <c:pt idx="652">
                  <c:v>100.000000124</c:v>
                </c:pt>
                <c:pt idx="653">
                  <c:v>100.000000126</c:v>
                </c:pt>
                <c:pt idx="654">
                  <c:v>100.000000126</c:v>
                </c:pt>
                <c:pt idx="655">
                  <c:v>100.000000126</c:v>
                </c:pt>
                <c:pt idx="656">
                  <c:v>100.000000125</c:v>
                </c:pt>
                <c:pt idx="657">
                  <c:v>100.000000125</c:v>
                </c:pt>
                <c:pt idx="658">
                  <c:v>100.000000125</c:v>
                </c:pt>
                <c:pt idx="659">
                  <c:v>100.000000125</c:v>
                </c:pt>
                <c:pt idx="660">
                  <c:v>100.000000125</c:v>
                </c:pt>
                <c:pt idx="661">
                  <c:v>100.000000125</c:v>
                </c:pt>
                <c:pt idx="662">
                  <c:v>99.7170091428</c:v>
                </c:pt>
                <c:pt idx="663">
                  <c:v>99.3403398567</c:v>
                </c:pt>
                <c:pt idx="664">
                  <c:v>98.9641561662</c:v>
                </c:pt>
                <c:pt idx="665">
                  <c:v>98.5884040522</c:v>
                </c:pt>
                <c:pt idx="666">
                  <c:v>98.2130361527</c:v>
                </c:pt>
                <c:pt idx="667">
                  <c:v>97.8378339538</c:v>
                </c:pt>
                <c:pt idx="668">
                  <c:v>97.4621809137</c:v>
                </c:pt>
                <c:pt idx="669">
                  <c:v>97.0860661621</c:v>
                </c:pt>
                <c:pt idx="670">
                  <c:v>96.7095263638</c:v>
                </c:pt>
                <c:pt idx="671">
                  <c:v>96.3325874156</c:v>
                </c:pt>
                <c:pt idx="672">
                  <c:v>95.9552675451</c:v>
                </c:pt>
                <c:pt idx="673">
                  <c:v>95.5775795627</c:v>
                </c:pt>
                <c:pt idx="674">
                  <c:v>95.1995324503</c:v>
                </c:pt>
                <c:pt idx="675">
                  <c:v>94.821132481</c:v>
                </c:pt>
                <c:pt idx="676">
                  <c:v>94.4423840093</c:v>
                </c:pt>
                <c:pt idx="677">
                  <c:v>95.2311684952</c:v>
                </c:pt>
                <c:pt idx="678">
                  <c:v>96.4098230866</c:v>
                </c:pt>
                <c:pt idx="679">
                  <c:v>97.5892631976</c:v>
                </c:pt>
                <c:pt idx="680">
                  <c:v>98.7693835066</c:v>
                </c:pt>
                <c:pt idx="681">
                  <c:v>99.763634389</c:v>
                </c:pt>
                <c:pt idx="682">
                  <c:v>99.9680133471</c:v>
                </c:pt>
                <c:pt idx="683">
                  <c:v>99.9956710207</c:v>
                </c:pt>
                <c:pt idx="684">
                  <c:v>99.9994140997</c:v>
                </c:pt>
                <c:pt idx="685">
                  <c:v>99.9999207021</c:v>
                </c:pt>
                <c:pt idx="686">
                  <c:v>99.9999892675</c:v>
                </c:pt>
                <c:pt idx="687">
                  <c:v>99.9999985474</c:v>
                </c:pt>
                <c:pt idx="688">
                  <c:v>99.9999998034</c:v>
                </c:pt>
                <c:pt idx="689">
                  <c:v>99.9999999734</c:v>
                </c:pt>
                <c:pt idx="690">
                  <c:v>99.9999999964</c:v>
                </c:pt>
                <c:pt idx="691">
                  <c:v>99.9999999995</c:v>
                </c:pt>
                <c:pt idx="692">
                  <c:v>99.9999999999</c:v>
                </c:pt>
                <c:pt idx="693">
                  <c:v>100</c:v>
                </c:pt>
                <c:pt idx="694">
                  <c:v>100</c:v>
                </c:pt>
                <c:pt idx="695">
                  <c:v>100</c:v>
                </c:pt>
                <c:pt idx="696">
                  <c:v>100</c:v>
                </c:pt>
                <c:pt idx="697">
                  <c:v>100</c:v>
                </c:pt>
                <c:pt idx="698">
                  <c:v>100</c:v>
                </c:pt>
                <c:pt idx="699">
                  <c:v>100</c:v>
                </c:pt>
                <c:pt idx="700">
                  <c:v>100</c:v>
                </c:pt>
                <c:pt idx="701">
                  <c:v>100</c:v>
                </c:pt>
                <c:pt idx="702">
                  <c:v>100</c:v>
                </c:pt>
                <c:pt idx="703">
                  <c:v>100</c:v>
                </c:pt>
                <c:pt idx="704">
                  <c:v>100</c:v>
                </c:pt>
                <c:pt idx="705">
                  <c:v>100</c:v>
                </c:pt>
                <c:pt idx="706">
                  <c:v>100</c:v>
                </c:pt>
                <c:pt idx="707">
                  <c:v>99.7482358865</c:v>
                </c:pt>
                <c:pt idx="708">
                  <c:v>99.371242908</c:v>
                </c:pt>
                <c:pt idx="709">
                  <c:v>98.9947507158</c:v>
                </c:pt>
                <c:pt idx="710">
                  <c:v>98.6186994818</c:v>
                </c:pt>
                <c:pt idx="711">
                  <c:v>98.2430422043</c:v>
                </c:pt>
                <c:pt idx="712">
                  <c:v>97.8676256299</c:v>
                </c:pt>
                <c:pt idx="713">
                  <c:v>97.4918111241</c:v>
                </c:pt>
                <c:pt idx="714">
                  <c:v>97.1155324704</c:v>
                </c:pt>
                <c:pt idx="715">
                  <c:v>96.7388275089</c:v>
                </c:pt>
                <c:pt idx="716">
                  <c:v>96.3617228546</c:v>
                </c:pt>
                <c:pt idx="717">
                  <c:v>95.9842372367</c:v>
                </c:pt>
                <c:pt idx="718">
                  <c:v>95.6063838132</c:v>
                </c:pt>
                <c:pt idx="719">
                  <c:v>95.2281718045</c:v>
                </c:pt>
                <c:pt idx="720">
                  <c:v>94.8496076462</c:v>
                </c:pt>
                <c:pt idx="721">
                  <c:v>94.470695802</c:v>
                </c:pt>
                <c:pt idx="722">
                  <c:v>94.3443151519</c:v>
                </c:pt>
              </c:numCache>
            </c:numRef>
          </c:yVal>
        </c:ser>
        <c:ser>
          <c:idx val="1"/>
          <c:order val="1"/>
          <c:tx>
            <c:v>Bypass control</c:v>
          </c:tx>
          <c:spPr>
            <a:ln xmlns:a="http://schemas.openxmlformats.org/drawingml/2006/main" w="23813">
              <a:solidFill>
                <a:srgbClr val="087F95"/>
              </a:solidFill>
            </a:ln>
          </c:spPr>
          <c:marker>
            <c:symbol val="none"/>
          </c:marker>
          <c:xVal>
            <c:numRef>
              <c:f>'Chart Data'!$C$2:$C$724</c:f>
              <c:numCache>
                <c:formatCode>General</c:formatCode>
                <c:ptCount val="723"/>
                <c:pt idx="0">
                  <c:v>0</c:v>
                </c:pt>
                <c:pt idx="1">
                  <c:v>0.0333333333333</c:v>
                </c:pt>
                <c:pt idx="2">
                  <c:v>0.0666666666667</c:v>
                </c:pt>
                <c:pt idx="3">
                  <c:v>0.1</c:v>
                </c:pt>
                <c:pt idx="4">
                  <c:v>0.133333333333</c:v>
                </c:pt>
                <c:pt idx="5">
                  <c:v>0.166666666667</c:v>
                </c:pt>
                <c:pt idx="6">
                  <c:v>0.2</c:v>
                </c:pt>
                <c:pt idx="7">
                  <c:v>0.233333333333</c:v>
                </c:pt>
                <c:pt idx="8">
                  <c:v>0.266666666667</c:v>
                </c:pt>
                <c:pt idx="9">
                  <c:v>0.3</c:v>
                </c:pt>
                <c:pt idx="10">
                  <c:v>0.333333333333</c:v>
                </c:pt>
                <c:pt idx="11">
                  <c:v>0.366666666667</c:v>
                </c:pt>
                <c:pt idx="12">
                  <c:v>0.4</c:v>
                </c:pt>
                <c:pt idx="13">
                  <c:v>0.433333333333</c:v>
                </c:pt>
                <c:pt idx="14">
                  <c:v>0.466666666667</c:v>
                </c:pt>
                <c:pt idx="15">
                  <c:v>0.5</c:v>
                </c:pt>
                <c:pt idx="16">
                  <c:v>0.533333333333</c:v>
                </c:pt>
                <c:pt idx="17">
                  <c:v>0.566666666667</c:v>
                </c:pt>
                <c:pt idx="18">
                  <c:v>0.6</c:v>
                </c:pt>
                <c:pt idx="19">
                  <c:v>0.633333333333</c:v>
                </c:pt>
                <c:pt idx="20">
                  <c:v>0.666666666667</c:v>
                </c:pt>
                <c:pt idx="21">
                  <c:v>0.7</c:v>
                </c:pt>
                <c:pt idx="22">
                  <c:v>0.733333333333</c:v>
                </c:pt>
                <c:pt idx="23">
                  <c:v>0.766666666667</c:v>
                </c:pt>
                <c:pt idx="24">
                  <c:v>0.8</c:v>
                </c:pt>
                <c:pt idx="25">
                  <c:v>0.833333333333</c:v>
                </c:pt>
                <c:pt idx="26">
                  <c:v>0.866666666667</c:v>
                </c:pt>
                <c:pt idx="27">
                  <c:v>0.9</c:v>
                </c:pt>
                <c:pt idx="28">
                  <c:v>0.933333333333</c:v>
                </c:pt>
                <c:pt idx="29">
                  <c:v>0.966666666667</c:v>
                </c:pt>
                <c:pt idx="30">
                  <c:v>1</c:v>
                </c:pt>
                <c:pt idx="31">
                  <c:v>1.03055555556</c:v>
                </c:pt>
                <c:pt idx="32">
                  <c:v>1.06388888889</c:v>
                </c:pt>
                <c:pt idx="33">
                  <c:v>1.09722222222</c:v>
                </c:pt>
                <c:pt idx="34">
                  <c:v>1.13055555556</c:v>
                </c:pt>
                <c:pt idx="35">
                  <c:v>1.16388888889</c:v>
                </c:pt>
                <c:pt idx="36">
                  <c:v>1.19722222222</c:v>
                </c:pt>
                <c:pt idx="37">
                  <c:v>1.23055555556</c:v>
                </c:pt>
                <c:pt idx="38">
                  <c:v>1.26388888889</c:v>
                </c:pt>
                <c:pt idx="39">
                  <c:v>1.29722222222</c:v>
                </c:pt>
                <c:pt idx="40">
                  <c:v>1.33055555556</c:v>
                </c:pt>
                <c:pt idx="41">
                  <c:v>1.36388888889</c:v>
                </c:pt>
                <c:pt idx="42">
                  <c:v>1.39722222222</c:v>
                </c:pt>
                <c:pt idx="43">
                  <c:v>1.43055555556</c:v>
                </c:pt>
                <c:pt idx="44">
                  <c:v>1.46388888889</c:v>
                </c:pt>
                <c:pt idx="45">
                  <c:v>1.49722222222</c:v>
                </c:pt>
                <c:pt idx="46">
                  <c:v>1.53055555556</c:v>
                </c:pt>
                <c:pt idx="47">
                  <c:v>1.56388888889</c:v>
                </c:pt>
                <c:pt idx="48">
                  <c:v>1.59722222222</c:v>
                </c:pt>
                <c:pt idx="49">
                  <c:v>1.63055555556</c:v>
                </c:pt>
                <c:pt idx="50">
                  <c:v>1.66388888889</c:v>
                </c:pt>
                <c:pt idx="51">
                  <c:v>1.69722222222</c:v>
                </c:pt>
                <c:pt idx="52">
                  <c:v>1.73055555556</c:v>
                </c:pt>
                <c:pt idx="53">
                  <c:v>1.76388888889</c:v>
                </c:pt>
                <c:pt idx="54">
                  <c:v>1.79722222222</c:v>
                </c:pt>
                <c:pt idx="55">
                  <c:v>1.83055555556</c:v>
                </c:pt>
                <c:pt idx="56">
                  <c:v>1.86388888889</c:v>
                </c:pt>
                <c:pt idx="57">
                  <c:v>1.89722222222</c:v>
                </c:pt>
                <c:pt idx="58">
                  <c:v>1.93055555556</c:v>
                </c:pt>
                <c:pt idx="59">
                  <c:v>1.96388888889</c:v>
                </c:pt>
                <c:pt idx="60">
                  <c:v>1.99722222222</c:v>
                </c:pt>
                <c:pt idx="61">
                  <c:v>2.03055555556</c:v>
                </c:pt>
                <c:pt idx="62">
                  <c:v>2.06388888889</c:v>
                </c:pt>
                <c:pt idx="63">
                  <c:v>2.09722222222</c:v>
                </c:pt>
                <c:pt idx="64">
                  <c:v>2.13055555556</c:v>
                </c:pt>
                <c:pt idx="65">
                  <c:v>2.16388888889</c:v>
                </c:pt>
                <c:pt idx="66">
                  <c:v>2.19722222222</c:v>
                </c:pt>
                <c:pt idx="67">
                  <c:v>2.23055555556</c:v>
                </c:pt>
                <c:pt idx="68">
                  <c:v>2.26388888889</c:v>
                </c:pt>
                <c:pt idx="69">
                  <c:v>2.29722222222</c:v>
                </c:pt>
                <c:pt idx="70">
                  <c:v>2.33055555556</c:v>
                </c:pt>
                <c:pt idx="71">
                  <c:v>2.36388888889</c:v>
                </c:pt>
                <c:pt idx="72">
                  <c:v>2.39722222222</c:v>
                </c:pt>
                <c:pt idx="73">
                  <c:v>2.43055555556</c:v>
                </c:pt>
                <c:pt idx="74">
                  <c:v>2.46388888889</c:v>
                </c:pt>
                <c:pt idx="75">
                  <c:v>2.49722222222</c:v>
                </c:pt>
                <c:pt idx="76">
                  <c:v>2.52777777778</c:v>
                </c:pt>
                <c:pt idx="77">
                  <c:v>2.56111111111</c:v>
                </c:pt>
                <c:pt idx="78">
                  <c:v>2.59444444444</c:v>
                </c:pt>
                <c:pt idx="79">
                  <c:v>2.62777777778</c:v>
                </c:pt>
                <c:pt idx="80">
                  <c:v>2.66111111111</c:v>
                </c:pt>
                <c:pt idx="81">
                  <c:v>2.69444444444</c:v>
                </c:pt>
                <c:pt idx="82">
                  <c:v>2.72777777778</c:v>
                </c:pt>
                <c:pt idx="83">
                  <c:v>2.76111111111</c:v>
                </c:pt>
                <c:pt idx="84">
                  <c:v>2.79444444444</c:v>
                </c:pt>
                <c:pt idx="85">
                  <c:v>2.82777777778</c:v>
                </c:pt>
                <c:pt idx="86">
                  <c:v>2.86111111111</c:v>
                </c:pt>
                <c:pt idx="87">
                  <c:v>2.89444444444</c:v>
                </c:pt>
                <c:pt idx="88">
                  <c:v>2.92777777778</c:v>
                </c:pt>
                <c:pt idx="89">
                  <c:v>2.96111111111</c:v>
                </c:pt>
                <c:pt idx="90">
                  <c:v>2.99444444444</c:v>
                </c:pt>
                <c:pt idx="91">
                  <c:v>3.02777777778</c:v>
                </c:pt>
                <c:pt idx="92">
                  <c:v>3.06111111111</c:v>
                </c:pt>
                <c:pt idx="93">
                  <c:v>3.09444444444</c:v>
                </c:pt>
                <c:pt idx="94">
                  <c:v>3.12777777778</c:v>
                </c:pt>
                <c:pt idx="95">
                  <c:v>3.16111111111</c:v>
                </c:pt>
                <c:pt idx="96">
                  <c:v>3.19444444444</c:v>
                </c:pt>
                <c:pt idx="97">
                  <c:v>3.22777777778</c:v>
                </c:pt>
                <c:pt idx="98">
                  <c:v>3.26111111111</c:v>
                </c:pt>
                <c:pt idx="99">
                  <c:v>3.29444444444</c:v>
                </c:pt>
                <c:pt idx="100">
                  <c:v>3.32777777778</c:v>
                </c:pt>
                <c:pt idx="101">
                  <c:v>3.36111111111</c:v>
                </c:pt>
                <c:pt idx="102">
                  <c:v>3.39444444444</c:v>
                </c:pt>
                <c:pt idx="103">
                  <c:v>3.42777777778</c:v>
                </c:pt>
                <c:pt idx="104">
                  <c:v>3.46111111111</c:v>
                </c:pt>
                <c:pt idx="105">
                  <c:v>3.49444444444</c:v>
                </c:pt>
                <c:pt idx="106">
                  <c:v>3.52777777778</c:v>
                </c:pt>
                <c:pt idx="107">
                  <c:v>3.56111111111</c:v>
                </c:pt>
                <c:pt idx="108">
                  <c:v>3.59444444444</c:v>
                </c:pt>
                <c:pt idx="109">
                  <c:v>3.62777777778</c:v>
                </c:pt>
                <c:pt idx="110">
                  <c:v>3.66111111111</c:v>
                </c:pt>
                <c:pt idx="111">
                  <c:v>3.69444444444</c:v>
                </c:pt>
                <c:pt idx="112">
                  <c:v>3.72777777778</c:v>
                </c:pt>
                <c:pt idx="113">
                  <c:v>3.76111111111</c:v>
                </c:pt>
                <c:pt idx="114">
                  <c:v>3.79444444444</c:v>
                </c:pt>
                <c:pt idx="115">
                  <c:v>3.82777777778</c:v>
                </c:pt>
                <c:pt idx="116">
                  <c:v>3.86111111111</c:v>
                </c:pt>
                <c:pt idx="117">
                  <c:v>3.89444444444</c:v>
                </c:pt>
                <c:pt idx="118">
                  <c:v>3.92777777778</c:v>
                </c:pt>
                <c:pt idx="119">
                  <c:v>3.96111111111</c:v>
                </c:pt>
                <c:pt idx="120">
                  <c:v>3.99444444444</c:v>
                </c:pt>
                <c:pt idx="121">
                  <c:v>4.025</c:v>
                </c:pt>
                <c:pt idx="122">
                  <c:v>4.05833333333</c:v>
                </c:pt>
                <c:pt idx="123">
                  <c:v>4.09166666667</c:v>
                </c:pt>
                <c:pt idx="124">
                  <c:v>4.125</c:v>
                </c:pt>
                <c:pt idx="125">
                  <c:v>4.15833333333</c:v>
                </c:pt>
                <c:pt idx="126">
                  <c:v>4.19166666667</c:v>
                </c:pt>
                <c:pt idx="127">
                  <c:v>4.225</c:v>
                </c:pt>
                <c:pt idx="128">
                  <c:v>4.25833333333</c:v>
                </c:pt>
                <c:pt idx="129">
                  <c:v>4.29166666667</c:v>
                </c:pt>
                <c:pt idx="130">
                  <c:v>4.325</c:v>
                </c:pt>
                <c:pt idx="131">
                  <c:v>4.35833333333</c:v>
                </c:pt>
                <c:pt idx="132">
                  <c:v>4.39166666667</c:v>
                </c:pt>
                <c:pt idx="133">
                  <c:v>4.425</c:v>
                </c:pt>
                <c:pt idx="134">
                  <c:v>4.45833333333</c:v>
                </c:pt>
                <c:pt idx="135">
                  <c:v>4.49166666667</c:v>
                </c:pt>
                <c:pt idx="136">
                  <c:v>4.525</c:v>
                </c:pt>
                <c:pt idx="137">
                  <c:v>4.55833333333</c:v>
                </c:pt>
                <c:pt idx="138">
                  <c:v>4.59166666667</c:v>
                </c:pt>
                <c:pt idx="139">
                  <c:v>4.625</c:v>
                </c:pt>
                <c:pt idx="140">
                  <c:v>4.65833333333</c:v>
                </c:pt>
                <c:pt idx="141">
                  <c:v>4.69166666667</c:v>
                </c:pt>
                <c:pt idx="142">
                  <c:v>4.725</c:v>
                </c:pt>
                <c:pt idx="143">
                  <c:v>4.75833333333</c:v>
                </c:pt>
                <c:pt idx="144">
                  <c:v>4.79166666667</c:v>
                </c:pt>
                <c:pt idx="145">
                  <c:v>4.825</c:v>
                </c:pt>
                <c:pt idx="146">
                  <c:v>4.85833333333</c:v>
                </c:pt>
                <c:pt idx="147">
                  <c:v>4.89166666667</c:v>
                </c:pt>
                <c:pt idx="148">
                  <c:v>4.925</c:v>
                </c:pt>
                <c:pt idx="149">
                  <c:v>4.95833333333</c:v>
                </c:pt>
                <c:pt idx="150">
                  <c:v>4.99166666667</c:v>
                </c:pt>
                <c:pt idx="151">
                  <c:v>5.025</c:v>
                </c:pt>
                <c:pt idx="152">
                  <c:v>5.05833333333</c:v>
                </c:pt>
                <c:pt idx="153">
                  <c:v>5.09166666667</c:v>
                </c:pt>
                <c:pt idx="154">
                  <c:v>5.125</c:v>
                </c:pt>
                <c:pt idx="155">
                  <c:v>5.15833333333</c:v>
                </c:pt>
                <c:pt idx="156">
                  <c:v>5.19166666667</c:v>
                </c:pt>
                <c:pt idx="157">
                  <c:v>5.225</c:v>
                </c:pt>
                <c:pt idx="158">
                  <c:v>5.25833333333</c:v>
                </c:pt>
                <c:pt idx="159">
                  <c:v>5.29166666667</c:v>
                </c:pt>
                <c:pt idx="160">
                  <c:v>5.325</c:v>
                </c:pt>
                <c:pt idx="161">
                  <c:v>5.35833333333</c:v>
                </c:pt>
                <c:pt idx="162">
                  <c:v>5.39166666667</c:v>
                </c:pt>
                <c:pt idx="163">
                  <c:v>5.425</c:v>
                </c:pt>
                <c:pt idx="164">
                  <c:v>5.45833333333</c:v>
                </c:pt>
                <c:pt idx="165">
                  <c:v>5.49166666667</c:v>
                </c:pt>
                <c:pt idx="166">
                  <c:v>5.52222222222</c:v>
                </c:pt>
                <c:pt idx="167">
                  <c:v>5.55555555556</c:v>
                </c:pt>
                <c:pt idx="168">
                  <c:v>5.58888888889</c:v>
                </c:pt>
                <c:pt idx="169">
                  <c:v>5.62222222222</c:v>
                </c:pt>
                <c:pt idx="170">
                  <c:v>5.65555555556</c:v>
                </c:pt>
                <c:pt idx="171">
                  <c:v>5.68888888889</c:v>
                </c:pt>
                <c:pt idx="172">
                  <c:v>5.72222222222</c:v>
                </c:pt>
                <c:pt idx="173">
                  <c:v>5.75555555556</c:v>
                </c:pt>
                <c:pt idx="174">
                  <c:v>5.78888888889</c:v>
                </c:pt>
                <c:pt idx="175">
                  <c:v>5.82222222222</c:v>
                </c:pt>
                <c:pt idx="176">
                  <c:v>5.85555555556</c:v>
                </c:pt>
                <c:pt idx="177">
                  <c:v>5.88888888889</c:v>
                </c:pt>
                <c:pt idx="178">
                  <c:v>5.92222222222</c:v>
                </c:pt>
                <c:pt idx="179">
                  <c:v>5.95555555556</c:v>
                </c:pt>
                <c:pt idx="180">
                  <c:v>5.98888888889</c:v>
                </c:pt>
                <c:pt idx="181">
                  <c:v>6.02222222222</c:v>
                </c:pt>
                <c:pt idx="182">
                  <c:v>6.05555555556</c:v>
                </c:pt>
                <c:pt idx="183">
                  <c:v>6.08888888889</c:v>
                </c:pt>
                <c:pt idx="184">
                  <c:v>6.12222222222</c:v>
                </c:pt>
                <c:pt idx="185">
                  <c:v>6.15555555556</c:v>
                </c:pt>
                <c:pt idx="186">
                  <c:v>6.18888888889</c:v>
                </c:pt>
                <c:pt idx="187">
                  <c:v>6.22222222222</c:v>
                </c:pt>
                <c:pt idx="188">
                  <c:v>6.25555555556</c:v>
                </c:pt>
                <c:pt idx="189">
                  <c:v>6.28888888889</c:v>
                </c:pt>
                <c:pt idx="190">
                  <c:v>6.32222222222</c:v>
                </c:pt>
                <c:pt idx="191">
                  <c:v>6.35555555556</c:v>
                </c:pt>
                <c:pt idx="192">
                  <c:v>6.38888888889</c:v>
                </c:pt>
                <c:pt idx="193">
                  <c:v>6.42222222222</c:v>
                </c:pt>
                <c:pt idx="194">
                  <c:v>6.45555555556</c:v>
                </c:pt>
                <c:pt idx="195">
                  <c:v>6.48888888889</c:v>
                </c:pt>
                <c:pt idx="196">
                  <c:v>6.52222222222</c:v>
                </c:pt>
                <c:pt idx="197">
                  <c:v>6.55555555556</c:v>
                </c:pt>
                <c:pt idx="198">
                  <c:v>6.58888888889</c:v>
                </c:pt>
                <c:pt idx="199">
                  <c:v>6.62222222222</c:v>
                </c:pt>
                <c:pt idx="200">
                  <c:v>6.65555555556</c:v>
                </c:pt>
                <c:pt idx="201">
                  <c:v>6.68888888889</c:v>
                </c:pt>
                <c:pt idx="202">
                  <c:v>6.72222222222</c:v>
                </c:pt>
                <c:pt idx="203">
                  <c:v>6.75555555556</c:v>
                </c:pt>
                <c:pt idx="204">
                  <c:v>6.78888888889</c:v>
                </c:pt>
                <c:pt idx="205">
                  <c:v>6.82222222222</c:v>
                </c:pt>
                <c:pt idx="206">
                  <c:v>6.85555555556</c:v>
                </c:pt>
                <c:pt idx="207">
                  <c:v>6.88888888889</c:v>
                </c:pt>
                <c:pt idx="208">
                  <c:v>6.92222222222</c:v>
                </c:pt>
                <c:pt idx="209">
                  <c:v>6.95555555556</c:v>
                </c:pt>
                <c:pt idx="210">
                  <c:v>6.98888888889</c:v>
                </c:pt>
                <c:pt idx="211">
                  <c:v>7.01944444444</c:v>
                </c:pt>
                <c:pt idx="212">
                  <c:v>7.05277777778</c:v>
                </c:pt>
                <c:pt idx="213">
                  <c:v>7.08611111111</c:v>
                </c:pt>
                <c:pt idx="214">
                  <c:v>7.11944444444</c:v>
                </c:pt>
                <c:pt idx="215">
                  <c:v>7.15277777778</c:v>
                </c:pt>
                <c:pt idx="216">
                  <c:v>7.18611111111</c:v>
                </c:pt>
                <c:pt idx="217">
                  <c:v>7.21944444444</c:v>
                </c:pt>
                <c:pt idx="218">
                  <c:v>7.25277777778</c:v>
                </c:pt>
                <c:pt idx="219">
                  <c:v>7.28611111111</c:v>
                </c:pt>
                <c:pt idx="220">
                  <c:v>7.31944444444</c:v>
                </c:pt>
                <c:pt idx="221">
                  <c:v>7.35277777778</c:v>
                </c:pt>
                <c:pt idx="222">
                  <c:v>7.38611111111</c:v>
                </c:pt>
                <c:pt idx="223">
                  <c:v>7.41944444444</c:v>
                </c:pt>
                <c:pt idx="224">
                  <c:v>7.45277777778</c:v>
                </c:pt>
                <c:pt idx="225">
                  <c:v>7.48611111111</c:v>
                </c:pt>
                <c:pt idx="226">
                  <c:v>7.51944444444</c:v>
                </c:pt>
                <c:pt idx="227">
                  <c:v>7.55277777778</c:v>
                </c:pt>
                <c:pt idx="228">
                  <c:v>7.58611111111</c:v>
                </c:pt>
                <c:pt idx="229">
                  <c:v>7.61944444444</c:v>
                </c:pt>
                <c:pt idx="230">
                  <c:v>7.65277777778</c:v>
                </c:pt>
                <c:pt idx="231">
                  <c:v>7.68611111111</c:v>
                </c:pt>
                <c:pt idx="232">
                  <c:v>7.71944444444</c:v>
                </c:pt>
                <c:pt idx="233">
                  <c:v>7.75277777778</c:v>
                </c:pt>
                <c:pt idx="234">
                  <c:v>7.78611111111</c:v>
                </c:pt>
                <c:pt idx="235">
                  <c:v>7.81944444444</c:v>
                </c:pt>
                <c:pt idx="236">
                  <c:v>7.85277777778</c:v>
                </c:pt>
                <c:pt idx="237">
                  <c:v>7.88611111111</c:v>
                </c:pt>
                <c:pt idx="238">
                  <c:v>7.91944444444</c:v>
                </c:pt>
                <c:pt idx="239">
                  <c:v>7.95277777778</c:v>
                </c:pt>
                <c:pt idx="240">
                  <c:v>7.98611111111</c:v>
                </c:pt>
                <c:pt idx="241">
                  <c:v>8.01944444444</c:v>
                </c:pt>
                <c:pt idx="242">
                  <c:v>8.05277777778</c:v>
                </c:pt>
                <c:pt idx="243">
                  <c:v>8.08611111111</c:v>
                </c:pt>
                <c:pt idx="244">
                  <c:v>8.11944444444</c:v>
                </c:pt>
                <c:pt idx="245">
                  <c:v>8.15277777778</c:v>
                </c:pt>
                <c:pt idx="246">
                  <c:v>8.18611111111</c:v>
                </c:pt>
                <c:pt idx="247">
                  <c:v>8.21944444444</c:v>
                </c:pt>
                <c:pt idx="248">
                  <c:v>8.25277777778</c:v>
                </c:pt>
                <c:pt idx="249">
                  <c:v>8.28611111111</c:v>
                </c:pt>
                <c:pt idx="250">
                  <c:v>8.31944444444</c:v>
                </c:pt>
                <c:pt idx="251">
                  <c:v>8.35277777778</c:v>
                </c:pt>
                <c:pt idx="252">
                  <c:v>8.38611111111</c:v>
                </c:pt>
                <c:pt idx="253">
                  <c:v>8.41944444444</c:v>
                </c:pt>
                <c:pt idx="254">
                  <c:v>8.45277777778</c:v>
                </c:pt>
                <c:pt idx="255">
                  <c:v>8.48611111111</c:v>
                </c:pt>
                <c:pt idx="256">
                  <c:v>8.51666666667</c:v>
                </c:pt>
                <c:pt idx="257">
                  <c:v>8.55</c:v>
                </c:pt>
                <c:pt idx="258">
                  <c:v>8.58333333333</c:v>
                </c:pt>
                <c:pt idx="259">
                  <c:v>8.61666666667</c:v>
                </c:pt>
                <c:pt idx="260">
                  <c:v>8.65</c:v>
                </c:pt>
                <c:pt idx="261">
                  <c:v>8.68333333333</c:v>
                </c:pt>
                <c:pt idx="262">
                  <c:v>8.71666666667</c:v>
                </c:pt>
                <c:pt idx="263">
                  <c:v>8.75</c:v>
                </c:pt>
                <c:pt idx="264">
                  <c:v>8.78333333333</c:v>
                </c:pt>
                <c:pt idx="265">
                  <c:v>8.81666666667</c:v>
                </c:pt>
                <c:pt idx="266">
                  <c:v>8.85</c:v>
                </c:pt>
                <c:pt idx="267">
                  <c:v>8.88333333333</c:v>
                </c:pt>
                <c:pt idx="268">
                  <c:v>8.91666666667</c:v>
                </c:pt>
                <c:pt idx="269">
                  <c:v>8.95</c:v>
                </c:pt>
                <c:pt idx="270">
                  <c:v>8.98333333333</c:v>
                </c:pt>
                <c:pt idx="271">
                  <c:v>9.01666666667</c:v>
                </c:pt>
                <c:pt idx="272">
                  <c:v>9.05</c:v>
                </c:pt>
                <c:pt idx="273">
                  <c:v>9.08333333333</c:v>
                </c:pt>
                <c:pt idx="274">
                  <c:v>9.11666666667</c:v>
                </c:pt>
                <c:pt idx="275">
                  <c:v>9.15</c:v>
                </c:pt>
                <c:pt idx="276">
                  <c:v>9.18333333333</c:v>
                </c:pt>
                <c:pt idx="277">
                  <c:v>9.21666666667</c:v>
                </c:pt>
                <c:pt idx="278">
                  <c:v>9.25</c:v>
                </c:pt>
                <c:pt idx="279">
                  <c:v>9.28333333333</c:v>
                </c:pt>
                <c:pt idx="280">
                  <c:v>9.31666666667</c:v>
                </c:pt>
                <c:pt idx="281">
                  <c:v>9.35</c:v>
                </c:pt>
                <c:pt idx="282">
                  <c:v>9.38333333333</c:v>
                </c:pt>
                <c:pt idx="283">
                  <c:v>9.41666666667</c:v>
                </c:pt>
                <c:pt idx="284">
                  <c:v>9.45</c:v>
                </c:pt>
                <c:pt idx="285">
                  <c:v>9.48333333333</c:v>
                </c:pt>
                <c:pt idx="286">
                  <c:v>9.51666666667</c:v>
                </c:pt>
                <c:pt idx="287">
                  <c:v>9.55</c:v>
                </c:pt>
                <c:pt idx="288">
                  <c:v>9.58333333333</c:v>
                </c:pt>
                <c:pt idx="289">
                  <c:v>9.61666666667</c:v>
                </c:pt>
                <c:pt idx="290">
                  <c:v>9.65</c:v>
                </c:pt>
                <c:pt idx="291">
                  <c:v>9.68333333333</c:v>
                </c:pt>
                <c:pt idx="292">
                  <c:v>9.71666666667</c:v>
                </c:pt>
                <c:pt idx="293">
                  <c:v>9.75</c:v>
                </c:pt>
                <c:pt idx="294">
                  <c:v>9.78333333333</c:v>
                </c:pt>
                <c:pt idx="295">
                  <c:v>9.81666666667</c:v>
                </c:pt>
                <c:pt idx="296">
                  <c:v>9.85</c:v>
                </c:pt>
                <c:pt idx="297">
                  <c:v>9.88333333333</c:v>
                </c:pt>
                <c:pt idx="298">
                  <c:v>9.91666666667</c:v>
                </c:pt>
                <c:pt idx="299">
                  <c:v>9.95</c:v>
                </c:pt>
                <c:pt idx="300">
                  <c:v>9.98333333333</c:v>
                </c:pt>
                <c:pt idx="301">
                  <c:v>10.0138888889</c:v>
                </c:pt>
                <c:pt idx="302">
                  <c:v>10.0472222222</c:v>
                </c:pt>
                <c:pt idx="303">
                  <c:v>10.0805555556</c:v>
                </c:pt>
                <c:pt idx="304">
                  <c:v>10.1138888889</c:v>
                </c:pt>
                <c:pt idx="305">
                  <c:v>10.1472222222</c:v>
                </c:pt>
                <c:pt idx="306">
                  <c:v>10.1805555556</c:v>
                </c:pt>
                <c:pt idx="307">
                  <c:v>10.2138888889</c:v>
                </c:pt>
                <c:pt idx="308">
                  <c:v>10.2472222222</c:v>
                </c:pt>
                <c:pt idx="309">
                  <c:v>10.2805555556</c:v>
                </c:pt>
                <c:pt idx="310">
                  <c:v>10.3138888889</c:v>
                </c:pt>
                <c:pt idx="311">
                  <c:v>10.3472222222</c:v>
                </c:pt>
                <c:pt idx="312">
                  <c:v>10.3805555556</c:v>
                </c:pt>
                <c:pt idx="313">
                  <c:v>10.4138888889</c:v>
                </c:pt>
                <c:pt idx="314">
                  <c:v>10.4472222222</c:v>
                </c:pt>
                <c:pt idx="315">
                  <c:v>10.4805555556</c:v>
                </c:pt>
                <c:pt idx="316">
                  <c:v>10.5138888889</c:v>
                </c:pt>
                <c:pt idx="317">
                  <c:v>10.5472222222</c:v>
                </c:pt>
                <c:pt idx="318">
                  <c:v>10.5805555556</c:v>
                </c:pt>
                <c:pt idx="319">
                  <c:v>10.6138888889</c:v>
                </c:pt>
                <c:pt idx="320">
                  <c:v>10.6472222222</c:v>
                </c:pt>
                <c:pt idx="321">
                  <c:v>10.6805555556</c:v>
                </c:pt>
                <c:pt idx="322">
                  <c:v>10.7138888889</c:v>
                </c:pt>
                <c:pt idx="323">
                  <c:v>10.7472222222</c:v>
                </c:pt>
                <c:pt idx="324">
                  <c:v>10.7805555556</c:v>
                </c:pt>
                <c:pt idx="325">
                  <c:v>10.8138888889</c:v>
                </c:pt>
                <c:pt idx="326">
                  <c:v>10.8472222222</c:v>
                </c:pt>
                <c:pt idx="327">
                  <c:v>10.8805555556</c:v>
                </c:pt>
                <c:pt idx="328">
                  <c:v>10.9138888889</c:v>
                </c:pt>
                <c:pt idx="329">
                  <c:v>10.9472222222</c:v>
                </c:pt>
                <c:pt idx="330">
                  <c:v>10.9805555556</c:v>
                </c:pt>
                <c:pt idx="331">
                  <c:v>11.0138888889</c:v>
                </c:pt>
                <c:pt idx="332">
                  <c:v>11.0472222222</c:v>
                </c:pt>
                <c:pt idx="333">
                  <c:v>11.0805555556</c:v>
                </c:pt>
                <c:pt idx="334">
                  <c:v>11.1138888889</c:v>
                </c:pt>
                <c:pt idx="335">
                  <c:v>11.1472222222</c:v>
                </c:pt>
                <c:pt idx="336">
                  <c:v>11.1805555556</c:v>
                </c:pt>
                <c:pt idx="337">
                  <c:v>11.2138888889</c:v>
                </c:pt>
                <c:pt idx="338">
                  <c:v>11.2472222222</c:v>
                </c:pt>
                <c:pt idx="339">
                  <c:v>11.2805555556</c:v>
                </c:pt>
                <c:pt idx="340">
                  <c:v>11.3138888889</c:v>
                </c:pt>
                <c:pt idx="341">
                  <c:v>11.3472222222</c:v>
                </c:pt>
                <c:pt idx="342">
                  <c:v>11.3805555556</c:v>
                </c:pt>
                <c:pt idx="343">
                  <c:v>11.4138888889</c:v>
                </c:pt>
                <c:pt idx="344">
                  <c:v>11.4472222222</c:v>
                </c:pt>
                <c:pt idx="345">
                  <c:v>11.4805555556</c:v>
                </c:pt>
                <c:pt idx="346">
                  <c:v>11.5111111111</c:v>
                </c:pt>
                <c:pt idx="347">
                  <c:v>11.5444444444</c:v>
                </c:pt>
                <c:pt idx="348">
                  <c:v>11.5777777778</c:v>
                </c:pt>
                <c:pt idx="349">
                  <c:v>11.6111111111</c:v>
                </c:pt>
                <c:pt idx="350">
                  <c:v>11.6444444444</c:v>
                </c:pt>
                <c:pt idx="351">
                  <c:v>11.6777777778</c:v>
                </c:pt>
                <c:pt idx="352">
                  <c:v>11.7111111111</c:v>
                </c:pt>
                <c:pt idx="353">
                  <c:v>11.7444444444</c:v>
                </c:pt>
                <c:pt idx="354">
                  <c:v>11.7777777778</c:v>
                </c:pt>
                <c:pt idx="355">
                  <c:v>11.8111111111</c:v>
                </c:pt>
                <c:pt idx="356">
                  <c:v>11.8444444444</c:v>
                </c:pt>
                <c:pt idx="357">
                  <c:v>11.8777777778</c:v>
                </c:pt>
                <c:pt idx="358">
                  <c:v>11.9111111111</c:v>
                </c:pt>
                <c:pt idx="359">
                  <c:v>11.9444444444</c:v>
                </c:pt>
                <c:pt idx="360">
                  <c:v>11.9777777778</c:v>
                </c:pt>
                <c:pt idx="361">
                  <c:v>12.0111111111</c:v>
                </c:pt>
                <c:pt idx="362">
                  <c:v>12.0444444444</c:v>
                </c:pt>
                <c:pt idx="363">
                  <c:v>12.0777777778</c:v>
                </c:pt>
                <c:pt idx="364">
                  <c:v>12.1111111111</c:v>
                </c:pt>
                <c:pt idx="365">
                  <c:v>12.1444444444</c:v>
                </c:pt>
                <c:pt idx="366">
                  <c:v>12.1777777778</c:v>
                </c:pt>
                <c:pt idx="367">
                  <c:v>12.2111111111</c:v>
                </c:pt>
                <c:pt idx="368">
                  <c:v>12.2444444444</c:v>
                </c:pt>
                <c:pt idx="369">
                  <c:v>12.2777777778</c:v>
                </c:pt>
                <c:pt idx="370">
                  <c:v>12.3111111111</c:v>
                </c:pt>
                <c:pt idx="371">
                  <c:v>12.3444444444</c:v>
                </c:pt>
                <c:pt idx="372">
                  <c:v>12.3777777778</c:v>
                </c:pt>
                <c:pt idx="373">
                  <c:v>12.4111111111</c:v>
                </c:pt>
                <c:pt idx="374">
                  <c:v>12.4444444444</c:v>
                </c:pt>
                <c:pt idx="375">
                  <c:v>12.4777777778</c:v>
                </c:pt>
                <c:pt idx="376">
                  <c:v>12.5111111111</c:v>
                </c:pt>
                <c:pt idx="377">
                  <c:v>12.5444444444</c:v>
                </c:pt>
                <c:pt idx="378">
                  <c:v>12.5777777778</c:v>
                </c:pt>
                <c:pt idx="379">
                  <c:v>12.6111111111</c:v>
                </c:pt>
                <c:pt idx="380">
                  <c:v>12.6444444444</c:v>
                </c:pt>
                <c:pt idx="381">
                  <c:v>12.6777777778</c:v>
                </c:pt>
                <c:pt idx="382">
                  <c:v>12.7111111111</c:v>
                </c:pt>
                <c:pt idx="383">
                  <c:v>12.7444444444</c:v>
                </c:pt>
                <c:pt idx="384">
                  <c:v>12.7777777778</c:v>
                </c:pt>
                <c:pt idx="385">
                  <c:v>12.8111111111</c:v>
                </c:pt>
                <c:pt idx="386">
                  <c:v>12.8444444444</c:v>
                </c:pt>
                <c:pt idx="387">
                  <c:v>12.8777777778</c:v>
                </c:pt>
                <c:pt idx="388">
                  <c:v>12.9111111111</c:v>
                </c:pt>
                <c:pt idx="389">
                  <c:v>12.9444444444</c:v>
                </c:pt>
                <c:pt idx="390">
                  <c:v>12.9777777778</c:v>
                </c:pt>
                <c:pt idx="391">
                  <c:v>13.0083333333</c:v>
                </c:pt>
                <c:pt idx="392">
                  <c:v>13.0416666667</c:v>
                </c:pt>
                <c:pt idx="393">
                  <c:v>13.075</c:v>
                </c:pt>
                <c:pt idx="394">
                  <c:v>13.1083333333</c:v>
                </c:pt>
                <c:pt idx="395">
                  <c:v>13.1416666667</c:v>
                </c:pt>
                <c:pt idx="396">
                  <c:v>13.175</c:v>
                </c:pt>
                <c:pt idx="397">
                  <c:v>13.2083333333</c:v>
                </c:pt>
                <c:pt idx="398">
                  <c:v>13.2416666667</c:v>
                </c:pt>
                <c:pt idx="399">
                  <c:v>13.275</c:v>
                </c:pt>
                <c:pt idx="400">
                  <c:v>13.3083333333</c:v>
                </c:pt>
                <c:pt idx="401">
                  <c:v>13.3416666667</c:v>
                </c:pt>
                <c:pt idx="402">
                  <c:v>13.375</c:v>
                </c:pt>
                <c:pt idx="403">
                  <c:v>13.4083333333</c:v>
                </c:pt>
                <c:pt idx="404">
                  <c:v>13.4416666667</c:v>
                </c:pt>
                <c:pt idx="405">
                  <c:v>13.475</c:v>
                </c:pt>
                <c:pt idx="406">
                  <c:v>13.5083333333</c:v>
                </c:pt>
                <c:pt idx="407">
                  <c:v>13.5416666667</c:v>
                </c:pt>
                <c:pt idx="408">
                  <c:v>13.575</c:v>
                </c:pt>
                <c:pt idx="409">
                  <c:v>13.6083333333</c:v>
                </c:pt>
                <c:pt idx="410">
                  <c:v>13.6416666667</c:v>
                </c:pt>
                <c:pt idx="411">
                  <c:v>13.675</c:v>
                </c:pt>
                <c:pt idx="412">
                  <c:v>13.7083333333</c:v>
                </c:pt>
                <c:pt idx="413">
                  <c:v>13.7416666667</c:v>
                </c:pt>
                <c:pt idx="414">
                  <c:v>13.775</c:v>
                </c:pt>
                <c:pt idx="415">
                  <c:v>13.8083333333</c:v>
                </c:pt>
                <c:pt idx="416">
                  <c:v>13.8416666667</c:v>
                </c:pt>
                <c:pt idx="417">
                  <c:v>13.875</c:v>
                </c:pt>
                <c:pt idx="418">
                  <c:v>13.9083333333</c:v>
                </c:pt>
                <c:pt idx="419">
                  <c:v>13.9416666667</c:v>
                </c:pt>
                <c:pt idx="420">
                  <c:v>13.975</c:v>
                </c:pt>
                <c:pt idx="421">
                  <c:v>14.0083333333</c:v>
                </c:pt>
                <c:pt idx="422">
                  <c:v>14.0416666667</c:v>
                </c:pt>
                <c:pt idx="423">
                  <c:v>14.075</c:v>
                </c:pt>
                <c:pt idx="424">
                  <c:v>14.1083333333</c:v>
                </c:pt>
                <c:pt idx="425">
                  <c:v>14.1416666667</c:v>
                </c:pt>
                <c:pt idx="426">
                  <c:v>14.175</c:v>
                </c:pt>
                <c:pt idx="427">
                  <c:v>14.2083333333</c:v>
                </c:pt>
                <c:pt idx="428">
                  <c:v>14.2416666667</c:v>
                </c:pt>
                <c:pt idx="429">
                  <c:v>14.275</c:v>
                </c:pt>
                <c:pt idx="430">
                  <c:v>14.3083333333</c:v>
                </c:pt>
                <c:pt idx="431">
                  <c:v>14.3416666667</c:v>
                </c:pt>
                <c:pt idx="432">
                  <c:v>14.375</c:v>
                </c:pt>
                <c:pt idx="433">
                  <c:v>14.4083333333</c:v>
                </c:pt>
                <c:pt idx="434">
                  <c:v>14.4416666667</c:v>
                </c:pt>
                <c:pt idx="435">
                  <c:v>14.475</c:v>
                </c:pt>
                <c:pt idx="436">
                  <c:v>14.5055555556</c:v>
                </c:pt>
                <c:pt idx="437">
                  <c:v>14.5388888889</c:v>
                </c:pt>
                <c:pt idx="438">
                  <c:v>14.5722222222</c:v>
                </c:pt>
                <c:pt idx="439">
                  <c:v>14.6055555556</c:v>
                </c:pt>
                <c:pt idx="440">
                  <c:v>14.6388888889</c:v>
                </c:pt>
                <c:pt idx="441">
                  <c:v>14.6722222222</c:v>
                </c:pt>
                <c:pt idx="442">
                  <c:v>14.7055555556</c:v>
                </c:pt>
                <c:pt idx="443">
                  <c:v>14.7388888889</c:v>
                </c:pt>
                <c:pt idx="444">
                  <c:v>14.7722222222</c:v>
                </c:pt>
                <c:pt idx="445">
                  <c:v>14.8055555556</c:v>
                </c:pt>
                <c:pt idx="446">
                  <c:v>14.8388888889</c:v>
                </c:pt>
                <c:pt idx="447">
                  <c:v>14.8722222222</c:v>
                </c:pt>
                <c:pt idx="448">
                  <c:v>14.9055555556</c:v>
                </c:pt>
                <c:pt idx="449">
                  <c:v>14.9388888889</c:v>
                </c:pt>
                <c:pt idx="450">
                  <c:v>14.9722222222</c:v>
                </c:pt>
                <c:pt idx="451">
                  <c:v>15.0055555556</c:v>
                </c:pt>
                <c:pt idx="452">
                  <c:v>15.0388888889</c:v>
                </c:pt>
                <c:pt idx="453">
                  <c:v>15.0722222222</c:v>
                </c:pt>
                <c:pt idx="454">
                  <c:v>15.1055555556</c:v>
                </c:pt>
                <c:pt idx="455">
                  <c:v>15.1388888889</c:v>
                </c:pt>
                <c:pt idx="456">
                  <c:v>15.1722222222</c:v>
                </c:pt>
                <c:pt idx="457">
                  <c:v>15.2055555556</c:v>
                </c:pt>
                <c:pt idx="458">
                  <c:v>15.2388888889</c:v>
                </c:pt>
                <c:pt idx="459">
                  <c:v>15.2722222222</c:v>
                </c:pt>
                <c:pt idx="460">
                  <c:v>15.3055555556</c:v>
                </c:pt>
                <c:pt idx="461">
                  <c:v>15.3388888889</c:v>
                </c:pt>
                <c:pt idx="462">
                  <c:v>15.3722222222</c:v>
                </c:pt>
                <c:pt idx="463">
                  <c:v>15.4055555556</c:v>
                </c:pt>
                <c:pt idx="464">
                  <c:v>15.4388888889</c:v>
                </c:pt>
                <c:pt idx="465">
                  <c:v>15.4722222222</c:v>
                </c:pt>
                <c:pt idx="466">
                  <c:v>15.5055555556</c:v>
                </c:pt>
                <c:pt idx="467">
                  <c:v>15.5388888889</c:v>
                </c:pt>
                <c:pt idx="468">
                  <c:v>15.5722222222</c:v>
                </c:pt>
                <c:pt idx="469">
                  <c:v>15.6055555556</c:v>
                </c:pt>
                <c:pt idx="470">
                  <c:v>15.6388888889</c:v>
                </c:pt>
                <c:pt idx="471">
                  <c:v>15.6722222222</c:v>
                </c:pt>
                <c:pt idx="472">
                  <c:v>15.7055555556</c:v>
                </c:pt>
                <c:pt idx="473">
                  <c:v>15.7388888889</c:v>
                </c:pt>
                <c:pt idx="474">
                  <c:v>15.7722222222</c:v>
                </c:pt>
                <c:pt idx="475">
                  <c:v>15.8055555556</c:v>
                </c:pt>
                <c:pt idx="476">
                  <c:v>15.8388888889</c:v>
                </c:pt>
                <c:pt idx="477">
                  <c:v>15.8722222222</c:v>
                </c:pt>
                <c:pt idx="478">
                  <c:v>15.9055555556</c:v>
                </c:pt>
                <c:pt idx="479">
                  <c:v>15.9388888889</c:v>
                </c:pt>
                <c:pt idx="480">
                  <c:v>15.9722222222</c:v>
                </c:pt>
                <c:pt idx="481">
                  <c:v>16.0027777778</c:v>
                </c:pt>
                <c:pt idx="482">
                  <c:v>16.0361111111</c:v>
                </c:pt>
                <c:pt idx="483">
                  <c:v>16.0694444444</c:v>
                </c:pt>
                <c:pt idx="484">
                  <c:v>16.1027777778</c:v>
                </c:pt>
                <c:pt idx="485">
                  <c:v>16.1361111111</c:v>
                </c:pt>
                <c:pt idx="486">
                  <c:v>16.1694444444</c:v>
                </c:pt>
                <c:pt idx="487">
                  <c:v>16.2027777778</c:v>
                </c:pt>
                <c:pt idx="488">
                  <c:v>16.2361111111</c:v>
                </c:pt>
                <c:pt idx="489">
                  <c:v>16.2694444444</c:v>
                </c:pt>
                <c:pt idx="490">
                  <c:v>16.3027777778</c:v>
                </c:pt>
                <c:pt idx="491">
                  <c:v>16.3361111111</c:v>
                </c:pt>
                <c:pt idx="492">
                  <c:v>16.3694444444</c:v>
                </c:pt>
                <c:pt idx="493">
                  <c:v>16.4027777778</c:v>
                </c:pt>
                <c:pt idx="494">
                  <c:v>16.4361111111</c:v>
                </c:pt>
                <c:pt idx="495">
                  <c:v>16.4694444444</c:v>
                </c:pt>
                <c:pt idx="496">
                  <c:v>16.5027777778</c:v>
                </c:pt>
                <c:pt idx="497">
                  <c:v>16.5361111111</c:v>
                </c:pt>
                <c:pt idx="498">
                  <c:v>16.5694444444</c:v>
                </c:pt>
                <c:pt idx="499">
                  <c:v>16.6027777778</c:v>
                </c:pt>
                <c:pt idx="500">
                  <c:v>16.6361111111</c:v>
                </c:pt>
                <c:pt idx="501">
                  <c:v>16.6694444444</c:v>
                </c:pt>
                <c:pt idx="502">
                  <c:v>16.7027777778</c:v>
                </c:pt>
                <c:pt idx="503">
                  <c:v>16.7361111111</c:v>
                </c:pt>
                <c:pt idx="504">
                  <c:v>16.7694444444</c:v>
                </c:pt>
                <c:pt idx="505">
                  <c:v>16.8027777778</c:v>
                </c:pt>
                <c:pt idx="506">
                  <c:v>16.8361111111</c:v>
                </c:pt>
                <c:pt idx="507">
                  <c:v>16.8694444444</c:v>
                </c:pt>
                <c:pt idx="508">
                  <c:v>16.9027777778</c:v>
                </c:pt>
                <c:pt idx="509">
                  <c:v>16.9361111111</c:v>
                </c:pt>
                <c:pt idx="510">
                  <c:v>16.9694444444</c:v>
                </c:pt>
                <c:pt idx="511">
                  <c:v>17.0027777778</c:v>
                </c:pt>
                <c:pt idx="512">
                  <c:v>17.0361111111</c:v>
                </c:pt>
                <c:pt idx="513">
                  <c:v>17.0694444444</c:v>
                </c:pt>
                <c:pt idx="514">
                  <c:v>17.1027777778</c:v>
                </c:pt>
                <c:pt idx="515">
                  <c:v>17.1361111111</c:v>
                </c:pt>
                <c:pt idx="516">
                  <c:v>17.1694444444</c:v>
                </c:pt>
                <c:pt idx="517">
                  <c:v>17.2027777778</c:v>
                </c:pt>
                <c:pt idx="518">
                  <c:v>17.2361111111</c:v>
                </c:pt>
                <c:pt idx="519">
                  <c:v>17.2694444444</c:v>
                </c:pt>
                <c:pt idx="520">
                  <c:v>17.3027777778</c:v>
                </c:pt>
                <c:pt idx="521">
                  <c:v>17.3361111111</c:v>
                </c:pt>
                <c:pt idx="522">
                  <c:v>17.3694444444</c:v>
                </c:pt>
                <c:pt idx="523">
                  <c:v>17.4027777778</c:v>
                </c:pt>
                <c:pt idx="524">
                  <c:v>17.4361111111</c:v>
                </c:pt>
                <c:pt idx="525">
                  <c:v>17.4694444444</c:v>
                </c:pt>
                <c:pt idx="526">
                  <c:v>17.5</c:v>
                </c:pt>
                <c:pt idx="527">
                  <c:v>17.5333333333</c:v>
                </c:pt>
                <c:pt idx="528">
                  <c:v>17.5666666667</c:v>
                </c:pt>
                <c:pt idx="529">
                  <c:v>17.6</c:v>
                </c:pt>
                <c:pt idx="530">
                  <c:v>17.6333333333</c:v>
                </c:pt>
                <c:pt idx="531">
                  <c:v>17.6666666667</c:v>
                </c:pt>
                <c:pt idx="532">
                  <c:v>17.7</c:v>
                </c:pt>
                <c:pt idx="533">
                  <c:v>17.7333333333</c:v>
                </c:pt>
                <c:pt idx="534">
                  <c:v>17.7666666667</c:v>
                </c:pt>
                <c:pt idx="535">
                  <c:v>17.8</c:v>
                </c:pt>
                <c:pt idx="536">
                  <c:v>17.8333333333</c:v>
                </c:pt>
                <c:pt idx="537">
                  <c:v>17.8666666667</c:v>
                </c:pt>
                <c:pt idx="538">
                  <c:v>17.9</c:v>
                </c:pt>
                <c:pt idx="539">
                  <c:v>17.9333333333</c:v>
                </c:pt>
                <c:pt idx="540">
                  <c:v>17.9666666667</c:v>
                </c:pt>
                <c:pt idx="541">
                  <c:v>18</c:v>
                </c:pt>
                <c:pt idx="542">
                  <c:v>18.0333333333</c:v>
                </c:pt>
                <c:pt idx="543">
                  <c:v>18.0666666667</c:v>
                </c:pt>
                <c:pt idx="544">
                  <c:v>18.1</c:v>
                </c:pt>
                <c:pt idx="545">
                  <c:v>18.1333333333</c:v>
                </c:pt>
                <c:pt idx="546">
                  <c:v>18.1666666667</c:v>
                </c:pt>
                <c:pt idx="547">
                  <c:v>18.2</c:v>
                </c:pt>
                <c:pt idx="548">
                  <c:v>18.2333333333</c:v>
                </c:pt>
                <c:pt idx="549">
                  <c:v>18.2666666667</c:v>
                </c:pt>
                <c:pt idx="550">
                  <c:v>18.3</c:v>
                </c:pt>
                <c:pt idx="551">
                  <c:v>18.3333333333</c:v>
                </c:pt>
                <c:pt idx="552">
                  <c:v>18.3666666667</c:v>
                </c:pt>
                <c:pt idx="553">
                  <c:v>18.4</c:v>
                </c:pt>
                <c:pt idx="554">
                  <c:v>18.4333333333</c:v>
                </c:pt>
                <c:pt idx="555">
                  <c:v>18.4666666667</c:v>
                </c:pt>
                <c:pt idx="556">
                  <c:v>18.5</c:v>
                </c:pt>
                <c:pt idx="557">
                  <c:v>18.5333333333</c:v>
                </c:pt>
                <c:pt idx="558">
                  <c:v>18.5666666667</c:v>
                </c:pt>
                <c:pt idx="559">
                  <c:v>18.6</c:v>
                </c:pt>
                <c:pt idx="560">
                  <c:v>18.6333333333</c:v>
                </c:pt>
                <c:pt idx="561">
                  <c:v>18.6666666667</c:v>
                </c:pt>
                <c:pt idx="562">
                  <c:v>18.7</c:v>
                </c:pt>
                <c:pt idx="563">
                  <c:v>18.7333333333</c:v>
                </c:pt>
                <c:pt idx="564">
                  <c:v>18.7666666667</c:v>
                </c:pt>
                <c:pt idx="565">
                  <c:v>18.8</c:v>
                </c:pt>
                <c:pt idx="566">
                  <c:v>18.8333333333</c:v>
                </c:pt>
                <c:pt idx="567">
                  <c:v>18.8666666667</c:v>
                </c:pt>
                <c:pt idx="568">
                  <c:v>18.9</c:v>
                </c:pt>
                <c:pt idx="569">
                  <c:v>18.9333333333</c:v>
                </c:pt>
                <c:pt idx="570">
                  <c:v>18.9666666667</c:v>
                </c:pt>
                <c:pt idx="571">
                  <c:v>19</c:v>
                </c:pt>
                <c:pt idx="572">
                  <c:v>19.0305555556</c:v>
                </c:pt>
                <c:pt idx="573">
                  <c:v>19.0638888889</c:v>
                </c:pt>
                <c:pt idx="574">
                  <c:v>19.0972222222</c:v>
                </c:pt>
                <c:pt idx="575">
                  <c:v>19.1305555556</c:v>
                </c:pt>
                <c:pt idx="576">
                  <c:v>19.1638888889</c:v>
                </c:pt>
                <c:pt idx="577">
                  <c:v>19.1972222222</c:v>
                </c:pt>
                <c:pt idx="578">
                  <c:v>19.2305555556</c:v>
                </c:pt>
                <c:pt idx="579">
                  <c:v>19.2638888889</c:v>
                </c:pt>
                <c:pt idx="580">
                  <c:v>19.2972222222</c:v>
                </c:pt>
                <c:pt idx="581">
                  <c:v>19.3305555556</c:v>
                </c:pt>
                <c:pt idx="582">
                  <c:v>19.3638888889</c:v>
                </c:pt>
                <c:pt idx="583">
                  <c:v>19.3972222222</c:v>
                </c:pt>
                <c:pt idx="584">
                  <c:v>19.4305555556</c:v>
                </c:pt>
                <c:pt idx="585">
                  <c:v>19.4638888889</c:v>
                </c:pt>
                <c:pt idx="586">
                  <c:v>19.4972222222</c:v>
                </c:pt>
                <c:pt idx="587">
                  <c:v>19.5305555556</c:v>
                </c:pt>
                <c:pt idx="588">
                  <c:v>19.5638888889</c:v>
                </c:pt>
                <c:pt idx="589">
                  <c:v>19.5972222222</c:v>
                </c:pt>
                <c:pt idx="590">
                  <c:v>19.6305555556</c:v>
                </c:pt>
                <c:pt idx="591">
                  <c:v>19.6638888889</c:v>
                </c:pt>
                <c:pt idx="592">
                  <c:v>19.6972222222</c:v>
                </c:pt>
                <c:pt idx="593">
                  <c:v>19.7305555556</c:v>
                </c:pt>
                <c:pt idx="594">
                  <c:v>19.7638888889</c:v>
                </c:pt>
                <c:pt idx="595">
                  <c:v>19.7972222222</c:v>
                </c:pt>
                <c:pt idx="596">
                  <c:v>19.8305555556</c:v>
                </c:pt>
                <c:pt idx="597">
                  <c:v>19.8638888889</c:v>
                </c:pt>
                <c:pt idx="598">
                  <c:v>19.8972222222</c:v>
                </c:pt>
                <c:pt idx="599">
                  <c:v>19.9305555556</c:v>
                </c:pt>
                <c:pt idx="600">
                  <c:v>19.9638888889</c:v>
                </c:pt>
                <c:pt idx="601">
                  <c:v>19.9972222222</c:v>
                </c:pt>
                <c:pt idx="602">
                  <c:v>20.0305555556</c:v>
                </c:pt>
                <c:pt idx="603">
                  <c:v>20.0638888889</c:v>
                </c:pt>
                <c:pt idx="604">
                  <c:v>20.0972222222</c:v>
                </c:pt>
                <c:pt idx="605">
                  <c:v>20.1305555556</c:v>
                </c:pt>
                <c:pt idx="606">
                  <c:v>20.1638888889</c:v>
                </c:pt>
                <c:pt idx="607">
                  <c:v>20.1972222222</c:v>
                </c:pt>
                <c:pt idx="608">
                  <c:v>20.2305555556</c:v>
                </c:pt>
                <c:pt idx="609">
                  <c:v>20.2638888889</c:v>
                </c:pt>
                <c:pt idx="610">
                  <c:v>20.2972222222</c:v>
                </c:pt>
                <c:pt idx="611">
                  <c:v>20.3305555556</c:v>
                </c:pt>
                <c:pt idx="612">
                  <c:v>20.3638888889</c:v>
                </c:pt>
                <c:pt idx="613">
                  <c:v>20.3972222222</c:v>
                </c:pt>
                <c:pt idx="614">
                  <c:v>20.4305555556</c:v>
                </c:pt>
                <c:pt idx="615">
                  <c:v>20.4638888889</c:v>
                </c:pt>
                <c:pt idx="616">
                  <c:v>20.4972222222</c:v>
                </c:pt>
                <c:pt idx="617">
                  <c:v>20.5277777778</c:v>
                </c:pt>
                <c:pt idx="618">
                  <c:v>20.5611111111</c:v>
                </c:pt>
                <c:pt idx="619">
                  <c:v>20.5944444444</c:v>
                </c:pt>
                <c:pt idx="620">
                  <c:v>20.6277777778</c:v>
                </c:pt>
                <c:pt idx="621">
                  <c:v>20.6611111111</c:v>
                </c:pt>
                <c:pt idx="622">
                  <c:v>20.6944444444</c:v>
                </c:pt>
                <c:pt idx="623">
                  <c:v>20.7277777778</c:v>
                </c:pt>
                <c:pt idx="624">
                  <c:v>20.7611111111</c:v>
                </c:pt>
                <c:pt idx="625">
                  <c:v>20.7944444444</c:v>
                </c:pt>
                <c:pt idx="626">
                  <c:v>20.8277777778</c:v>
                </c:pt>
                <c:pt idx="627">
                  <c:v>20.8611111111</c:v>
                </c:pt>
                <c:pt idx="628">
                  <c:v>20.8944444444</c:v>
                </c:pt>
                <c:pt idx="629">
                  <c:v>20.9277777778</c:v>
                </c:pt>
                <c:pt idx="630">
                  <c:v>20.9611111111</c:v>
                </c:pt>
                <c:pt idx="631">
                  <c:v>20.9944444444</c:v>
                </c:pt>
                <c:pt idx="632">
                  <c:v>21.0277777778</c:v>
                </c:pt>
                <c:pt idx="633">
                  <c:v>21.0611111111</c:v>
                </c:pt>
                <c:pt idx="634">
                  <c:v>21.0944444444</c:v>
                </c:pt>
                <c:pt idx="635">
                  <c:v>21.1277777778</c:v>
                </c:pt>
                <c:pt idx="636">
                  <c:v>21.1611111111</c:v>
                </c:pt>
                <c:pt idx="637">
                  <c:v>21.1944444444</c:v>
                </c:pt>
                <c:pt idx="638">
                  <c:v>21.2277777778</c:v>
                </c:pt>
                <c:pt idx="639">
                  <c:v>21.2611111111</c:v>
                </c:pt>
                <c:pt idx="640">
                  <c:v>21.2944444444</c:v>
                </c:pt>
                <c:pt idx="641">
                  <c:v>21.3277777778</c:v>
                </c:pt>
                <c:pt idx="642">
                  <c:v>21.3611111111</c:v>
                </c:pt>
                <c:pt idx="643">
                  <c:v>21.3944444444</c:v>
                </c:pt>
                <c:pt idx="644">
                  <c:v>21.4277777778</c:v>
                </c:pt>
                <c:pt idx="645">
                  <c:v>21.4611111111</c:v>
                </c:pt>
                <c:pt idx="646">
                  <c:v>21.4944444444</c:v>
                </c:pt>
                <c:pt idx="647">
                  <c:v>21.5277777778</c:v>
                </c:pt>
                <c:pt idx="648">
                  <c:v>21.5611111111</c:v>
                </c:pt>
                <c:pt idx="649">
                  <c:v>21.5944444444</c:v>
                </c:pt>
                <c:pt idx="650">
                  <c:v>21.6277777778</c:v>
                </c:pt>
                <c:pt idx="651">
                  <c:v>21.6611111111</c:v>
                </c:pt>
                <c:pt idx="652">
                  <c:v>21.6944444444</c:v>
                </c:pt>
                <c:pt idx="653">
                  <c:v>21.7277777778</c:v>
                </c:pt>
                <c:pt idx="654">
                  <c:v>21.7611111111</c:v>
                </c:pt>
                <c:pt idx="655">
                  <c:v>21.7944444444</c:v>
                </c:pt>
                <c:pt idx="656">
                  <c:v>21.8277777778</c:v>
                </c:pt>
                <c:pt idx="657">
                  <c:v>21.8611111111</c:v>
                </c:pt>
                <c:pt idx="658">
                  <c:v>21.8944444444</c:v>
                </c:pt>
                <c:pt idx="659">
                  <c:v>21.9277777778</c:v>
                </c:pt>
                <c:pt idx="660">
                  <c:v>21.9611111111</c:v>
                </c:pt>
                <c:pt idx="661">
                  <c:v>21.9944444444</c:v>
                </c:pt>
                <c:pt idx="662">
                  <c:v>22.025</c:v>
                </c:pt>
                <c:pt idx="663">
                  <c:v>22.0583333333</c:v>
                </c:pt>
                <c:pt idx="664">
                  <c:v>22.0916666667</c:v>
                </c:pt>
                <c:pt idx="665">
                  <c:v>22.125</c:v>
                </c:pt>
                <c:pt idx="666">
                  <c:v>22.1583333333</c:v>
                </c:pt>
                <c:pt idx="667">
                  <c:v>22.1916666667</c:v>
                </c:pt>
                <c:pt idx="668">
                  <c:v>22.225</c:v>
                </c:pt>
                <c:pt idx="669">
                  <c:v>22.2583333333</c:v>
                </c:pt>
                <c:pt idx="670">
                  <c:v>22.2916666667</c:v>
                </c:pt>
                <c:pt idx="671">
                  <c:v>22.325</c:v>
                </c:pt>
                <c:pt idx="672">
                  <c:v>22.3583333333</c:v>
                </c:pt>
                <c:pt idx="673">
                  <c:v>22.3916666667</c:v>
                </c:pt>
                <c:pt idx="674">
                  <c:v>22.425</c:v>
                </c:pt>
                <c:pt idx="675">
                  <c:v>22.4583333333</c:v>
                </c:pt>
                <c:pt idx="676">
                  <c:v>22.4916666667</c:v>
                </c:pt>
                <c:pt idx="677">
                  <c:v>22.525</c:v>
                </c:pt>
                <c:pt idx="678">
                  <c:v>22.5583333333</c:v>
                </c:pt>
                <c:pt idx="679">
                  <c:v>22.5916666667</c:v>
                </c:pt>
                <c:pt idx="680">
                  <c:v>22.625</c:v>
                </c:pt>
                <c:pt idx="681">
                  <c:v>22.6583333333</c:v>
                </c:pt>
                <c:pt idx="682">
                  <c:v>22.6916666667</c:v>
                </c:pt>
                <c:pt idx="683">
                  <c:v>22.725</c:v>
                </c:pt>
                <c:pt idx="684">
                  <c:v>22.7583333333</c:v>
                </c:pt>
                <c:pt idx="685">
                  <c:v>22.7916666667</c:v>
                </c:pt>
                <c:pt idx="686">
                  <c:v>22.825</c:v>
                </c:pt>
                <c:pt idx="687">
                  <c:v>22.8583333333</c:v>
                </c:pt>
                <c:pt idx="688">
                  <c:v>22.8916666667</c:v>
                </c:pt>
                <c:pt idx="689">
                  <c:v>22.925</c:v>
                </c:pt>
                <c:pt idx="690">
                  <c:v>22.9583333333</c:v>
                </c:pt>
                <c:pt idx="691">
                  <c:v>22.9916666667</c:v>
                </c:pt>
                <c:pt idx="692">
                  <c:v>23.025</c:v>
                </c:pt>
                <c:pt idx="693">
                  <c:v>23.0583333333</c:v>
                </c:pt>
                <c:pt idx="694">
                  <c:v>23.0916666667</c:v>
                </c:pt>
                <c:pt idx="695">
                  <c:v>23.125</c:v>
                </c:pt>
                <c:pt idx="696">
                  <c:v>23.1583333333</c:v>
                </c:pt>
                <c:pt idx="697">
                  <c:v>23.1916666667</c:v>
                </c:pt>
                <c:pt idx="698">
                  <c:v>23.225</c:v>
                </c:pt>
                <c:pt idx="699">
                  <c:v>23.2583333333</c:v>
                </c:pt>
                <c:pt idx="700">
                  <c:v>23.2916666667</c:v>
                </c:pt>
                <c:pt idx="701">
                  <c:v>23.325</c:v>
                </c:pt>
                <c:pt idx="702">
                  <c:v>23.3583333333</c:v>
                </c:pt>
                <c:pt idx="703">
                  <c:v>23.3916666667</c:v>
                </c:pt>
                <c:pt idx="704">
                  <c:v>23.425</c:v>
                </c:pt>
                <c:pt idx="705">
                  <c:v>23.4583333333</c:v>
                </c:pt>
                <c:pt idx="706">
                  <c:v>23.4916666667</c:v>
                </c:pt>
                <c:pt idx="707">
                  <c:v>23.5222222222</c:v>
                </c:pt>
                <c:pt idx="708">
                  <c:v>23.5555555556</c:v>
                </c:pt>
                <c:pt idx="709">
                  <c:v>23.5888888889</c:v>
                </c:pt>
                <c:pt idx="710">
                  <c:v>23.6222222222</c:v>
                </c:pt>
                <c:pt idx="711">
                  <c:v>23.6555555556</c:v>
                </c:pt>
                <c:pt idx="712">
                  <c:v>23.6888888889</c:v>
                </c:pt>
                <c:pt idx="713">
                  <c:v>23.7222222222</c:v>
                </c:pt>
                <c:pt idx="714">
                  <c:v>23.7555555556</c:v>
                </c:pt>
                <c:pt idx="715">
                  <c:v>23.7888888889</c:v>
                </c:pt>
                <c:pt idx="716">
                  <c:v>23.8222222222</c:v>
                </c:pt>
                <c:pt idx="717">
                  <c:v>23.8555555556</c:v>
                </c:pt>
                <c:pt idx="718">
                  <c:v>23.8888888889</c:v>
                </c:pt>
                <c:pt idx="719">
                  <c:v>23.9222222222</c:v>
                </c:pt>
                <c:pt idx="720">
                  <c:v>23.9555555556</c:v>
                </c:pt>
                <c:pt idx="721">
                  <c:v>23.9888888889</c:v>
                </c:pt>
                <c:pt idx="722">
                  <c:v>24</c:v>
                </c:pt>
              </c:numCache>
            </c:numRef>
          </c:xVal>
          <c:yVal>
            <c:numRef>
              <c:f>'Chart Data'!$D$2:$D$724</c:f>
              <c:numCache>
                <c:formatCode>General</c:formatCode>
                <c:ptCount val="723"/>
                <c:pt idx="0">
                  <c:v>80</c:v>
                </c:pt>
                <c:pt idx="1">
                  <c:v>81.2761666667</c:v>
                </c:pt>
                <c:pt idx="2">
                  <c:v>82.5523333333</c:v>
                </c:pt>
                <c:pt idx="3">
                  <c:v>83.8285</c:v>
                </c:pt>
                <c:pt idx="4">
                  <c:v>85.1046666667</c:v>
                </c:pt>
                <c:pt idx="5">
                  <c:v>86.3808333333</c:v>
                </c:pt>
                <c:pt idx="6">
                  <c:v>87.657</c:v>
                </c:pt>
                <c:pt idx="7">
                  <c:v>88.9331666667</c:v>
                </c:pt>
                <c:pt idx="8">
                  <c:v>90.2093333333</c:v>
                </c:pt>
                <c:pt idx="9">
                  <c:v>91.4855</c:v>
                </c:pt>
                <c:pt idx="10">
                  <c:v>92.7616666667</c:v>
                </c:pt>
                <c:pt idx="11">
                  <c:v>94.0378333333</c:v>
                </c:pt>
                <c:pt idx="12">
                  <c:v>95.314</c:v>
                </c:pt>
                <c:pt idx="13">
                  <c:v>96.5901666667</c:v>
                </c:pt>
                <c:pt idx="14">
                  <c:v>97.8663333333</c:v>
                </c:pt>
                <c:pt idx="15">
                  <c:v>99.1425</c:v>
                </c:pt>
                <c:pt idx="16">
                  <c:v>99.8782047548</c:v>
                </c:pt>
                <c:pt idx="17">
                  <c:v>99.983517426</c:v>
                </c:pt>
                <c:pt idx="18">
                  <c:v>99.9977692394</c:v>
                </c:pt>
                <c:pt idx="19">
                  <c:v>99.999698416</c:v>
                </c:pt>
                <c:pt idx="20">
                  <c:v>99.9999588521</c:v>
                </c:pt>
                <c:pt idx="21">
                  <c:v>99.9999947842</c:v>
                </c:pt>
                <c:pt idx="22">
                  <c:v>99.9999991583</c:v>
                </c:pt>
                <c:pt idx="23">
                  <c:v>99.9999999316</c:v>
                </c:pt>
                <c:pt idx="24">
                  <c:v>99.9999999859</c:v>
                </c:pt>
                <c:pt idx="25">
                  <c:v>100.000000016</c:v>
                </c:pt>
                <c:pt idx="26">
                  <c:v>100.000000011</c:v>
                </c:pt>
                <c:pt idx="27">
                  <c:v>100.000000007</c:v>
                </c:pt>
                <c:pt idx="28">
                  <c:v>100.00000001</c:v>
                </c:pt>
                <c:pt idx="29">
                  <c:v>100.000000008</c:v>
                </c:pt>
                <c:pt idx="30">
                  <c:v>100.000000007</c:v>
                </c:pt>
                <c:pt idx="31">
                  <c:v>99.7523391889</c:v>
                </c:pt>
                <c:pt idx="32">
                  <c:v>99.4821637503</c:v>
                </c:pt>
                <c:pt idx="33">
                  <c:v>99.2119883117</c:v>
                </c:pt>
                <c:pt idx="34">
                  <c:v>98.9418128732</c:v>
                </c:pt>
                <c:pt idx="35">
                  <c:v>98.6716374346</c:v>
                </c:pt>
                <c:pt idx="36">
                  <c:v>98.401461996</c:v>
                </c:pt>
                <c:pt idx="37">
                  <c:v>98.1312865574</c:v>
                </c:pt>
                <c:pt idx="38">
                  <c:v>97.8611111188</c:v>
                </c:pt>
                <c:pt idx="39">
                  <c:v>97.5909356802</c:v>
                </c:pt>
                <c:pt idx="40">
                  <c:v>97.3207602416</c:v>
                </c:pt>
                <c:pt idx="41">
                  <c:v>97.050584803</c:v>
                </c:pt>
                <c:pt idx="42">
                  <c:v>96.7804093644</c:v>
                </c:pt>
                <c:pt idx="43">
                  <c:v>96.5102339258</c:v>
                </c:pt>
                <c:pt idx="44">
                  <c:v>96.2400584872</c:v>
                </c:pt>
                <c:pt idx="45">
                  <c:v>95.9698830486</c:v>
                </c:pt>
                <c:pt idx="46">
                  <c:v>97.1171878732</c:v>
                </c:pt>
                <c:pt idx="47">
                  <c:v>98.3933545398</c:v>
                </c:pt>
                <c:pt idx="48">
                  <c:v>99.6059815911</c:v>
                </c:pt>
                <c:pt idx="49">
                  <c:v>99.9466745735</c:v>
                </c:pt>
                <c:pt idx="50">
                  <c:v>99.9927827391</c:v>
                </c:pt>
                <c:pt idx="51">
                  <c:v>99.99902319</c:v>
                </c:pt>
                <c:pt idx="52">
                  <c:v>99.999867795</c:v>
                </c:pt>
                <c:pt idx="53">
                  <c:v>99.9999821069</c:v>
                </c:pt>
                <c:pt idx="54">
                  <c:v>99.9999975783</c:v>
                </c:pt>
                <c:pt idx="55">
                  <c:v>99.9999996722</c:v>
                </c:pt>
                <c:pt idx="56">
                  <c:v>99.9999999556</c:v>
                </c:pt>
                <c:pt idx="57">
                  <c:v>99.999999994</c:v>
                </c:pt>
                <c:pt idx="58">
                  <c:v>99.9999999992</c:v>
                </c:pt>
                <c:pt idx="59">
                  <c:v>99.9999999999</c:v>
                </c:pt>
                <c:pt idx="60">
                  <c:v>100</c:v>
                </c:pt>
                <c:pt idx="61">
                  <c:v>100</c:v>
                </c:pt>
                <c:pt idx="62">
                  <c:v>100</c:v>
                </c:pt>
                <c:pt idx="63">
                  <c:v>100</c:v>
                </c:pt>
                <c:pt idx="64">
                  <c:v>100</c:v>
                </c:pt>
                <c:pt idx="65">
                  <c:v>100</c:v>
                </c:pt>
                <c:pt idx="66">
                  <c:v>100</c:v>
                </c:pt>
                <c:pt idx="67">
                  <c:v>100</c:v>
                </c:pt>
                <c:pt idx="68">
                  <c:v>100</c:v>
                </c:pt>
                <c:pt idx="69">
                  <c:v>100</c:v>
                </c:pt>
                <c:pt idx="70">
                  <c:v>100</c:v>
                </c:pt>
                <c:pt idx="71">
                  <c:v>100</c:v>
                </c:pt>
                <c:pt idx="72">
                  <c:v>100</c:v>
                </c:pt>
                <c:pt idx="73">
                  <c:v>100</c:v>
                </c:pt>
                <c:pt idx="74">
                  <c:v>100</c:v>
                </c:pt>
                <c:pt idx="75">
                  <c:v>100</c:v>
                </c:pt>
                <c:pt idx="76">
                  <c:v>99.7748538013</c:v>
                </c:pt>
                <c:pt idx="77">
                  <c:v>99.5046783627</c:v>
                </c:pt>
                <c:pt idx="78">
                  <c:v>99.2345029241</c:v>
                </c:pt>
                <c:pt idx="79">
                  <c:v>98.9643274855</c:v>
                </c:pt>
                <c:pt idx="80">
                  <c:v>98.6941520469</c:v>
                </c:pt>
                <c:pt idx="81">
                  <c:v>98.4239766083</c:v>
                </c:pt>
                <c:pt idx="82">
                  <c:v>98.1538011698</c:v>
                </c:pt>
                <c:pt idx="83">
                  <c:v>97.8836257312</c:v>
                </c:pt>
                <c:pt idx="84">
                  <c:v>97.6134502926</c:v>
                </c:pt>
                <c:pt idx="85">
                  <c:v>97.343274854</c:v>
                </c:pt>
                <c:pt idx="86">
                  <c:v>97.0730994154</c:v>
                </c:pt>
                <c:pt idx="87">
                  <c:v>96.8029239768</c:v>
                </c:pt>
                <c:pt idx="88">
                  <c:v>96.5327485382</c:v>
                </c:pt>
                <c:pt idx="89">
                  <c:v>96.2625730996</c:v>
                </c:pt>
                <c:pt idx="90">
                  <c:v>95.992397661</c:v>
                </c:pt>
                <c:pt idx="91">
                  <c:v>97.0108406434</c:v>
                </c:pt>
                <c:pt idx="92">
                  <c:v>98.2870073101</c:v>
                </c:pt>
                <c:pt idx="93">
                  <c:v>99.5345250306</c:v>
                </c:pt>
                <c:pt idx="94">
                  <c:v>99.9370055911</c:v>
                </c:pt>
                <c:pt idx="95">
                  <c:v>99.9914735078</c:v>
                </c:pt>
                <c:pt idx="96">
                  <c:v>99.9988462851</c:v>
                </c:pt>
                <c:pt idx="97">
                  <c:v>99.9998445281</c:v>
                </c:pt>
                <c:pt idx="98">
                  <c:v>99.999979169</c:v>
                </c:pt>
                <c:pt idx="99">
                  <c:v>99.999993825</c:v>
                </c:pt>
                <c:pt idx="100">
                  <c:v>100.000002331</c:v>
                </c:pt>
                <c:pt idx="101">
                  <c:v>100.000002797</c:v>
                </c:pt>
                <c:pt idx="102">
                  <c:v>100.000003967</c:v>
                </c:pt>
                <c:pt idx="103">
                  <c:v>100.000003905</c:v>
                </c:pt>
                <c:pt idx="104">
                  <c:v>100.000004048</c:v>
                </c:pt>
                <c:pt idx="105">
                  <c:v>100.00000436</c:v>
                </c:pt>
                <c:pt idx="106">
                  <c:v>100.000004276</c:v>
                </c:pt>
                <c:pt idx="107">
                  <c:v>100.000004276</c:v>
                </c:pt>
                <c:pt idx="108">
                  <c:v>100.000004276</c:v>
                </c:pt>
                <c:pt idx="109">
                  <c:v>100.000004276</c:v>
                </c:pt>
                <c:pt idx="110">
                  <c:v>100.000004276</c:v>
                </c:pt>
                <c:pt idx="111">
                  <c:v>100.000004276</c:v>
                </c:pt>
                <c:pt idx="112">
                  <c:v>100.000004276</c:v>
                </c:pt>
                <c:pt idx="113">
                  <c:v>100.000004276</c:v>
                </c:pt>
                <c:pt idx="114">
                  <c:v>100.000004276</c:v>
                </c:pt>
                <c:pt idx="115">
                  <c:v>100.000004276</c:v>
                </c:pt>
                <c:pt idx="116">
                  <c:v>100.000004276</c:v>
                </c:pt>
                <c:pt idx="117">
                  <c:v>100.000004276</c:v>
                </c:pt>
                <c:pt idx="118">
                  <c:v>100.000004276</c:v>
                </c:pt>
                <c:pt idx="119">
                  <c:v>100.000004276</c:v>
                </c:pt>
                <c:pt idx="120">
                  <c:v>100.000004276</c:v>
                </c:pt>
                <c:pt idx="121">
                  <c:v>99.797372697</c:v>
                </c:pt>
                <c:pt idx="122">
                  <c:v>99.5271972584</c:v>
                </c:pt>
                <c:pt idx="123">
                  <c:v>99.2570218198</c:v>
                </c:pt>
                <c:pt idx="124">
                  <c:v>98.9868463812</c:v>
                </c:pt>
                <c:pt idx="125">
                  <c:v>98.7166709426</c:v>
                </c:pt>
                <c:pt idx="126">
                  <c:v>98.446495504</c:v>
                </c:pt>
                <c:pt idx="127">
                  <c:v>98.1763200654</c:v>
                </c:pt>
                <c:pt idx="128">
                  <c:v>97.9061446268</c:v>
                </c:pt>
                <c:pt idx="129">
                  <c:v>97.6359691882</c:v>
                </c:pt>
                <c:pt idx="130">
                  <c:v>97.3657937496</c:v>
                </c:pt>
                <c:pt idx="131">
                  <c:v>97.095618311</c:v>
                </c:pt>
                <c:pt idx="132">
                  <c:v>96.8254428724</c:v>
                </c:pt>
                <c:pt idx="133">
                  <c:v>96.5552674338</c:v>
                </c:pt>
                <c:pt idx="134">
                  <c:v>96.2850919952</c:v>
                </c:pt>
                <c:pt idx="135">
                  <c:v>96.0149165566</c:v>
                </c:pt>
                <c:pt idx="136">
                  <c:v>96.904497697</c:v>
                </c:pt>
                <c:pt idx="137">
                  <c:v>98.1806643636</c:v>
                </c:pt>
                <c:pt idx="138">
                  <c:v>99.4501163186</c:v>
                </c:pt>
                <c:pt idx="139">
                  <c:v>99.9255819491</c:v>
                </c:pt>
                <c:pt idx="140">
                  <c:v>99.9899279771</c:v>
                </c:pt>
                <c:pt idx="141">
                  <c:v>99.9986368163</c:v>
                </c:pt>
                <c:pt idx="142">
                  <c:v>99.9998155018</c:v>
                </c:pt>
                <c:pt idx="143">
                  <c:v>99.9999750293</c:v>
                </c:pt>
                <c:pt idx="144">
                  <c:v>99.9999966204</c:v>
                </c:pt>
                <c:pt idx="145">
                  <c:v>99.9999995426</c:v>
                </c:pt>
                <c:pt idx="146">
                  <c:v>99.9999999381</c:v>
                </c:pt>
                <c:pt idx="147">
                  <c:v>99.9999999916</c:v>
                </c:pt>
                <c:pt idx="148">
                  <c:v>99.9999999989</c:v>
                </c:pt>
                <c:pt idx="149">
                  <c:v>99.9999999998</c:v>
                </c:pt>
                <c:pt idx="150">
                  <c:v>100</c:v>
                </c:pt>
                <c:pt idx="151">
                  <c:v>100</c:v>
                </c:pt>
                <c:pt idx="152">
                  <c:v>100</c:v>
                </c:pt>
                <c:pt idx="153">
                  <c:v>100</c:v>
                </c:pt>
                <c:pt idx="154">
                  <c:v>100</c:v>
                </c:pt>
                <c:pt idx="155">
                  <c:v>100</c:v>
                </c:pt>
                <c:pt idx="156">
                  <c:v>100</c:v>
                </c:pt>
                <c:pt idx="157">
                  <c:v>100</c:v>
                </c:pt>
                <c:pt idx="158">
                  <c:v>100</c:v>
                </c:pt>
                <c:pt idx="159">
                  <c:v>100</c:v>
                </c:pt>
                <c:pt idx="160">
                  <c:v>100</c:v>
                </c:pt>
                <c:pt idx="161">
                  <c:v>100</c:v>
                </c:pt>
                <c:pt idx="162">
                  <c:v>100</c:v>
                </c:pt>
                <c:pt idx="163">
                  <c:v>100</c:v>
                </c:pt>
                <c:pt idx="164">
                  <c:v>100</c:v>
                </c:pt>
                <c:pt idx="165">
                  <c:v>100</c:v>
                </c:pt>
                <c:pt idx="166">
                  <c:v>99.8198830411</c:v>
                </c:pt>
                <c:pt idx="167">
                  <c:v>99.5497076025</c:v>
                </c:pt>
                <c:pt idx="168">
                  <c:v>99.2795321639</c:v>
                </c:pt>
                <c:pt idx="169">
                  <c:v>99.0093567253</c:v>
                </c:pt>
                <c:pt idx="170">
                  <c:v>98.7391812867</c:v>
                </c:pt>
                <c:pt idx="171">
                  <c:v>98.4690058481</c:v>
                </c:pt>
                <c:pt idx="172">
                  <c:v>98.1988304095</c:v>
                </c:pt>
                <c:pt idx="173">
                  <c:v>97.9286549709</c:v>
                </c:pt>
                <c:pt idx="174">
                  <c:v>97.6584795323</c:v>
                </c:pt>
                <c:pt idx="175">
                  <c:v>97.3883040937</c:v>
                </c:pt>
                <c:pt idx="176">
                  <c:v>97.1181286551</c:v>
                </c:pt>
                <c:pt idx="177">
                  <c:v>96.8479532165</c:v>
                </c:pt>
                <c:pt idx="178">
                  <c:v>96.5777777779</c:v>
                </c:pt>
                <c:pt idx="179">
                  <c:v>96.3076023393</c:v>
                </c:pt>
                <c:pt idx="180">
                  <c:v>96.0374269007</c:v>
                </c:pt>
                <c:pt idx="181">
                  <c:v>96.798146199</c:v>
                </c:pt>
                <c:pt idx="182">
                  <c:v>98.0743128657</c:v>
                </c:pt>
                <c:pt idx="183">
                  <c:v>99.3504795323</c:v>
                </c:pt>
                <c:pt idx="184">
                  <c:v>99.9120811527</c:v>
                </c:pt>
                <c:pt idx="185">
                  <c:v>99.9881010195</c:v>
                </c:pt>
                <c:pt idx="186">
                  <c:v>99.9983895846</c:v>
                </c:pt>
                <c:pt idx="187">
                  <c:v>99.9997820462</c:v>
                </c:pt>
                <c:pt idx="188">
                  <c:v>99.9999705034</c:v>
                </c:pt>
                <c:pt idx="189">
                  <c:v>99.999996008</c:v>
                </c:pt>
                <c:pt idx="190">
                  <c:v>99.9999994597</c:v>
                </c:pt>
                <c:pt idx="191">
                  <c:v>99.9999999269</c:v>
                </c:pt>
                <c:pt idx="192">
                  <c:v>99.9999999901</c:v>
                </c:pt>
                <c:pt idx="193">
                  <c:v>99.9999999987</c:v>
                </c:pt>
                <c:pt idx="194">
                  <c:v>99.9999999998</c:v>
                </c:pt>
                <c:pt idx="195">
                  <c:v>100</c:v>
                </c:pt>
                <c:pt idx="196">
                  <c:v>100</c:v>
                </c:pt>
                <c:pt idx="197">
                  <c:v>100</c:v>
                </c:pt>
                <c:pt idx="198">
                  <c:v>100</c:v>
                </c:pt>
                <c:pt idx="199">
                  <c:v>100</c:v>
                </c:pt>
                <c:pt idx="200">
                  <c:v>100</c:v>
                </c:pt>
                <c:pt idx="201">
                  <c:v>100</c:v>
                </c:pt>
                <c:pt idx="202">
                  <c:v>100</c:v>
                </c:pt>
                <c:pt idx="203">
                  <c:v>100</c:v>
                </c:pt>
                <c:pt idx="204">
                  <c:v>100</c:v>
                </c:pt>
                <c:pt idx="205">
                  <c:v>100</c:v>
                </c:pt>
                <c:pt idx="206">
                  <c:v>100</c:v>
                </c:pt>
                <c:pt idx="207">
                  <c:v>100</c:v>
                </c:pt>
                <c:pt idx="208">
                  <c:v>100</c:v>
                </c:pt>
                <c:pt idx="209">
                  <c:v>100</c:v>
                </c:pt>
                <c:pt idx="210">
                  <c:v>100</c:v>
                </c:pt>
                <c:pt idx="211">
                  <c:v>99.842397661</c:v>
                </c:pt>
                <c:pt idx="212">
                  <c:v>99.5722222224</c:v>
                </c:pt>
                <c:pt idx="213">
                  <c:v>99.3020467838</c:v>
                </c:pt>
                <c:pt idx="214">
                  <c:v>99.0318713452</c:v>
                </c:pt>
                <c:pt idx="215">
                  <c:v>98.7616959066</c:v>
                </c:pt>
                <c:pt idx="216">
                  <c:v>98.491520468</c:v>
                </c:pt>
                <c:pt idx="217">
                  <c:v>98.2213450294</c:v>
                </c:pt>
                <c:pt idx="218">
                  <c:v>97.9511695908</c:v>
                </c:pt>
                <c:pt idx="219">
                  <c:v>97.6809941522</c:v>
                </c:pt>
                <c:pt idx="220">
                  <c:v>97.4108187136</c:v>
                </c:pt>
                <c:pt idx="221">
                  <c:v>97.140643275</c:v>
                </c:pt>
                <c:pt idx="222">
                  <c:v>96.8704678364</c:v>
                </c:pt>
                <c:pt idx="223">
                  <c:v>96.6002923978</c:v>
                </c:pt>
                <c:pt idx="224">
                  <c:v>96.3301169592</c:v>
                </c:pt>
                <c:pt idx="225">
                  <c:v>96.0599415206</c:v>
                </c:pt>
                <c:pt idx="226">
                  <c:v>96.6917989768</c:v>
                </c:pt>
                <c:pt idx="227">
                  <c:v>97.9679656434</c:v>
                </c:pt>
                <c:pt idx="228">
                  <c:v>99.2441323101</c:v>
                </c:pt>
                <c:pt idx="229">
                  <c:v>99.8961361073</c:v>
                </c:pt>
                <c:pt idx="230">
                  <c:v>99.985942678</c:v>
                </c:pt>
                <c:pt idx="231">
                  <c:v>99.9980974313</c:v>
                </c:pt>
                <c:pt idx="232">
                  <c:v>99.9997424995</c:v>
                </c:pt>
                <c:pt idx="233">
                  <c:v>99.9999651489</c:v>
                </c:pt>
                <c:pt idx="234">
                  <c:v>99.9999952831</c:v>
                </c:pt>
                <c:pt idx="235">
                  <c:v>99.9999993616</c:v>
                </c:pt>
                <c:pt idx="236">
                  <c:v>99.9999999136</c:v>
                </c:pt>
                <c:pt idx="237">
                  <c:v>99.9999999883</c:v>
                </c:pt>
                <c:pt idx="238">
                  <c:v>99.9999999984</c:v>
                </c:pt>
                <c:pt idx="239">
                  <c:v>99.9999999998</c:v>
                </c:pt>
                <c:pt idx="240">
                  <c:v>100</c:v>
                </c:pt>
                <c:pt idx="241">
                  <c:v>100</c:v>
                </c:pt>
                <c:pt idx="242">
                  <c:v>100</c:v>
                </c:pt>
                <c:pt idx="243">
                  <c:v>100</c:v>
                </c:pt>
                <c:pt idx="244">
                  <c:v>100</c:v>
                </c:pt>
                <c:pt idx="245">
                  <c:v>100</c:v>
                </c:pt>
                <c:pt idx="246">
                  <c:v>100</c:v>
                </c:pt>
                <c:pt idx="247">
                  <c:v>100</c:v>
                </c:pt>
                <c:pt idx="248">
                  <c:v>100</c:v>
                </c:pt>
                <c:pt idx="249">
                  <c:v>100</c:v>
                </c:pt>
                <c:pt idx="250">
                  <c:v>100</c:v>
                </c:pt>
                <c:pt idx="251">
                  <c:v>100</c:v>
                </c:pt>
                <c:pt idx="252">
                  <c:v>100</c:v>
                </c:pt>
                <c:pt idx="253">
                  <c:v>100</c:v>
                </c:pt>
                <c:pt idx="254">
                  <c:v>100</c:v>
                </c:pt>
                <c:pt idx="255">
                  <c:v>100</c:v>
                </c:pt>
                <c:pt idx="256">
                  <c:v>99.8649122809</c:v>
                </c:pt>
                <c:pt idx="257">
                  <c:v>99.5947368423</c:v>
                </c:pt>
                <c:pt idx="258">
                  <c:v>99.3245614037</c:v>
                </c:pt>
                <c:pt idx="259">
                  <c:v>99.0543859651</c:v>
                </c:pt>
                <c:pt idx="260">
                  <c:v>98.7842105265</c:v>
                </c:pt>
                <c:pt idx="261">
                  <c:v>98.5140350879</c:v>
                </c:pt>
                <c:pt idx="262">
                  <c:v>98.2438596493</c:v>
                </c:pt>
                <c:pt idx="263">
                  <c:v>97.9736842107</c:v>
                </c:pt>
                <c:pt idx="264">
                  <c:v>97.7035087721</c:v>
                </c:pt>
                <c:pt idx="265">
                  <c:v>97.4333333335</c:v>
                </c:pt>
                <c:pt idx="266">
                  <c:v>97.1631578949</c:v>
                </c:pt>
                <c:pt idx="267">
                  <c:v>96.8929824563</c:v>
                </c:pt>
                <c:pt idx="268">
                  <c:v>96.6228070177</c:v>
                </c:pt>
                <c:pt idx="269">
                  <c:v>96.3526315791</c:v>
                </c:pt>
                <c:pt idx="270">
                  <c:v>96.0824561405</c:v>
                </c:pt>
                <c:pt idx="271">
                  <c:v>96.5854517545</c:v>
                </c:pt>
                <c:pt idx="272">
                  <c:v>97.8616184212</c:v>
                </c:pt>
                <c:pt idx="273">
                  <c:v>99.1377850879</c:v>
                </c:pt>
                <c:pt idx="274">
                  <c:v>99.8773013614</c:v>
                </c:pt>
                <c:pt idx="275">
                  <c:v>99.9833941079</c:v>
                </c:pt>
                <c:pt idx="276">
                  <c:v>99.9977525961</c:v>
                </c:pt>
                <c:pt idx="277">
                  <c:v>99.999695854</c:v>
                </c:pt>
                <c:pt idx="278">
                  <c:v>99.9999588391</c:v>
                </c:pt>
                <c:pt idx="279">
                  <c:v>99.9999944294</c:v>
                </c:pt>
                <c:pt idx="280">
                  <c:v>99.9999992461</c:v>
                </c:pt>
                <c:pt idx="281">
                  <c:v>99.999999898</c:v>
                </c:pt>
                <c:pt idx="282">
                  <c:v>99.9999999862</c:v>
                </c:pt>
                <c:pt idx="283">
                  <c:v>99.9999999981</c:v>
                </c:pt>
                <c:pt idx="284">
                  <c:v>99.9999999997</c:v>
                </c:pt>
                <c:pt idx="285">
                  <c:v>100</c:v>
                </c:pt>
                <c:pt idx="286">
                  <c:v>100</c:v>
                </c:pt>
                <c:pt idx="287">
                  <c:v>100</c:v>
                </c:pt>
                <c:pt idx="288">
                  <c:v>100</c:v>
                </c:pt>
                <c:pt idx="289">
                  <c:v>100</c:v>
                </c:pt>
                <c:pt idx="290">
                  <c:v>100</c:v>
                </c:pt>
                <c:pt idx="291">
                  <c:v>100</c:v>
                </c:pt>
                <c:pt idx="292">
                  <c:v>100</c:v>
                </c:pt>
                <c:pt idx="293">
                  <c:v>100</c:v>
                </c:pt>
                <c:pt idx="294">
                  <c:v>100</c:v>
                </c:pt>
                <c:pt idx="295">
                  <c:v>100</c:v>
                </c:pt>
                <c:pt idx="296">
                  <c:v>100</c:v>
                </c:pt>
                <c:pt idx="297">
                  <c:v>100</c:v>
                </c:pt>
                <c:pt idx="298">
                  <c:v>100</c:v>
                </c:pt>
                <c:pt idx="299">
                  <c:v>100</c:v>
                </c:pt>
                <c:pt idx="300">
                  <c:v>100</c:v>
                </c:pt>
                <c:pt idx="301">
                  <c:v>99.8874269007</c:v>
                </c:pt>
                <c:pt idx="302">
                  <c:v>99.6172514622</c:v>
                </c:pt>
                <c:pt idx="303">
                  <c:v>99.3470760236</c:v>
                </c:pt>
                <c:pt idx="304">
                  <c:v>99.076900585</c:v>
                </c:pt>
                <c:pt idx="305">
                  <c:v>98.8067251464</c:v>
                </c:pt>
                <c:pt idx="306">
                  <c:v>98.5365497078</c:v>
                </c:pt>
                <c:pt idx="307">
                  <c:v>98.2663742692</c:v>
                </c:pt>
                <c:pt idx="308">
                  <c:v>97.9961988306</c:v>
                </c:pt>
                <c:pt idx="309">
                  <c:v>97.726023392</c:v>
                </c:pt>
                <c:pt idx="310">
                  <c:v>97.4558479534</c:v>
                </c:pt>
                <c:pt idx="311">
                  <c:v>97.1856725148</c:v>
                </c:pt>
                <c:pt idx="312">
                  <c:v>96.9154970762</c:v>
                </c:pt>
                <c:pt idx="313">
                  <c:v>96.6453216376</c:v>
                </c:pt>
                <c:pt idx="314">
                  <c:v>96.375146199</c:v>
                </c:pt>
                <c:pt idx="315">
                  <c:v>96.1049707604</c:v>
                </c:pt>
                <c:pt idx="316">
                  <c:v>96.4791045323</c:v>
                </c:pt>
                <c:pt idx="317">
                  <c:v>97.755271199</c:v>
                </c:pt>
                <c:pt idx="318">
                  <c:v>99.0314378657</c:v>
                </c:pt>
                <c:pt idx="319">
                  <c:v>99.8550452548</c:v>
                </c:pt>
                <c:pt idx="320">
                  <c:v>99.9803816547</c:v>
                </c:pt>
                <c:pt idx="321">
                  <c:v>99.9973447835</c:v>
                </c:pt>
                <c:pt idx="322">
                  <c:v>99.9996406333</c:v>
                </c:pt>
                <c:pt idx="323">
                  <c:v>99.999951362</c:v>
                </c:pt>
                <c:pt idx="324">
                  <c:v>99.9999934172</c:v>
                </c:pt>
                <c:pt idx="325">
                  <c:v>99.9999991091</c:v>
                </c:pt>
                <c:pt idx="326">
                  <c:v>99.9999998794</c:v>
                </c:pt>
                <c:pt idx="327">
                  <c:v>99.9999999837</c:v>
                </c:pt>
                <c:pt idx="328">
                  <c:v>99.9999999978</c:v>
                </c:pt>
                <c:pt idx="329">
                  <c:v>99.9999999997</c:v>
                </c:pt>
                <c:pt idx="330">
                  <c:v>100</c:v>
                </c:pt>
                <c:pt idx="331">
                  <c:v>100</c:v>
                </c:pt>
                <c:pt idx="332">
                  <c:v>100</c:v>
                </c:pt>
                <c:pt idx="333">
                  <c:v>100</c:v>
                </c:pt>
                <c:pt idx="334">
                  <c:v>100</c:v>
                </c:pt>
                <c:pt idx="335">
                  <c:v>100</c:v>
                </c:pt>
                <c:pt idx="336">
                  <c:v>100</c:v>
                </c:pt>
                <c:pt idx="337">
                  <c:v>100</c:v>
                </c:pt>
                <c:pt idx="338">
                  <c:v>100</c:v>
                </c:pt>
                <c:pt idx="339">
                  <c:v>100</c:v>
                </c:pt>
                <c:pt idx="340">
                  <c:v>100</c:v>
                </c:pt>
                <c:pt idx="341">
                  <c:v>100</c:v>
                </c:pt>
                <c:pt idx="342">
                  <c:v>100</c:v>
                </c:pt>
                <c:pt idx="343">
                  <c:v>100</c:v>
                </c:pt>
                <c:pt idx="344">
                  <c:v>100</c:v>
                </c:pt>
                <c:pt idx="345">
                  <c:v>100</c:v>
                </c:pt>
                <c:pt idx="346">
                  <c:v>99.9099415206</c:v>
                </c:pt>
                <c:pt idx="347">
                  <c:v>99.639766082</c:v>
                </c:pt>
                <c:pt idx="348">
                  <c:v>99.3695906434</c:v>
                </c:pt>
                <c:pt idx="349">
                  <c:v>99.0994152048</c:v>
                </c:pt>
                <c:pt idx="350">
                  <c:v>98.8292397662</c:v>
                </c:pt>
                <c:pt idx="351">
                  <c:v>98.5590643276</c:v>
                </c:pt>
                <c:pt idx="352">
                  <c:v>98.2888888891</c:v>
                </c:pt>
                <c:pt idx="353">
                  <c:v>98.0187134505</c:v>
                </c:pt>
                <c:pt idx="354">
                  <c:v>97.7485380119</c:v>
                </c:pt>
                <c:pt idx="355">
                  <c:v>97.4783625733</c:v>
                </c:pt>
                <c:pt idx="356">
                  <c:v>97.2081871347</c:v>
                </c:pt>
                <c:pt idx="357">
                  <c:v>96.9380116961</c:v>
                </c:pt>
                <c:pt idx="358">
                  <c:v>96.6678362575</c:v>
                </c:pt>
                <c:pt idx="359">
                  <c:v>96.3976608189</c:v>
                </c:pt>
                <c:pt idx="360">
                  <c:v>96.1274853803</c:v>
                </c:pt>
                <c:pt idx="361">
                  <c:v>96.3727573101</c:v>
                </c:pt>
                <c:pt idx="362">
                  <c:v>97.6489239768</c:v>
                </c:pt>
                <c:pt idx="363">
                  <c:v>98.9250906434</c:v>
                </c:pt>
                <c:pt idx="364">
                  <c:v>99.8287591407</c:v>
                </c:pt>
                <c:pt idx="365">
                  <c:v>99.9768240254</c:v>
                </c:pt>
                <c:pt idx="366">
                  <c:v>99.9968632805</c:v>
                </c:pt>
                <c:pt idx="367">
                  <c:v>99.999575465</c:v>
                </c:pt>
                <c:pt idx="368">
                  <c:v>99.9999425419</c:v>
                </c:pt>
                <c:pt idx="369">
                  <c:v>99.9999922234</c:v>
                </c:pt>
                <c:pt idx="370">
                  <c:v>99.9999989475</c:v>
                </c:pt>
                <c:pt idx="371">
                  <c:v>99.9999998575</c:v>
                </c:pt>
                <c:pt idx="372">
                  <c:v>99.9999999807</c:v>
                </c:pt>
                <c:pt idx="373">
                  <c:v>99.9999999974</c:v>
                </c:pt>
                <c:pt idx="374">
                  <c:v>99.9999999996</c:v>
                </c:pt>
                <c:pt idx="375">
                  <c:v>100</c:v>
                </c:pt>
                <c:pt idx="376">
                  <c:v>100</c:v>
                </c:pt>
                <c:pt idx="377">
                  <c:v>100</c:v>
                </c:pt>
                <c:pt idx="378">
                  <c:v>100</c:v>
                </c:pt>
                <c:pt idx="379">
                  <c:v>100</c:v>
                </c:pt>
                <c:pt idx="380">
                  <c:v>100</c:v>
                </c:pt>
                <c:pt idx="381">
                  <c:v>100</c:v>
                </c:pt>
                <c:pt idx="382">
                  <c:v>100</c:v>
                </c:pt>
                <c:pt idx="383">
                  <c:v>100</c:v>
                </c:pt>
                <c:pt idx="384">
                  <c:v>100</c:v>
                </c:pt>
                <c:pt idx="385">
                  <c:v>100</c:v>
                </c:pt>
                <c:pt idx="386">
                  <c:v>100</c:v>
                </c:pt>
                <c:pt idx="387">
                  <c:v>100</c:v>
                </c:pt>
                <c:pt idx="388">
                  <c:v>100</c:v>
                </c:pt>
                <c:pt idx="389">
                  <c:v>100</c:v>
                </c:pt>
                <c:pt idx="390">
                  <c:v>100</c:v>
                </c:pt>
                <c:pt idx="391">
                  <c:v>99.9324561405</c:v>
                </c:pt>
                <c:pt idx="392">
                  <c:v>99.6622807019</c:v>
                </c:pt>
                <c:pt idx="393">
                  <c:v>99.3921052633</c:v>
                </c:pt>
                <c:pt idx="394">
                  <c:v>99.1219298247</c:v>
                </c:pt>
                <c:pt idx="395">
                  <c:v>98.8517543861</c:v>
                </c:pt>
                <c:pt idx="396">
                  <c:v>98.5815789475</c:v>
                </c:pt>
                <c:pt idx="397">
                  <c:v>98.3114035089</c:v>
                </c:pt>
                <c:pt idx="398">
                  <c:v>98.0412280703</c:v>
                </c:pt>
                <c:pt idx="399">
                  <c:v>97.7710526317</c:v>
                </c:pt>
                <c:pt idx="400">
                  <c:v>97.5008771931</c:v>
                </c:pt>
                <c:pt idx="401">
                  <c:v>97.2307017545</c:v>
                </c:pt>
                <c:pt idx="402">
                  <c:v>96.960526316</c:v>
                </c:pt>
                <c:pt idx="403">
                  <c:v>96.6903508774</c:v>
                </c:pt>
                <c:pt idx="404">
                  <c:v>96.4201754388</c:v>
                </c:pt>
                <c:pt idx="405">
                  <c:v>96.1500000002</c:v>
                </c:pt>
                <c:pt idx="406">
                  <c:v>96.2664100879</c:v>
                </c:pt>
                <c:pt idx="407">
                  <c:v>97.5425767545</c:v>
                </c:pt>
                <c:pt idx="408">
                  <c:v>98.8187434212</c:v>
                </c:pt>
                <c:pt idx="409">
                  <c:v>99.7977071861</c:v>
                </c:pt>
                <c:pt idx="410">
                  <c:v>99.9726215807</c:v>
                </c:pt>
                <c:pt idx="411">
                  <c:v>99.9962945891</c:v>
                </c:pt>
                <c:pt idx="412">
                  <c:v>99.9994985141</c:v>
                </c:pt>
                <c:pt idx="413">
                  <c:v>99.9999321299</c:v>
                </c:pt>
                <c:pt idx="414">
                  <c:v>99.9999908146</c:v>
                </c:pt>
                <c:pt idx="415">
                  <c:v>99.9999987569</c:v>
                </c:pt>
                <c:pt idx="416">
                  <c:v>99.9999998318</c:v>
                </c:pt>
                <c:pt idx="417">
                  <c:v>99.9999999772</c:v>
                </c:pt>
                <c:pt idx="418">
                  <c:v>99.9999999969</c:v>
                </c:pt>
                <c:pt idx="419">
                  <c:v>99.9999999996</c:v>
                </c:pt>
                <c:pt idx="420">
                  <c:v>99.9999999999</c:v>
                </c:pt>
                <c:pt idx="421">
                  <c:v>100</c:v>
                </c:pt>
                <c:pt idx="422">
                  <c:v>100</c:v>
                </c:pt>
                <c:pt idx="423">
                  <c:v>100</c:v>
                </c:pt>
                <c:pt idx="424">
                  <c:v>100</c:v>
                </c:pt>
                <c:pt idx="425">
                  <c:v>100</c:v>
                </c:pt>
                <c:pt idx="426">
                  <c:v>100</c:v>
                </c:pt>
                <c:pt idx="427">
                  <c:v>100</c:v>
                </c:pt>
                <c:pt idx="428">
                  <c:v>100</c:v>
                </c:pt>
                <c:pt idx="429">
                  <c:v>100</c:v>
                </c:pt>
                <c:pt idx="430">
                  <c:v>100</c:v>
                </c:pt>
                <c:pt idx="431">
                  <c:v>100</c:v>
                </c:pt>
                <c:pt idx="432">
                  <c:v>100</c:v>
                </c:pt>
                <c:pt idx="433">
                  <c:v>100</c:v>
                </c:pt>
                <c:pt idx="434">
                  <c:v>100</c:v>
                </c:pt>
                <c:pt idx="435">
                  <c:v>100</c:v>
                </c:pt>
                <c:pt idx="436">
                  <c:v>99.9549707604</c:v>
                </c:pt>
                <c:pt idx="437">
                  <c:v>99.6847953218</c:v>
                </c:pt>
                <c:pt idx="438">
                  <c:v>99.4146198832</c:v>
                </c:pt>
                <c:pt idx="439">
                  <c:v>99.1444444446</c:v>
                </c:pt>
                <c:pt idx="440">
                  <c:v>98.874269006</c:v>
                </c:pt>
                <c:pt idx="441">
                  <c:v>98.6040935674</c:v>
                </c:pt>
                <c:pt idx="442">
                  <c:v>98.3339181288</c:v>
                </c:pt>
                <c:pt idx="443">
                  <c:v>98.0637426902</c:v>
                </c:pt>
                <c:pt idx="444">
                  <c:v>97.7935672516</c:v>
                </c:pt>
                <c:pt idx="445">
                  <c:v>97.523391813</c:v>
                </c:pt>
                <c:pt idx="446">
                  <c:v>97.2532163744</c:v>
                </c:pt>
                <c:pt idx="447">
                  <c:v>96.9830409358</c:v>
                </c:pt>
                <c:pt idx="448">
                  <c:v>96.7128654972</c:v>
                </c:pt>
                <c:pt idx="449">
                  <c:v>96.4426900586</c:v>
                </c:pt>
                <c:pt idx="450">
                  <c:v>96.17251462</c:v>
                </c:pt>
                <c:pt idx="451">
                  <c:v>96.1600628657</c:v>
                </c:pt>
                <c:pt idx="452">
                  <c:v>97.4362295323</c:v>
                </c:pt>
                <c:pt idx="453">
                  <c:v>98.712396199</c:v>
                </c:pt>
                <c:pt idx="454">
                  <c:v>99.7610206262</c:v>
                </c:pt>
                <c:pt idx="455">
                  <c:v>99.9676560864</c:v>
                </c:pt>
                <c:pt idx="456">
                  <c:v>99.9956224612</c:v>
                </c:pt>
                <c:pt idx="457">
                  <c:v>99.9994075273</c:v>
                </c:pt>
                <c:pt idx="458">
                  <c:v>99.9999198126</c:v>
                </c:pt>
                <c:pt idx="459">
                  <c:v>99.9999891471</c:v>
                </c:pt>
                <c:pt idx="460">
                  <c:v>99.9999985311</c:v>
                </c:pt>
                <c:pt idx="461">
                  <c:v>99.9999998012</c:v>
                </c:pt>
                <c:pt idx="462">
                  <c:v>99.9999999731</c:v>
                </c:pt>
                <c:pt idx="463">
                  <c:v>99.9999999964</c:v>
                </c:pt>
                <c:pt idx="464">
                  <c:v>99.9999999995</c:v>
                </c:pt>
                <c:pt idx="465">
                  <c:v>99.9999999999</c:v>
                </c:pt>
                <c:pt idx="466">
                  <c:v>100</c:v>
                </c:pt>
                <c:pt idx="467">
                  <c:v>100</c:v>
                </c:pt>
                <c:pt idx="468">
                  <c:v>100</c:v>
                </c:pt>
                <c:pt idx="469">
                  <c:v>100</c:v>
                </c:pt>
                <c:pt idx="470">
                  <c:v>100</c:v>
                </c:pt>
                <c:pt idx="471">
                  <c:v>100</c:v>
                </c:pt>
                <c:pt idx="472">
                  <c:v>100</c:v>
                </c:pt>
                <c:pt idx="473">
                  <c:v>100</c:v>
                </c:pt>
                <c:pt idx="474">
                  <c:v>100</c:v>
                </c:pt>
                <c:pt idx="475">
                  <c:v>100</c:v>
                </c:pt>
                <c:pt idx="476">
                  <c:v>100</c:v>
                </c:pt>
                <c:pt idx="477">
                  <c:v>100</c:v>
                </c:pt>
                <c:pt idx="478">
                  <c:v>100</c:v>
                </c:pt>
                <c:pt idx="479">
                  <c:v>100</c:v>
                </c:pt>
                <c:pt idx="480">
                  <c:v>100</c:v>
                </c:pt>
                <c:pt idx="481">
                  <c:v>99.9774853803</c:v>
                </c:pt>
                <c:pt idx="482">
                  <c:v>99.7073099417</c:v>
                </c:pt>
                <c:pt idx="483">
                  <c:v>99.4371345031</c:v>
                </c:pt>
                <c:pt idx="484">
                  <c:v>99.1669590645</c:v>
                </c:pt>
                <c:pt idx="485">
                  <c:v>98.8967836259</c:v>
                </c:pt>
                <c:pt idx="486">
                  <c:v>98.6266081873</c:v>
                </c:pt>
                <c:pt idx="487">
                  <c:v>98.3564327487</c:v>
                </c:pt>
                <c:pt idx="488">
                  <c:v>98.0862573101</c:v>
                </c:pt>
                <c:pt idx="489">
                  <c:v>97.8160818715</c:v>
                </c:pt>
                <c:pt idx="490">
                  <c:v>97.5459064329</c:v>
                </c:pt>
                <c:pt idx="491">
                  <c:v>97.2757309943</c:v>
                </c:pt>
                <c:pt idx="492">
                  <c:v>97.0055555557</c:v>
                </c:pt>
                <c:pt idx="493">
                  <c:v>96.7353801171</c:v>
                </c:pt>
                <c:pt idx="494">
                  <c:v>96.4652046785</c:v>
                </c:pt>
                <c:pt idx="495">
                  <c:v>96.1950292399</c:v>
                </c:pt>
                <c:pt idx="496">
                  <c:v>96.0537156434</c:v>
                </c:pt>
                <c:pt idx="497">
                  <c:v>97.3298823101</c:v>
                </c:pt>
                <c:pt idx="498">
                  <c:v>98.6060489768</c:v>
                </c:pt>
                <c:pt idx="499">
                  <c:v>99.7176691283</c:v>
                </c:pt>
                <c:pt idx="500">
                  <c:v>99.9617909416</c:v>
                </c:pt>
                <c:pt idx="501">
                  <c:v>99.994829861</c:v>
                </c:pt>
                <c:pt idx="502">
                  <c:v>99.9993002454</c:v>
                </c:pt>
                <c:pt idx="503">
                  <c:v>99.9999052914</c:v>
                </c:pt>
                <c:pt idx="504">
                  <c:v>99.9999871816</c:v>
                </c:pt>
                <c:pt idx="505">
                  <c:v>99.9999982651</c:v>
                </c:pt>
                <c:pt idx="506">
                  <c:v>99.9999997652</c:v>
                </c:pt>
                <c:pt idx="507">
                  <c:v>99.9999999682</c:v>
                </c:pt>
                <c:pt idx="508">
                  <c:v>99.9999999957</c:v>
                </c:pt>
                <c:pt idx="509">
                  <c:v>99.9999999994</c:v>
                </c:pt>
                <c:pt idx="510">
                  <c:v>99.9999999999</c:v>
                </c:pt>
                <c:pt idx="511">
                  <c:v>100</c:v>
                </c:pt>
                <c:pt idx="512">
                  <c:v>100</c:v>
                </c:pt>
                <c:pt idx="513">
                  <c:v>100</c:v>
                </c:pt>
                <c:pt idx="514">
                  <c:v>100</c:v>
                </c:pt>
                <c:pt idx="515">
                  <c:v>100</c:v>
                </c:pt>
                <c:pt idx="516">
                  <c:v>100</c:v>
                </c:pt>
                <c:pt idx="517">
                  <c:v>100</c:v>
                </c:pt>
                <c:pt idx="518">
                  <c:v>100</c:v>
                </c:pt>
                <c:pt idx="519">
                  <c:v>100</c:v>
                </c:pt>
                <c:pt idx="520">
                  <c:v>100</c:v>
                </c:pt>
                <c:pt idx="521">
                  <c:v>100</c:v>
                </c:pt>
                <c:pt idx="522">
                  <c:v>100</c:v>
                </c:pt>
                <c:pt idx="523">
                  <c:v>100</c:v>
                </c:pt>
                <c:pt idx="524">
                  <c:v>100</c:v>
                </c:pt>
                <c:pt idx="525">
                  <c:v>100</c:v>
                </c:pt>
                <c:pt idx="526">
                  <c:v>100</c:v>
                </c:pt>
                <c:pt idx="527">
                  <c:v>99.7298245616</c:v>
                </c:pt>
                <c:pt idx="528">
                  <c:v>99.459649123</c:v>
                </c:pt>
                <c:pt idx="529">
                  <c:v>99.1894736844</c:v>
                </c:pt>
                <c:pt idx="530">
                  <c:v>98.9192982458</c:v>
                </c:pt>
                <c:pt idx="531">
                  <c:v>98.6491228072</c:v>
                </c:pt>
                <c:pt idx="532">
                  <c:v>98.3789473686</c:v>
                </c:pt>
                <c:pt idx="533">
                  <c:v>98.10877193</c:v>
                </c:pt>
                <c:pt idx="534">
                  <c:v>97.8385964914</c:v>
                </c:pt>
                <c:pt idx="535">
                  <c:v>97.5684210528</c:v>
                </c:pt>
                <c:pt idx="536">
                  <c:v>97.2982456142</c:v>
                </c:pt>
                <c:pt idx="537">
                  <c:v>97.0280701756</c:v>
                </c:pt>
                <c:pt idx="538">
                  <c:v>96.757894737</c:v>
                </c:pt>
                <c:pt idx="539">
                  <c:v>96.4877192984</c:v>
                </c:pt>
                <c:pt idx="540">
                  <c:v>96.2175438598</c:v>
                </c:pt>
                <c:pt idx="541">
                  <c:v>95.9473684212</c:v>
                </c:pt>
                <c:pt idx="542">
                  <c:v>97.2235350879</c:v>
                </c:pt>
                <c:pt idx="543">
                  <c:v>98.4997017545</c:v>
                </c:pt>
                <c:pt idx="544">
                  <c:v>99.6664695942</c:v>
                </c:pt>
                <c:pt idx="545">
                  <c:v>99.9548654422</c:v>
                </c:pt>
                <c:pt idx="546">
                  <c:v>99.9938926137</c:v>
                </c:pt>
                <c:pt idx="547">
                  <c:v>99.9991728073</c:v>
                </c:pt>
                <c:pt idx="548">
                  <c:v>99.9998913172</c:v>
                </c:pt>
                <c:pt idx="549">
                  <c:v>99.9999842329</c:v>
                </c:pt>
                <c:pt idx="550">
                  <c:v>99.9999990328</c:v>
                </c:pt>
                <c:pt idx="551">
                  <c:v>100.000000703</c:v>
                </c:pt>
                <c:pt idx="552">
                  <c:v>100.000002227</c:v>
                </c:pt>
                <c:pt idx="553">
                  <c:v>100.000003325</c:v>
                </c:pt>
                <c:pt idx="554">
                  <c:v>100.000003464</c:v>
                </c:pt>
                <c:pt idx="555">
                  <c:v>100.000003459</c:v>
                </c:pt>
                <c:pt idx="556">
                  <c:v>100.000003459</c:v>
                </c:pt>
                <c:pt idx="557">
                  <c:v>100.000003459</c:v>
                </c:pt>
                <c:pt idx="558">
                  <c:v>100.000003459</c:v>
                </c:pt>
                <c:pt idx="559">
                  <c:v>100.000003459</c:v>
                </c:pt>
                <c:pt idx="560">
                  <c:v>100.000003459</c:v>
                </c:pt>
                <c:pt idx="561">
                  <c:v>100.000003459</c:v>
                </c:pt>
                <c:pt idx="562">
                  <c:v>100.000003459</c:v>
                </c:pt>
                <c:pt idx="563">
                  <c:v>100.000003459</c:v>
                </c:pt>
                <c:pt idx="564">
                  <c:v>100.000003459</c:v>
                </c:pt>
                <c:pt idx="565">
                  <c:v>100.000003459</c:v>
                </c:pt>
                <c:pt idx="566">
                  <c:v>100.000003459</c:v>
                </c:pt>
                <c:pt idx="567">
                  <c:v>100.000003459</c:v>
                </c:pt>
                <c:pt idx="568">
                  <c:v>100.000003459</c:v>
                </c:pt>
                <c:pt idx="569">
                  <c:v>100.000003459</c:v>
                </c:pt>
                <c:pt idx="570">
                  <c:v>100.000003459</c:v>
                </c:pt>
                <c:pt idx="571">
                  <c:v>100.000003459</c:v>
                </c:pt>
                <c:pt idx="572">
                  <c:v>99.7523426401</c:v>
                </c:pt>
                <c:pt idx="573">
                  <c:v>99.4821672015</c:v>
                </c:pt>
                <c:pt idx="574">
                  <c:v>99.2119917629</c:v>
                </c:pt>
                <c:pt idx="575">
                  <c:v>98.9418163243</c:v>
                </c:pt>
                <c:pt idx="576">
                  <c:v>98.6716408857</c:v>
                </c:pt>
                <c:pt idx="577">
                  <c:v>98.4014654471</c:v>
                </c:pt>
                <c:pt idx="578">
                  <c:v>98.1312900085</c:v>
                </c:pt>
                <c:pt idx="579">
                  <c:v>97.8611145699</c:v>
                </c:pt>
                <c:pt idx="580">
                  <c:v>97.5909391313</c:v>
                </c:pt>
                <c:pt idx="581">
                  <c:v>97.3207636928</c:v>
                </c:pt>
                <c:pt idx="582">
                  <c:v>97.0505882542</c:v>
                </c:pt>
                <c:pt idx="583">
                  <c:v>96.7804128156</c:v>
                </c:pt>
                <c:pt idx="584">
                  <c:v>96.510237377</c:v>
                </c:pt>
                <c:pt idx="585">
                  <c:v>96.2400619384</c:v>
                </c:pt>
                <c:pt idx="586">
                  <c:v>95.9698864998</c:v>
                </c:pt>
                <c:pt idx="587">
                  <c:v>97.1171913243</c:v>
                </c:pt>
                <c:pt idx="588">
                  <c:v>98.393357991</c:v>
                </c:pt>
                <c:pt idx="589">
                  <c:v>99.6059784545</c:v>
                </c:pt>
                <c:pt idx="590">
                  <c:v>99.9466780585</c:v>
                </c:pt>
                <c:pt idx="591">
                  <c:v>99.992783648</c:v>
                </c:pt>
                <c:pt idx="592">
                  <c:v>99.9990274447</c:v>
                </c:pt>
                <c:pt idx="593">
                  <c:v>99.9998701152</c:v>
                </c:pt>
                <c:pt idx="594">
                  <c:v>99.999982762</c:v>
                </c:pt>
                <c:pt idx="595">
                  <c:v>99.9999976591</c:v>
                </c:pt>
                <c:pt idx="596">
                  <c:v>99.999999683</c:v>
                </c:pt>
                <c:pt idx="597">
                  <c:v>99.9999999571</c:v>
                </c:pt>
                <c:pt idx="598">
                  <c:v>99.9999999942</c:v>
                </c:pt>
                <c:pt idx="599">
                  <c:v>99.9999999992</c:v>
                </c:pt>
                <c:pt idx="600">
                  <c:v>99.9999999999</c:v>
                </c:pt>
                <c:pt idx="601">
                  <c:v>100</c:v>
                </c:pt>
                <c:pt idx="602">
                  <c:v>100</c:v>
                </c:pt>
                <c:pt idx="603">
                  <c:v>100</c:v>
                </c:pt>
                <c:pt idx="604">
                  <c:v>100</c:v>
                </c:pt>
                <c:pt idx="605">
                  <c:v>100</c:v>
                </c:pt>
                <c:pt idx="606">
                  <c:v>100</c:v>
                </c:pt>
                <c:pt idx="607">
                  <c:v>100</c:v>
                </c:pt>
                <c:pt idx="608">
                  <c:v>100</c:v>
                </c:pt>
                <c:pt idx="609">
                  <c:v>100</c:v>
                </c:pt>
                <c:pt idx="610">
                  <c:v>100</c:v>
                </c:pt>
                <c:pt idx="611">
                  <c:v>100</c:v>
                </c:pt>
                <c:pt idx="612">
                  <c:v>100</c:v>
                </c:pt>
                <c:pt idx="613">
                  <c:v>100</c:v>
                </c:pt>
                <c:pt idx="614">
                  <c:v>100</c:v>
                </c:pt>
                <c:pt idx="615">
                  <c:v>100</c:v>
                </c:pt>
                <c:pt idx="616">
                  <c:v>100</c:v>
                </c:pt>
                <c:pt idx="617">
                  <c:v>99.7748538013</c:v>
                </c:pt>
                <c:pt idx="618">
                  <c:v>99.5046783627</c:v>
                </c:pt>
                <c:pt idx="619">
                  <c:v>99.2345029241</c:v>
                </c:pt>
                <c:pt idx="620">
                  <c:v>98.9643274855</c:v>
                </c:pt>
                <c:pt idx="621">
                  <c:v>98.6941520469</c:v>
                </c:pt>
                <c:pt idx="622">
                  <c:v>98.4239766084</c:v>
                </c:pt>
                <c:pt idx="623">
                  <c:v>98.1538011698</c:v>
                </c:pt>
                <c:pt idx="624">
                  <c:v>97.8836257312</c:v>
                </c:pt>
                <c:pt idx="625">
                  <c:v>97.6134502926</c:v>
                </c:pt>
                <c:pt idx="626">
                  <c:v>97.343274854</c:v>
                </c:pt>
                <c:pt idx="627">
                  <c:v>97.0730994154</c:v>
                </c:pt>
                <c:pt idx="628">
                  <c:v>96.8029239768</c:v>
                </c:pt>
                <c:pt idx="629">
                  <c:v>96.5327485382</c:v>
                </c:pt>
                <c:pt idx="630">
                  <c:v>96.2625730996</c:v>
                </c:pt>
                <c:pt idx="631">
                  <c:v>95.992397661</c:v>
                </c:pt>
                <c:pt idx="632">
                  <c:v>97.0108406434</c:v>
                </c:pt>
                <c:pt idx="633">
                  <c:v>98.2870073101</c:v>
                </c:pt>
                <c:pt idx="634">
                  <c:v>99.5345292922</c:v>
                </c:pt>
                <c:pt idx="635">
                  <c:v>99.9370076322</c:v>
                </c:pt>
                <c:pt idx="636">
                  <c:v>99.9914761495</c:v>
                </c:pt>
                <c:pt idx="637">
                  <c:v>99.998844857</c:v>
                </c:pt>
                <c:pt idx="638">
                  <c:v>99.9998430497</c:v>
                </c:pt>
                <c:pt idx="639">
                  <c:v>99.9999796583</c:v>
                </c:pt>
                <c:pt idx="640">
                  <c:v>99.9999972469</c:v>
                </c:pt>
                <c:pt idx="641">
                  <c:v>99.9999996271</c:v>
                </c:pt>
                <c:pt idx="642">
                  <c:v>99.9999999495</c:v>
                </c:pt>
                <c:pt idx="643">
                  <c:v>99.9999999932</c:v>
                </c:pt>
                <c:pt idx="644">
                  <c:v>99.9999999991</c:v>
                </c:pt>
                <c:pt idx="645">
                  <c:v>99.9999999999</c:v>
                </c:pt>
                <c:pt idx="646">
                  <c:v>100</c:v>
                </c:pt>
                <c:pt idx="647">
                  <c:v>100</c:v>
                </c:pt>
                <c:pt idx="648">
                  <c:v>100</c:v>
                </c:pt>
                <c:pt idx="649">
                  <c:v>100</c:v>
                </c:pt>
                <c:pt idx="650">
                  <c:v>100</c:v>
                </c:pt>
                <c:pt idx="651">
                  <c:v>100</c:v>
                </c:pt>
                <c:pt idx="652">
                  <c:v>100</c:v>
                </c:pt>
                <c:pt idx="653">
                  <c:v>100</c:v>
                </c:pt>
                <c:pt idx="654">
                  <c:v>100</c:v>
                </c:pt>
                <c:pt idx="655">
                  <c:v>100</c:v>
                </c:pt>
                <c:pt idx="656">
                  <c:v>100</c:v>
                </c:pt>
                <c:pt idx="657">
                  <c:v>100</c:v>
                </c:pt>
                <c:pt idx="658">
                  <c:v>100</c:v>
                </c:pt>
                <c:pt idx="659">
                  <c:v>100</c:v>
                </c:pt>
                <c:pt idx="660">
                  <c:v>100</c:v>
                </c:pt>
                <c:pt idx="661">
                  <c:v>100</c:v>
                </c:pt>
                <c:pt idx="662">
                  <c:v>99.7973684212</c:v>
                </c:pt>
                <c:pt idx="663">
                  <c:v>99.5271929826</c:v>
                </c:pt>
                <c:pt idx="664">
                  <c:v>99.257017544</c:v>
                </c:pt>
                <c:pt idx="665">
                  <c:v>98.9868421054</c:v>
                </c:pt>
                <c:pt idx="666">
                  <c:v>98.7166666668</c:v>
                </c:pt>
                <c:pt idx="667">
                  <c:v>98.4464912282</c:v>
                </c:pt>
                <c:pt idx="668">
                  <c:v>98.1763157896</c:v>
                </c:pt>
                <c:pt idx="669">
                  <c:v>97.906140351</c:v>
                </c:pt>
                <c:pt idx="670">
                  <c:v>97.6359649124</c:v>
                </c:pt>
                <c:pt idx="671">
                  <c:v>97.3657894738</c:v>
                </c:pt>
                <c:pt idx="672">
                  <c:v>97.0956140353</c:v>
                </c:pt>
                <c:pt idx="673">
                  <c:v>96.8254385967</c:v>
                </c:pt>
                <c:pt idx="674">
                  <c:v>96.5552631581</c:v>
                </c:pt>
                <c:pt idx="675">
                  <c:v>96.2850877195</c:v>
                </c:pt>
                <c:pt idx="676">
                  <c:v>96.0149122809</c:v>
                </c:pt>
                <c:pt idx="677">
                  <c:v>96.9044934212</c:v>
                </c:pt>
                <c:pt idx="678">
                  <c:v>98.1806600879</c:v>
                </c:pt>
                <c:pt idx="679">
                  <c:v>99.4501129556</c:v>
                </c:pt>
                <c:pt idx="680">
                  <c:v>99.9255784793</c:v>
                </c:pt>
                <c:pt idx="681">
                  <c:v>99.9899298638</c:v>
                </c:pt>
                <c:pt idx="682">
                  <c:v>99.9986371657</c:v>
                </c:pt>
                <c:pt idx="683">
                  <c:v>99.9998155494</c:v>
                </c:pt>
                <c:pt idx="684">
                  <c:v>99.9999750358</c:v>
                </c:pt>
                <c:pt idx="685">
                  <c:v>99.9999966213</c:v>
                </c:pt>
                <c:pt idx="686">
                  <c:v>99.9999995427</c:v>
                </c:pt>
                <c:pt idx="687">
                  <c:v>99.9999999381</c:v>
                </c:pt>
                <c:pt idx="688">
                  <c:v>99.9999999916</c:v>
                </c:pt>
                <c:pt idx="689">
                  <c:v>99.9999999989</c:v>
                </c:pt>
                <c:pt idx="690">
                  <c:v>99.9999999998</c:v>
                </c:pt>
                <c:pt idx="691">
                  <c:v>100</c:v>
                </c:pt>
                <c:pt idx="692">
                  <c:v>100</c:v>
                </c:pt>
                <c:pt idx="693">
                  <c:v>100</c:v>
                </c:pt>
                <c:pt idx="694">
                  <c:v>100</c:v>
                </c:pt>
                <c:pt idx="695">
                  <c:v>100</c:v>
                </c:pt>
                <c:pt idx="696">
                  <c:v>100</c:v>
                </c:pt>
                <c:pt idx="697">
                  <c:v>100</c:v>
                </c:pt>
                <c:pt idx="698">
                  <c:v>100</c:v>
                </c:pt>
                <c:pt idx="699">
                  <c:v>100</c:v>
                </c:pt>
                <c:pt idx="700">
                  <c:v>100</c:v>
                </c:pt>
                <c:pt idx="701">
                  <c:v>100</c:v>
                </c:pt>
                <c:pt idx="702">
                  <c:v>100</c:v>
                </c:pt>
                <c:pt idx="703">
                  <c:v>100</c:v>
                </c:pt>
                <c:pt idx="704">
                  <c:v>100</c:v>
                </c:pt>
                <c:pt idx="705">
                  <c:v>100</c:v>
                </c:pt>
                <c:pt idx="706">
                  <c:v>100</c:v>
                </c:pt>
                <c:pt idx="707">
                  <c:v>99.8198830411</c:v>
                </c:pt>
                <c:pt idx="708">
                  <c:v>99.5497076025</c:v>
                </c:pt>
                <c:pt idx="709">
                  <c:v>99.2795321639</c:v>
                </c:pt>
                <c:pt idx="710">
                  <c:v>99.0093567253</c:v>
                </c:pt>
                <c:pt idx="711">
                  <c:v>98.7391812867</c:v>
                </c:pt>
                <c:pt idx="712">
                  <c:v>98.4690058481</c:v>
                </c:pt>
                <c:pt idx="713">
                  <c:v>98.1988304095</c:v>
                </c:pt>
                <c:pt idx="714">
                  <c:v>97.9286549709</c:v>
                </c:pt>
                <c:pt idx="715">
                  <c:v>97.6584795323</c:v>
                </c:pt>
                <c:pt idx="716">
                  <c:v>97.3883040937</c:v>
                </c:pt>
                <c:pt idx="717">
                  <c:v>97.1181286551</c:v>
                </c:pt>
                <c:pt idx="718">
                  <c:v>96.8479532165</c:v>
                </c:pt>
                <c:pt idx="719">
                  <c:v>96.5777777779</c:v>
                </c:pt>
                <c:pt idx="720">
                  <c:v>96.3076023393</c:v>
                </c:pt>
                <c:pt idx="721">
                  <c:v>96.0374269007</c:v>
                </c:pt>
                <c:pt idx="722">
                  <c:v>95.9473684212</c:v>
                </c:pt>
              </c:numCache>
            </c:numRef>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105"/>
          <c:min val="50"/>
        </c:scaling>
        <c:delete val="0"/>
        <c:axPos val="l"/>
        <c:majorGridlines>
          <c:spPr>
            <a:ln xmlns:a="http://schemas.openxmlformats.org/drawingml/2006/main" w="9525">
              <a:solidFill>
                <a:srgbClr val="E4EBEF"/>
              </a:solidFill>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State of charge [%]</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587081"/>
            </a:solidFill>
          </a:ln>
        </c:spPr>
        <c:txPr>
          <a:bodyPr xmlns:a="http://schemas.openxmlformats.org/drawingml/2006/main" anchorCtr="1"/>
          <a:lstStyle xmlns:a="http://schemas.openxmlformats.org/drawingml/2006/main"/>
          <a:p xmlns:a="http://schemas.openxmlformats.org/drawingml/2006/main">
            <a:pPr>
              <a:defRPr sz="1350">
                <a:solidFill>
                  <a:srgbClr val="587081"/>
                </a:solidFill>
                <a:latin typeface="Arial"/>
                <a:ea typeface="Arial"/>
                <a:cs typeface="Arial"/>
              </a:defRPr>
            </a:pPr>
          </a:p>
        </c:txPr>
        <c:crossAx val="48650112"/>
        <c:crossesAt val="50"/>
      </c:valAx>
      <c:valAx>
        <c:axId val="48650112"/>
        <c:scaling>
          <c:orientation val="minMax"/>
          <c:max val="24"/>
          <c:min val="0"/>
        </c:scaling>
        <c:delete val="0"/>
        <c:axPos val="b"/>
        <c:title>
          <c:tx>
            <c:rich>
              <a:bodyPr xmlns:a="http://schemas.openxmlformats.org/drawingml/2006/main"/>
              <a:lstStyle xmlns:a="http://schemas.openxmlformats.org/drawingml/2006/main"/>
              <a:p xmlns:a="http://schemas.openxmlformats.org/drawingml/2006/main">
                <a:r>
                  <a:rPr>
                    <a:latin typeface="Arial"/>
                    <a:ea typeface="Arial"/>
                    <a:cs typeface="Arial"/>
                  </a:rPr>
                  <a:t>Elapsed time [h]</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587081"/>
            </a:solidFill>
          </a:ln>
        </c:spPr>
        <c:txPr>
          <a:bodyPr xmlns:a="http://schemas.openxmlformats.org/drawingml/2006/main" anchorCtr="1"/>
          <a:lstStyle xmlns:a="http://schemas.openxmlformats.org/drawingml/2006/main"/>
          <a:p xmlns:a="http://schemas.openxmlformats.org/drawingml/2006/main">
            <a:pPr>
              <a:defRPr sz="1350">
                <a:solidFill>
                  <a:srgbClr val="587081"/>
                </a:solidFill>
                <a:latin typeface="Arial"/>
                <a:ea typeface="Arial"/>
                <a:cs typeface="Arial"/>
              </a:defRPr>
            </a:pPr>
          </a:p>
        </c:txPr>
        <c:crossAx val="48672768"/>
        <c:majorUnit val="6"/>
      </c:valAx>
      <c:spPr>
        <a:solidFill xmlns:a="http://schemas.openxmlformats.org/drawingml/2006/main">
          <a:srgbClr val="FFFFFF"/>
        </a:solidFill>
      </c:spPr>
    </c:plotArea>
    <c:legend>
      <c:legendPos val="b"/>
      <c:overlay val="0"/>
      <c:txPr>
        <a:bodyPr xmlns:a="http://schemas.openxmlformats.org/drawingml/2006/main" anchorCtr="1"/>
        <a:lstStyle xmlns:a="http://schemas.openxmlformats.org/drawingml/2006/main"/>
        <a:p xmlns:a="http://schemas.openxmlformats.org/drawingml/2006/main">
          <a:pPr>
            <a:defRPr sz="1500">
              <a:solidFill>
                <a:srgbClr val="142B3D"/>
              </a:solidFill>
              <a:latin typeface="Arial"/>
              <a:ea typeface="Arial"/>
              <a:cs typeface="Arial"/>
            </a:defRPr>
          </a:pPr>
        </a:p>
      </c:txPr>
    </c:legend>
    <c:plotVisOnly val="1"/>
  </c:chart>
  <c:spPr>
    <a:solidFill xmlns:a="http://schemas.openxmlformats.org/drawingml/2006/main">
      <a:srgbClr val="FFFFFF"/>
    </a:solidFill>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142B3D"/>
        </a:solidFill>
      </p:bgPr>
    </p:bg>
    <p:spTree>
      <p:nvGrpSpPr>
        <p:cNvPr id="1" name=""/>
        <p:cNvGrpSpPr/>
        <p:nvPr/>
      </p:nvGrpSpPr>
      <p:grpSpPr>
        <a:xfrm xmlns:a="http://schemas.openxmlformats.org/drawingml/2006/main"/>
      </p:grpSpPr>
      <p:pic>
        <p:nvPicPr>
          <p:cNvPr id="6" name="">
            <a:extLst xmlns:a="http://schemas.openxmlformats.org/drawingml/2006/main">
              <a:ext uri="{FF2B5EF4-FFF2-40B4-BE49-F238E27FC236}">
                <a16:creationId xmlns:a16="http://schemas.microsoft.com/office/drawing/2014/main" id="{814D11FE-1369-4637-A7C4-D1198B9C33C6}"/>
              </a:ext>
            </a:extLst>
          </p:cNvPr>
          <p:cNvPicPr>
            <a:picLocks xmlns:a="http://schemas.openxmlformats.org/drawingml/2006/main" noChangeAspect="1"/>
          </p:cNvPicPr>
          <p:nvPr/>
        </p:nvPicPr>
        <p:blipFill>
          <a:blip xmlns:r="http://schemas.openxmlformats.org/officeDocument/2006/relationships" xmlns:a="http://schemas.openxmlformats.org/drawingml/2006/main" r:embed="R97e5611a3777438a"/>
          <a:stretch xmlns:a="http://schemas.openxmlformats.org/drawingml/2006/main"/>
        </p:blipFill>
        <p:spPr>
          <a:xfrm xmlns:a="http://schemas.openxmlformats.org/drawingml/2006/main">
            <a:off x="2514600" y="0"/>
            <a:ext cx="7162800" cy="4476750"/>
          </a:xfrm>
          <a:prstGeom xmlns:a="http://schemas.openxmlformats.org/drawingml/2006/main" prst="rect">
            <a:avLst/>
          </a:prstGeom>
        </p:spPr>
      </p:pic>
      <p:sp>
        <p:nvSpPr>
          <p:cNvPr id="2" name="Haven-1 thermal engineering">
            <a:extLst xmlns:a="http://schemas.openxmlformats.org/drawingml/2006/main">
              <a:ext uri="{FF2B5EF4-FFF2-40B4-BE49-F238E27FC236}">
                <a16:creationId xmlns:a16="http://schemas.microsoft.com/office/drawing/2014/main" id="{F2BCDFFE-53F8-4037-97A1-5778CAAD5AEC}"/>
              </a:ext>
            </a:extLst>
          </p:cNvPr>
          <p:cNvSpPr>
            <a:spLocks xmlns:a="http://schemas.openxmlformats.org/drawingml/2006/main" noGrp="1"/>
          </p:cNvSpPr>
          <p:nvPr/>
        </p:nvSpPr>
        <p:spPr>
          <a:xfrm xmlns:a="http://schemas.openxmlformats.org/drawingml/2006/main">
            <a:off x="533400" y="4695825"/>
            <a:ext cx="11125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3600" b="1">
                <a:solidFill>
                  <a:srgbClr val="FFFFFF"/>
                </a:solidFill>
              </a:defRPr>
            </a:defPPr>
            <a:lvl1pPr>
              <a:defRPr sz="3600" b="1">
                <a:solidFill>
                  <a:srgbClr val="FFFFFF"/>
                </a:solidFill>
              </a:defRPr>
            </a:lvl1pPr>
            <a:lvl2pPr>
              <a:defRPr sz="3600" b="1">
                <a:solidFill>
                  <a:srgbClr val="FFFFFF"/>
                </a:solidFill>
              </a:defRPr>
            </a:lvl2pPr>
            <a:lvl3pPr>
              <a:defRPr sz="3600" b="1">
                <a:solidFill>
                  <a:srgbClr val="FFFFFF"/>
                </a:solidFill>
              </a:defRPr>
            </a:lvl3pPr>
            <a:lvl4pPr>
              <a:defRPr sz="3600" b="1">
                <a:solidFill>
                  <a:srgbClr val="FFFFFF"/>
                </a:solidFill>
              </a:defRPr>
            </a:lvl4pPr>
            <a:lvl5pPr>
              <a:defRPr sz="3600" b="1">
                <a:solidFill>
                  <a:srgbClr val="FFFFFF"/>
                </a:solidFill>
              </a:defRPr>
            </a:lvl5pPr>
            <a:lvl6pPr>
              <a:defRPr sz="3600" b="1">
                <a:solidFill>
                  <a:srgbClr val="FFFFFF"/>
                </a:solidFill>
              </a:defRPr>
            </a:lvl6pPr>
            <a:lvl7pPr>
              <a:defRPr sz="3600" b="1">
                <a:solidFill>
                  <a:srgbClr val="FFFFFF"/>
                </a:solidFill>
              </a:defRPr>
            </a:lvl7pPr>
            <a:lvl8pPr>
              <a:defRPr sz="3600" b="1">
                <a:solidFill>
                  <a:srgbClr val="FFFFFF"/>
                </a:solidFill>
              </a:defRPr>
            </a:lvl8pPr>
            <a:lvl9pPr>
              <a:defRPr sz="3600" b="1">
                <a:solidFill>
                  <a:srgbClr val="FFFFFF"/>
                </a:solidFill>
              </a:defRPr>
            </a:lvl9pPr>
          </a:lstStyle>
          <a:p xmlns:a="http://schemas.openxmlformats.org/drawingml/2006/main">
            <a:pPr>
              <a:defRPr sz="3600" b="1">
                <a:solidFill>
                  <a:srgbClr val="FFFFFF"/>
                </a:solidFill>
              </a:defRPr>
            </a:pPr>
            <a:r>
              <a:rPr sz="3600" b="1">
                <a:solidFill>
                  <a:srgbClr val="FFFFFF"/>
                </a:solidFill>
              </a:rPr>
              <a:t>Haven-1 thermal engineering</a:t>
            </a:r>
          </a:p>
        </p:txBody>
      </p:sp>
      <p:sp>
        <p:nvSpPr>
          <p:cNvPr id="3" name="Mohammadreza Khani, PhD">
            <a:extLst xmlns:a="http://schemas.openxmlformats.org/drawingml/2006/main">
              <a:ext uri="{FF2B5EF4-FFF2-40B4-BE49-F238E27FC236}">
                <a16:creationId xmlns:a16="http://schemas.microsoft.com/office/drawing/2014/main" id="{A262F9D9-F3C0-473B-BBEF-5EB9016EF1F4}"/>
              </a:ext>
            </a:extLst>
          </p:cNvPr>
          <p:cNvSpPr>
            <a:spLocks xmlns:a="http://schemas.openxmlformats.org/drawingml/2006/main" noGrp="1"/>
          </p:cNvSpPr>
          <p:nvPr/>
        </p:nvSpPr>
        <p:spPr>
          <a:xfrm xmlns:a="http://schemas.openxmlformats.org/drawingml/2006/main">
            <a:off x="533400" y="5514975"/>
            <a:ext cx="9525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75" b="0">
                <a:solidFill>
                  <a:srgbClr val="FFFFFF"/>
                </a:solidFill>
              </a:defRPr>
            </a:defPPr>
            <a:lvl1pPr>
              <a:defRPr sz="2175" b="0">
                <a:solidFill>
                  <a:srgbClr val="FFFFFF"/>
                </a:solidFill>
              </a:defRPr>
            </a:lvl1pPr>
            <a:lvl2pPr>
              <a:defRPr sz="2175" b="0">
                <a:solidFill>
                  <a:srgbClr val="FFFFFF"/>
                </a:solidFill>
              </a:defRPr>
            </a:lvl2pPr>
            <a:lvl3pPr>
              <a:defRPr sz="2175" b="0">
                <a:solidFill>
                  <a:srgbClr val="FFFFFF"/>
                </a:solidFill>
              </a:defRPr>
            </a:lvl3pPr>
            <a:lvl4pPr>
              <a:defRPr sz="2175" b="0">
                <a:solidFill>
                  <a:srgbClr val="FFFFFF"/>
                </a:solidFill>
              </a:defRPr>
            </a:lvl4pPr>
            <a:lvl5pPr>
              <a:defRPr sz="2175" b="0">
                <a:solidFill>
                  <a:srgbClr val="FFFFFF"/>
                </a:solidFill>
              </a:defRPr>
            </a:lvl5pPr>
            <a:lvl6pPr>
              <a:defRPr sz="2175" b="0">
                <a:solidFill>
                  <a:srgbClr val="FFFFFF"/>
                </a:solidFill>
              </a:defRPr>
            </a:lvl6pPr>
            <a:lvl7pPr>
              <a:defRPr sz="2175" b="0">
                <a:solidFill>
                  <a:srgbClr val="FFFFFF"/>
                </a:solidFill>
              </a:defRPr>
            </a:lvl7pPr>
            <a:lvl8pPr>
              <a:defRPr sz="2175" b="0">
                <a:solidFill>
                  <a:srgbClr val="FFFFFF"/>
                </a:solidFill>
              </a:defRPr>
            </a:lvl8pPr>
            <a:lvl9pPr>
              <a:defRPr sz="2175" b="0">
                <a:solidFill>
                  <a:srgbClr val="FFFFFF"/>
                </a:solidFill>
              </a:defRPr>
            </a:lvl9pPr>
          </a:lstStyle>
          <a:p xmlns:a="http://schemas.openxmlformats.org/drawingml/2006/main">
            <a:pPr>
              <a:defRPr sz="2175" b="0">
                <a:solidFill>
                  <a:srgbClr val="FFFFFF"/>
                </a:solidFill>
              </a:defRPr>
            </a:pPr>
            <a:r>
              <a:rPr sz="2175" b="0">
                <a:solidFill>
                  <a:srgbClr val="FFFFFF"/>
                </a:solidFill>
              </a:rPr>
              <a:t>Mohammadreza Khani, PhD</a:t>
            </a:r>
          </a:p>
        </p:txBody>
      </p:sp>
      <p:sp>
        <p:nvSpPr>
          <p:cNvPr id="4" name="Independent spacecraft analysis and interview demonstration">
            <a:extLst xmlns:a="http://schemas.openxmlformats.org/drawingml/2006/main">
              <a:ext uri="{FF2B5EF4-FFF2-40B4-BE49-F238E27FC236}">
                <a16:creationId xmlns:a16="http://schemas.microsoft.com/office/drawing/2014/main" id="{AD88CE23-BEC4-426B-9151-125F02B1DF72}"/>
              </a:ext>
            </a:extLst>
          </p:cNvPr>
          <p:cNvSpPr>
            <a:spLocks xmlns:a="http://schemas.openxmlformats.org/drawingml/2006/main" noGrp="1"/>
          </p:cNvSpPr>
          <p:nvPr/>
        </p:nvSpPr>
        <p:spPr>
          <a:xfrm xmlns:a="http://schemas.openxmlformats.org/drawingml/2006/main">
            <a:off x="533400" y="6038850"/>
            <a:ext cx="8477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725" b="0">
                <a:solidFill>
                  <a:srgbClr val="CFDCE5"/>
                </a:solidFill>
              </a:defRPr>
            </a:defPPr>
            <a:lvl1pPr>
              <a:defRPr sz="1725" b="0">
                <a:solidFill>
                  <a:srgbClr val="CFDCE5"/>
                </a:solidFill>
              </a:defRPr>
            </a:lvl1pPr>
            <a:lvl2pPr>
              <a:defRPr sz="1725" b="0">
                <a:solidFill>
                  <a:srgbClr val="CFDCE5"/>
                </a:solidFill>
              </a:defRPr>
            </a:lvl2pPr>
            <a:lvl3pPr>
              <a:defRPr sz="1725" b="0">
                <a:solidFill>
                  <a:srgbClr val="CFDCE5"/>
                </a:solidFill>
              </a:defRPr>
            </a:lvl3pPr>
            <a:lvl4pPr>
              <a:defRPr sz="1725" b="0">
                <a:solidFill>
                  <a:srgbClr val="CFDCE5"/>
                </a:solidFill>
              </a:defRPr>
            </a:lvl4pPr>
            <a:lvl5pPr>
              <a:defRPr sz="1725" b="0">
                <a:solidFill>
                  <a:srgbClr val="CFDCE5"/>
                </a:solidFill>
              </a:defRPr>
            </a:lvl5pPr>
            <a:lvl6pPr>
              <a:defRPr sz="1725" b="0">
                <a:solidFill>
                  <a:srgbClr val="CFDCE5"/>
                </a:solidFill>
              </a:defRPr>
            </a:lvl6pPr>
            <a:lvl7pPr>
              <a:defRPr sz="1725" b="0">
                <a:solidFill>
                  <a:srgbClr val="CFDCE5"/>
                </a:solidFill>
              </a:defRPr>
            </a:lvl7pPr>
            <a:lvl8pPr>
              <a:defRPr sz="1725" b="0">
                <a:solidFill>
                  <a:srgbClr val="CFDCE5"/>
                </a:solidFill>
              </a:defRPr>
            </a:lvl8pPr>
            <a:lvl9pPr>
              <a:defRPr sz="1725" b="0">
                <a:solidFill>
                  <a:srgbClr val="CFDCE5"/>
                </a:solidFill>
              </a:defRPr>
            </a:lvl9pPr>
          </a:lstStyle>
          <a:p xmlns:a="http://schemas.openxmlformats.org/drawingml/2006/main">
            <a:pPr>
              <a:defRPr sz="1725" b="0">
                <a:solidFill>
                  <a:srgbClr val="CFDCE5"/>
                </a:solidFill>
              </a:defRPr>
            </a:pPr>
            <a:r>
              <a:rPr sz="1725" b="0">
                <a:solidFill>
                  <a:srgbClr val="CFDCE5"/>
                </a:solidFill>
              </a:rPr>
              <a:t>Independent spacecraft analysis and interview demonstration</a:t>
            </a:r>
          </a:p>
        </p:txBody>
      </p:sp>
      <p:sp>
        <p:nvSpPr>
          <p:cNvPr id="5" name="Open the full study">
            <a:extLst xmlns:a="http://schemas.openxmlformats.org/drawingml/2006/main">
              <a:ext uri="{FF2B5EF4-FFF2-40B4-BE49-F238E27FC236}">
                <a16:creationId xmlns:a16="http://schemas.microsoft.com/office/drawing/2014/main" id="{1122F8EF-A6B0-4309-BDA7-03C6F1098B0F}"/>
              </a:ext>
            </a:extLst>
          </p:cNvPr>
          <p:cNvSpPr>
            <a:spLocks xmlns:a="http://schemas.openxmlformats.org/drawingml/2006/main" noGrp="1"/>
          </p:cNvSpPr>
          <p:nvPr/>
        </p:nvSpPr>
        <p:spPr>
          <a:xfrm xmlns:a="http://schemas.openxmlformats.org/drawingml/2006/main">
            <a:off x="9477375" y="6419850"/>
            <a:ext cx="23336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500" b="0">
                <a:solidFill>
                  <a:srgbClr val="E0BD79"/>
                </a:solidFill>
              </a:defRPr>
            </a:defPPr>
            <a:lvl1pPr>
              <a:defRPr sz="1500" b="0">
                <a:solidFill>
                  <a:srgbClr val="E0BD79"/>
                </a:solidFill>
              </a:defRPr>
            </a:lvl1pPr>
            <a:lvl2pPr>
              <a:defRPr sz="1500" b="0">
                <a:solidFill>
                  <a:srgbClr val="E0BD79"/>
                </a:solidFill>
              </a:defRPr>
            </a:lvl2pPr>
            <a:lvl3pPr>
              <a:defRPr sz="1500" b="0">
                <a:solidFill>
                  <a:srgbClr val="E0BD79"/>
                </a:solidFill>
              </a:defRPr>
            </a:lvl3pPr>
            <a:lvl4pPr>
              <a:defRPr sz="1500" b="0">
                <a:solidFill>
                  <a:srgbClr val="E0BD79"/>
                </a:solidFill>
              </a:defRPr>
            </a:lvl4pPr>
            <a:lvl5pPr>
              <a:defRPr sz="1500" b="0">
                <a:solidFill>
                  <a:srgbClr val="E0BD79"/>
                </a:solidFill>
              </a:defRPr>
            </a:lvl5pPr>
            <a:lvl6pPr>
              <a:defRPr sz="1500" b="0">
                <a:solidFill>
                  <a:srgbClr val="E0BD79"/>
                </a:solidFill>
              </a:defRPr>
            </a:lvl6pPr>
            <a:lvl7pPr>
              <a:defRPr sz="1500" b="0">
                <a:solidFill>
                  <a:srgbClr val="E0BD79"/>
                </a:solidFill>
              </a:defRPr>
            </a:lvl7pPr>
            <a:lvl8pPr>
              <a:defRPr sz="1500" b="0">
                <a:solidFill>
                  <a:srgbClr val="E0BD79"/>
                </a:solidFill>
              </a:defRPr>
            </a:lvl8pPr>
            <a:lvl9pPr>
              <a:defRPr sz="1500" b="0">
                <a:solidFill>
                  <a:srgbClr val="E0BD79"/>
                </a:solidFill>
              </a:defRPr>
            </a:lvl9pPr>
          </a:lstStyle>
          <a:p xmlns:a="http://schemas.openxmlformats.org/drawingml/2006/main">
            <a:pPr>
              <a:defRPr sz="1500" b="0">
                <a:solidFill>
                  <a:srgbClr val="E0BD79"/>
                </a:solidFill>
              </a:defRPr>
            </a:pPr>
            <a:r>
              <a:rPr sz="1500" b="0">
                <a:solidFill>
                  <a:srgbClr val="E0BD79"/>
                </a:solidFill>
                <a:hlinkClick xmlns:r="http://schemas.openxmlformats.org/officeDocument/2006/relationships" r:id="Rbb6f6c5a27f2416d"/>
              </a:rPr>
              <a:t>Open the full study</a:t>
            </a:r>
          </a:p>
        </p:txBody>
      </p:sp>
    </p:spTree>
    <p:extLst>
      <p:ext uri="{BB962C8B-B14F-4D97-AF65-F5344CB8AC3E}">
        <p14:creationId xmlns:p14="http://schemas.microsoft.com/office/powerpoint/2010/main" val="1367001260"/>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Vast’s mission and Haven-1 operating environment">
            <a:extLst xmlns:a="http://schemas.openxmlformats.org/drawingml/2006/main">
              <a:ext uri="{FF2B5EF4-FFF2-40B4-BE49-F238E27FC236}">
                <a16:creationId xmlns:a16="http://schemas.microsoft.com/office/drawing/2014/main" id="{4AD788EE-57D0-4FC8-B9A6-E0855FEE0F2A}"/>
              </a:ext>
            </a:extLst>
          </p:cNvPr>
          <p:cNvSpPr>
            <a:spLocks xmlns:a="http://schemas.openxmlformats.org/drawingml/2006/main" noGrp="1"/>
          </p:cNvSpPr>
          <p:nvPr/>
        </p:nvSpPr>
        <p:spPr>
          <a:xfrm xmlns:a="http://schemas.openxmlformats.org/drawingml/2006/main">
            <a:off x="533400" y="361950"/>
            <a:ext cx="111252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3150" b="1">
                <a:solidFill>
                  <a:srgbClr val="142B3D"/>
                </a:solidFill>
              </a:defRPr>
            </a:defPPr>
            <a:lvl1pPr>
              <a:defRPr sz="3150" b="1">
                <a:solidFill>
                  <a:srgbClr val="142B3D"/>
                </a:solidFill>
              </a:defRPr>
            </a:lvl1pPr>
            <a:lvl2pPr>
              <a:defRPr sz="3150" b="1">
                <a:solidFill>
                  <a:srgbClr val="142B3D"/>
                </a:solidFill>
              </a:defRPr>
            </a:lvl2pPr>
            <a:lvl3pPr>
              <a:defRPr sz="3150" b="1">
                <a:solidFill>
                  <a:srgbClr val="142B3D"/>
                </a:solidFill>
              </a:defRPr>
            </a:lvl3pPr>
            <a:lvl4pPr>
              <a:defRPr sz="3150" b="1">
                <a:solidFill>
                  <a:srgbClr val="142B3D"/>
                </a:solidFill>
              </a:defRPr>
            </a:lvl4pPr>
            <a:lvl5pPr>
              <a:defRPr sz="3150" b="1">
                <a:solidFill>
                  <a:srgbClr val="142B3D"/>
                </a:solidFill>
              </a:defRPr>
            </a:lvl5pPr>
            <a:lvl6pPr>
              <a:defRPr sz="3150" b="1">
                <a:solidFill>
                  <a:srgbClr val="142B3D"/>
                </a:solidFill>
              </a:defRPr>
            </a:lvl6pPr>
            <a:lvl7pPr>
              <a:defRPr sz="3150" b="1">
                <a:solidFill>
                  <a:srgbClr val="142B3D"/>
                </a:solidFill>
              </a:defRPr>
            </a:lvl7pPr>
            <a:lvl8pPr>
              <a:defRPr sz="3150" b="1">
                <a:solidFill>
                  <a:srgbClr val="142B3D"/>
                </a:solidFill>
              </a:defRPr>
            </a:lvl8pPr>
            <a:lvl9pPr>
              <a:defRPr sz="3150" b="1">
                <a:solidFill>
                  <a:srgbClr val="142B3D"/>
                </a:solidFill>
              </a:defRPr>
            </a:lvl9pPr>
          </a:lstStyle>
          <a:p xmlns:a="http://schemas.openxmlformats.org/drawingml/2006/main">
            <a:pPr>
              <a:defRPr sz="3150" b="1">
                <a:solidFill>
                  <a:srgbClr val="142B3D"/>
                </a:solidFill>
              </a:defRPr>
            </a:pPr>
            <a:r>
              <a:rPr sz="3150" b="1">
                <a:solidFill>
                  <a:srgbClr val="142B3D"/>
                </a:solidFill>
              </a:rPr>
              <a:t>Vast’s mission and Haven-1 operating environment</a:t>
            </a:r>
          </a:p>
        </p:txBody>
      </p:sp>
      <p:sp>
        <p:nvSpPr>
          <p:cNvPr id="2" name="Khani Solutions">
            <a:extLst xmlns:a="http://schemas.openxmlformats.org/drawingml/2006/main">
              <a:ext uri="{FF2B5EF4-FFF2-40B4-BE49-F238E27FC236}">
                <a16:creationId xmlns:a16="http://schemas.microsoft.com/office/drawing/2014/main" id="{FE871B9C-5F6B-455A-8D81-E9C69CF50B49}"/>
              </a:ext>
            </a:extLst>
          </p:cNvPr>
          <p:cNvSpPr>
            <a:spLocks xmlns:a="http://schemas.openxmlformats.org/drawingml/2006/main" noGrp="1"/>
          </p:cNvSpPr>
          <p:nvPr/>
        </p:nvSpPr>
        <p:spPr>
          <a:xfrm xmlns:a="http://schemas.openxmlformats.org/drawingml/2006/main">
            <a:off x="533400" y="6448425"/>
            <a:ext cx="2190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350" b="0">
                <a:solidFill>
                  <a:srgbClr val="587081"/>
                </a:solidFill>
              </a:defRPr>
            </a:defPPr>
            <a:lvl1pPr>
              <a:defRPr sz="1350" b="0">
                <a:solidFill>
                  <a:srgbClr val="587081"/>
                </a:solidFill>
              </a:defRPr>
            </a:lvl1pPr>
            <a:lvl2pPr>
              <a:defRPr sz="1350" b="0">
                <a:solidFill>
                  <a:srgbClr val="587081"/>
                </a:solidFill>
              </a:defRPr>
            </a:lvl2pPr>
            <a:lvl3pPr>
              <a:defRPr sz="1350" b="0">
                <a:solidFill>
                  <a:srgbClr val="587081"/>
                </a:solidFill>
              </a:defRPr>
            </a:lvl3pPr>
            <a:lvl4pPr>
              <a:defRPr sz="1350" b="0">
                <a:solidFill>
                  <a:srgbClr val="587081"/>
                </a:solidFill>
              </a:defRPr>
            </a:lvl4pPr>
            <a:lvl5pPr>
              <a:defRPr sz="1350" b="0">
                <a:solidFill>
                  <a:srgbClr val="587081"/>
                </a:solidFill>
              </a:defRPr>
            </a:lvl5pPr>
            <a:lvl6pPr>
              <a:defRPr sz="1350" b="0">
                <a:solidFill>
                  <a:srgbClr val="587081"/>
                </a:solidFill>
              </a:defRPr>
            </a:lvl6pPr>
            <a:lvl7pPr>
              <a:defRPr sz="1350" b="0">
                <a:solidFill>
                  <a:srgbClr val="587081"/>
                </a:solidFill>
              </a:defRPr>
            </a:lvl7pPr>
            <a:lvl8pPr>
              <a:defRPr sz="1350" b="0">
                <a:solidFill>
                  <a:srgbClr val="587081"/>
                </a:solidFill>
              </a:defRPr>
            </a:lvl8pPr>
            <a:lvl9pPr>
              <a:defRPr sz="1350" b="0">
                <a:solidFill>
                  <a:srgbClr val="587081"/>
                </a:solidFill>
              </a:defRPr>
            </a:lvl9pPr>
          </a:lstStyle>
          <a:p xmlns:a="http://schemas.openxmlformats.org/drawingml/2006/main">
            <a:pPr>
              <a:defRPr sz="1350" b="0">
                <a:solidFill>
                  <a:srgbClr val="587081"/>
                </a:solidFill>
              </a:defRPr>
            </a:pPr>
            <a:r>
              <a:rPr sz="1350" b="0">
                <a:solidFill>
                  <a:srgbClr val="587081"/>
                </a:solidFill>
              </a:rPr>
              <a:t>Khani Solutions</a:t>
            </a:r>
          </a:p>
        </p:txBody>
      </p:sp>
      <p:sp>
        <p:nvSpPr>
          <p:cNvPr id="3" name="02 / 18">
            <a:extLst xmlns:a="http://schemas.openxmlformats.org/drawingml/2006/main">
              <a:ext uri="{FF2B5EF4-FFF2-40B4-BE49-F238E27FC236}">
                <a16:creationId xmlns:a16="http://schemas.microsoft.com/office/drawing/2014/main" id="{5CE39A2B-38A6-4F36-B407-E83F61697F41}"/>
              </a:ext>
            </a:extLst>
          </p:cNvPr>
          <p:cNvSpPr>
            <a:spLocks xmlns:a="http://schemas.openxmlformats.org/drawingml/2006/main" noGrp="1"/>
          </p:cNvSpPr>
          <p:nvPr/>
        </p:nvSpPr>
        <p:spPr>
          <a:xfrm xmlns:a="http://schemas.openxmlformats.org/drawingml/2006/main">
            <a:off x="10896600" y="6448425"/>
            <a:ext cx="857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350" b="0">
                <a:solidFill>
                  <a:srgbClr val="587081"/>
                </a:solidFill>
              </a:defRPr>
            </a:defPPr>
            <a:lvl1pPr>
              <a:defRPr sz="1350" b="0">
                <a:solidFill>
                  <a:srgbClr val="587081"/>
                </a:solidFill>
              </a:defRPr>
            </a:lvl1pPr>
            <a:lvl2pPr>
              <a:defRPr sz="1350" b="0">
                <a:solidFill>
                  <a:srgbClr val="587081"/>
                </a:solidFill>
              </a:defRPr>
            </a:lvl2pPr>
            <a:lvl3pPr>
              <a:defRPr sz="1350" b="0">
                <a:solidFill>
                  <a:srgbClr val="587081"/>
                </a:solidFill>
              </a:defRPr>
            </a:lvl3pPr>
            <a:lvl4pPr>
              <a:defRPr sz="1350" b="0">
                <a:solidFill>
                  <a:srgbClr val="587081"/>
                </a:solidFill>
              </a:defRPr>
            </a:lvl4pPr>
            <a:lvl5pPr>
              <a:defRPr sz="1350" b="0">
                <a:solidFill>
                  <a:srgbClr val="587081"/>
                </a:solidFill>
              </a:defRPr>
            </a:lvl5pPr>
            <a:lvl6pPr>
              <a:defRPr sz="1350" b="0">
                <a:solidFill>
                  <a:srgbClr val="587081"/>
                </a:solidFill>
              </a:defRPr>
            </a:lvl6pPr>
            <a:lvl7pPr>
              <a:defRPr sz="1350" b="0">
                <a:solidFill>
                  <a:srgbClr val="587081"/>
                </a:solidFill>
              </a:defRPr>
            </a:lvl7pPr>
            <a:lvl8pPr>
              <a:defRPr sz="1350" b="0">
                <a:solidFill>
                  <a:srgbClr val="587081"/>
                </a:solidFill>
              </a:defRPr>
            </a:lvl8pPr>
            <a:lvl9pPr>
              <a:defRPr sz="1350" b="0">
                <a:solidFill>
                  <a:srgbClr val="587081"/>
                </a:solidFill>
              </a:defRPr>
            </a:lvl9pPr>
          </a:lstStyle>
          <a:p xmlns:a="http://schemas.openxmlformats.org/drawingml/2006/main">
            <a:pPr>
              <a:defRPr sz="1350" b="0">
                <a:solidFill>
                  <a:srgbClr val="587081"/>
                </a:solidFill>
              </a:defRPr>
            </a:pPr>
            <a:r>
              <a:rPr sz="1350" b="0">
                <a:solidFill>
                  <a:srgbClr val="587081"/>
                </a:solidFill>
              </a:rPr>
              <a:t>02 / 18</a:t>
            </a:r>
          </a:p>
        </p:txBody>
      </p:sp>
      <p:sp>
        <p:nvSpPr>
          <p:cNvPr id="4" name="Detailed evidence on the website">
            <a:extLst xmlns:a="http://schemas.openxmlformats.org/drawingml/2006/main">
              <a:ext uri="{FF2B5EF4-FFF2-40B4-BE49-F238E27FC236}">
                <a16:creationId xmlns:a16="http://schemas.microsoft.com/office/drawing/2014/main" id="{7C275A37-F67F-44C3-BF57-EF6FE19EF858}"/>
              </a:ext>
            </a:extLst>
          </p:cNvPr>
          <p:cNvSpPr>
            <a:spLocks xmlns:a="http://schemas.openxmlformats.org/drawingml/2006/main" noGrp="1"/>
          </p:cNvSpPr>
          <p:nvPr/>
        </p:nvSpPr>
        <p:spPr>
          <a:xfrm xmlns:a="http://schemas.openxmlformats.org/drawingml/2006/main">
            <a:off x="7000875" y="6448425"/>
            <a:ext cx="34766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350" b="0">
                <a:solidFill>
                  <a:srgbClr val="087F95"/>
                </a:solidFill>
              </a:defRPr>
            </a:defPPr>
            <a:lvl1pPr>
              <a:defRPr sz="1350" b="0">
                <a:solidFill>
                  <a:srgbClr val="087F95"/>
                </a:solidFill>
              </a:defRPr>
            </a:lvl1pPr>
            <a:lvl2pPr>
              <a:defRPr sz="1350" b="0">
                <a:solidFill>
                  <a:srgbClr val="087F95"/>
                </a:solidFill>
              </a:defRPr>
            </a:lvl2pPr>
            <a:lvl3pPr>
              <a:defRPr sz="1350" b="0">
                <a:solidFill>
                  <a:srgbClr val="087F95"/>
                </a:solidFill>
              </a:defRPr>
            </a:lvl3pPr>
            <a:lvl4pPr>
              <a:defRPr sz="1350" b="0">
                <a:solidFill>
                  <a:srgbClr val="087F95"/>
                </a:solidFill>
              </a:defRPr>
            </a:lvl4pPr>
            <a:lvl5pPr>
              <a:defRPr sz="1350" b="0">
                <a:solidFill>
                  <a:srgbClr val="087F95"/>
                </a:solidFill>
              </a:defRPr>
            </a:lvl5pPr>
            <a:lvl6pPr>
              <a:defRPr sz="1350" b="0">
                <a:solidFill>
                  <a:srgbClr val="087F95"/>
                </a:solidFill>
              </a:defRPr>
            </a:lvl6pPr>
            <a:lvl7pPr>
              <a:defRPr sz="1350" b="0">
                <a:solidFill>
                  <a:srgbClr val="087F95"/>
                </a:solidFill>
              </a:defRPr>
            </a:lvl7pPr>
            <a:lvl8pPr>
              <a:defRPr sz="1350" b="0">
                <a:solidFill>
                  <a:srgbClr val="087F95"/>
                </a:solidFill>
              </a:defRPr>
            </a:lvl8pPr>
            <a:lvl9pPr>
              <a:defRPr sz="1350" b="0">
                <a:solidFill>
                  <a:srgbClr val="087F95"/>
                </a:solidFill>
              </a:defRPr>
            </a:lvl9pPr>
          </a:lstStyle>
          <a:p xmlns:a="http://schemas.openxmlformats.org/drawingml/2006/main">
            <a:pPr>
              <a:defRPr sz="1350" b="0">
                <a:solidFill>
                  <a:srgbClr val="087F95"/>
                </a:solidFill>
              </a:defRPr>
            </a:pPr>
            <a:r>
              <a:rPr sz="1350" b="0">
                <a:solidFill>
                  <a:srgbClr val="087F95"/>
                </a:solidFill>
                <a:hlinkClick xmlns:r="http://schemas.openxmlformats.org/officeDocument/2006/relationships" r:id="Raf61d75deb364286"/>
              </a:rPr>
              <a:t>Detailed evidence on the website</a:t>
            </a:r>
          </a:p>
        </p:txBody>
      </p:sp>
      <p:pic>
        <p:nvPicPr>
          <p:cNvPr id="5" name="">
            <a:extLst xmlns:a="http://schemas.openxmlformats.org/drawingml/2006/main">
              <a:ext uri="{FF2B5EF4-FFF2-40B4-BE49-F238E27FC236}">
                <a16:creationId xmlns:a16="http://schemas.microsoft.com/office/drawing/2014/main" id="{5DDA358D-8212-4E75-B29E-A05E62ED3A8D}"/>
              </a:ext>
            </a:extLst>
          </p:cNvPr>
          <p:cNvPicPr>
            <a:picLocks xmlns:a="http://schemas.openxmlformats.org/drawingml/2006/main" noChangeAspect="1"/>
          </p:cNvPicPr>
          <p:nvPr/>
        </p:nvPicPr>
        <p:blipFill>
          <a:blip xmlns:r="http://schemas.openxmlformats.org/officeDocument/2006/relationships" xmlns:a="http://schemas.openxmlformats.org/drawingml/2006/main" r:embed="Rad49ce5f6f86444a"/>
          <a:stretch xmlns:a="http://schemas.openxmlformats.org/drawingml/2006/main"/>
        </p:blipFill>
        <p:spPr>
          <a:xfrm xmlns:a="http://schemas.openxmlformats.org/drawingml/2006/main">
            <a:off x="536575" y="1609725"/>
            <a:ext cx="7518400" cy="4229100"/>
          </a:xfrm>
          <a:prstGeom xmlns:a="http://schemas.openxmlformats.org/drawingml/2006/main" prst="rect">
            <a:avLst/>
          </a:prstGeom>
        </p:spPr>
      </p:pic>
      <p:sp>
        <p:nvSpPr>
          <p:cNvPr id="6" name="4 crew">
            <a:extLst xmlns:a="http://schemas.openxmlformats.org/drawingml/2006/main">
              <a:ext uri="{FF2B5EF4-FFF2-40B4-BE49-F238E27FC236}">
                <a16:creationId xmlns:a16="http://schemas.microsoft.com/office/drawing/2014/main" id="{11A76B81-115E-4EAA-A34A-CEBF6B550392}"/>
              </a:ext>
            </a:extLst>
          </p:cNvPr>
          <p:cNvSpPr>
            <a:spLocks xmlns:a="http://schemas.openxmlformats.org/drawingml/2006/main" noGrp="1"/>
          </p:cNvSpPr>
          <p:nvPr/>
        </p:nvSpPr>
        <p:spPr>
          <a:xfrm xmlns:a="http://schemas.openxmlformats.org/drawingml/2006/main">
            <a:off x="8477250" y="1657350"/>
            <a:ext cx="3095625"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3600" b="1">
                <a:solidFill>
                  <a:srgbClr val="087F95"/>
                </a:solidFill>
              </a:defRPr>
            </a:defPPr>
            <a:lvl1pPr>
              <a:defRPr sz="3600" b="1">
                <a:solidFill>
                  <a:srgbClr val="087F95"/>
                </a:solidFill>
              </a:defRPr>
            </a:lvl1pPr>
            <a:lvl2pPr>
              <a:defRPr sz="3600" b="1">
                <a:solidFill>
                  <a:srgbClr val="087F95"/>
                </a:solidFill>
              </a:defRPr>
            </a:lvl2pPr>
            <a:lvl3pPr>
              <a:defRPr sz="3600" b="1">
                <a:solidFill>
                  <a:srgbClr val="087F95"/>
                </a:solidFill>
              </a:defRPr>
            </a:lvl3pPr>
            <a:lvl4pPr>
              <a:defRPr sz="3600" b="1">
                <a:solidFill>
                  <a:srgbClr val="087F95"/>
                </a:solidFill>
              </a:defRPr>
            </a:lvl4pPr>
            <a:lvl5pPr>
              <a:defRPr sz="3600" b="1">
                <a:solidFill>
                  <a:srgbClr val="087F95"/>
                </a:solidFill>
              </a:defRPr>
            </a:lvl5pPr>
            <a:lvl6pPr>
              <a:defRPr sz="3600" b="1">
                <a:solidFill>
                  <a:srgbClr val="087F95"/>
                </a:solidFill>
              </a:defRPr>
            </a:lvl6pPr>
            <a:lvl7pPr>
              <a:defRPr sz="3600" b="1">
                <a:solidFill>
                  <a:srgbClr val="087F95"/>
                </a:solidFill>
              </a:defRPr>
            </a:lvl7pPr>
            <a:lvl8pPr>
              <a:defRPr sz="3600" b="1">
                <a:solidFill>
                  <a:srgbClr val="087F95"/>
                </a:solidFill>
              </a:defRPr>
            </a:lvl8pPr>
            <a:lvl9pPr>
              <a:defRPr sz="3600" b="1">
                <a:solidFill>
                  <a:srgbClr val="087F95"/>
                </a:solidFill>
              </a:defRPr>
            </a:lvl9pPr>
          </a:lstStyle>
          <a:p xmlns:a="http://schemas.openxmlformats.org/drawingml/2006/main">
            <a:pPr>
              <a:defRPr sz="3600" b="1">
                <a:solidFill>
                  <a:srgbClr val="087F95"/>
                </a:solidFill>
              </a:defRPr>
            </a:pPr>
            <a:r>
              <a:rPr sz="3600" b="1">
                <a:solidFill>
                  <a:srgbClr val="087F95"/>
                </a:solidFill>
              </a:rPr>
              <a:t>4 crew</a:t>
            </a:r>
          </a:p>
        </p:txBody>
      </p:sp>
      <p:sp>
        <p:nvSpPr>
          <p:cNvPr id="7" name="Two-week missions in the current public description">
            <a:extLst xmlns:a="http://schemas.openxmlformats.org/drawingml/2006/main">
              <a:ext uri="{FF2B5EF4-FFF2-40B4-BE49-F238E27FC236}">
                <a16:creationId xmlns:a16="http://schemas.microsoft.com/office/drawing/2014/main" id="{B54440CF-E8FD-420D-9CF2-F49244B2E6E6}"/>
              </a:ext>
            </a:extLst>
          </p:cNvPr>
          <p:cNvSpPr>
            <a:spLocks xmlns:a="http://schemas.openxmlformats.org/drawingml/2006/main" noGrp="1"/>
          </p:cNvSpPr>
          <p:nvPr/>
        </p:nvSpPr>
        <p:spPr>
          <a:xfrm xmlns:a="http://schemas.openxmlformats.org/drawingml/2006/main">
            <a:off x="8477250" y="2247900"/>
            <a:ext cx="3095625"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650" b="0">
                <a:solidFill>
                  <a:srgbClr val="587081"/>
                </a:solidFill>
              </a:defRPr>
            </a:defPPr>
            <a:lvl1pPr>
              <a:defRPr sz="1650" b="0">
                <a:solidFill>
                  <a:srgbClr val="587081"/>
                </a:solidFill>
              </a:defRPr>
            </a:lvl1pPr>
            <a:lvl2pPr>
              <a:defRPr sz="1650" b="0">
                <a:solidFill>
                  <a:srgbClr val="587081"/>
                </a:solidFill>
              </a:defRPr>
            </a:lvl2pPr>
            <a:lvl3pPr>
              <a:defRPr sz="1650" b="0">
                <a:solidFill>
                  <a:srgbClr val="587081"/>
                </a:solidFill>
              </a:defRPr>
            </a:lvl3pPr>
            <a:lvl4pPr>
              <a:defRPr sz="1650" b="0">
                <a:solidFill>
                  <a:srgbClr val="587081"/>
                </a:solidFill>
              </a:defRPr>
            </a:lvl4pPr>
            <a:lvl5pPr>
              <a:defRPr sz="1650" b="0">
                <a:solidFill>
                  <a:srgbClr val="587081"/>
                </a:solidFill>
              </a:defRPr>
            </a:lvl5pPr>
            <a:lvl6pPr>
              <a:defRPr sz="1650" b="0">
                <a:solidFill>
                  <a:srgbClr val="587081"/>
                </a:solidFill>
              </a:defRPr>
            </a:lvl6pPr>
            <a:lvl7pPr>
              <a:defRPr sz="1650" b="0">
                <a:solidFill>
                  <a:srgbClr val="587081"/>
                </a:solidFill>
              </a:defRPr>
            </a:lvl7pPr>
            <a:lvl8pPr>
              <a:defRPr sz="1650" b="0">
                <a:solidFill>
                  <a:srgbClr val="587081"/>
                </a:solidFill>
              </a:defRPr>
            </a:lvl8pPr>
            <a:lvl9pPr>
              <a:defRPr sz="1650" b="0">
                <a:solidFill>
                  <a:srgbClr val="587081"/>
                </a:solidFill>
              </a:defRPr>
            </a:lvl9pPr>
          </a:lstStyle>
          <a:p xmlns:a="http://schemas.openxmlformats.org/drawingml/2006/main">
            <a:pPr>
              <a:defRPr sz="1650" b="0">
                <a:solidFill>
                  <a:srgbClr val="587081"/>
                </a:solidFill>
              </a:defRPr>
            </a:pPr>
            <a:r>
              <a:rPr sz="1650" b="0">
                <a:solidFill>
                  <a:srgbClr val="587081"/>
                </a:solidFill>
              </a:rPr>
              <a:t>Two-week missions in the current public description</a:t>
            </a:r>
          </a:p>
        </p:txBody>
      </p:sp>
      <p:sp>
        <p:nvSpPr>
          <p:cNvPr id="8" name="Private astronaut and&#10;government missions&#10;&#10;Research and habitatio">
            <a:extLst xmlns:a="http://schemas.openxmlformats.org/drawingml/2006/main">
              <a:ext uri="{FF2B5EF4-FFF2-40B4-BE49-F238E27FC236}">
                <a16:creationId xmlns:a16="http://schemas.microsoft.com/office/drawing/2014/main" id="{4F756575-0B20-4B63-B249-DDE7BFC605B0}"/>
              </a:ext>
            </a:extLst>
          </p:cNvPr>
          <p:cNvSpPr>
            <a:spLocks xmlns:a="http://schemas.openxmlformats.org/drawingml/2006/main" noGrp="1"/>
          </p:cNvSpPr>
          <p:nvPr/>
        </p:nvSpPr>
        <p:spPr>
          <a:xfrm xmlns:a="http://schemas.openxmlformats.org/drawingml/2006/main">
            <a:off x="8477250" y="3171825"/>
            <a:ext cx="3095625" cy="2143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025" b="0">
                <a:solidFill>
                  <a:srgbClr val="142B3D"/>
                </a:solidFill>
              </a:defRPr>
            </a:defPPr>
            <a:lvl1pPr>
              <a:defRPr sz="2025" b="0">
                <a:solidFill>
                  <a:srgbClr val="142B3D"/>
                </a:solidFill>
              </a:defRPr>
            </a:lvl1pPr>
            <a:lvl2pPr>
              <a:defRPr sz="2025" b="0">
                <a:solidFill>
                  <a:srgbClr val="142B3D"/>
                </a:solidFill>
              </a:defRPr>
            </a:lvl2pPr>
            <a:lvl3pPr>
              <a:defRPr sz="2025" b="0">
                <a:solidFill>
                  <a:srgbClr val="142B3D"/>
                </a:solidFill>
              </a:defRPr>
            </a:lvl3pPr>
            <a:lvl4pPr>
              <a:defRPr sz="2025" b="0">
                <a:solidFill>
                  <a:srgbClr val="142B3D"/>
                </a:solidFill>
              </a:defRPr>
            </a:lvl4pPr>
            <a:lvl5pPr>
              <a:defRPr sz="2025" b="0">
                <a:solidFill>
                  <a:srgbClr val="142B3D"/>
                </a:solidFill>
              </a:defRPr>
            </a:lvl5pPr>
            <a:lvl6pPr>
              <a:defRPr sz="2025" b="0">
                <a:solidFill>
                  <a:srgbClr val="142B3D"/>
                </a:solidFill>
              </a:defRPr>
            </a:lvl6pPr>
            <a:lvl7pPr>
              <a:defRPr sz="2025" b="0">
                <a:solidFill>
                  <a:srgbClr val="142B3D"/>
                </a:solidFill>
              </a:defRPr>
            </a:lvl7pPr>
            <a:lvl8pPr>
              <a:defRPr sz="2025" b="0">
                <a:solidFill>
                  <a:srgbClr val="142B3D"/>
                </a:solidFill>
              </a:defRPr>
            </a:lvl8pPr>
            <a:lvl9pPr>
              <a:defRPr sz="2025" b="0">
                <a:solidFill>
                  <a:srgbClr val="142B3D"/>
                </a:solidFill>
              </a:defRPr>
            </a:lvl9pPr>
          </a:lstStyle>
          <a:p xmlns:a="http://schemas.openxmlformats.org/drawingml/2006/main">
            <a:pPr>
              <a:defRPr sz="2025" b="0">
                <a:solidFill>
                  <a:srgbClr val="142B3D"/>
                </a:solidFill>
              </a:defRPr>
            </a:pPr>
            <a:r>
              <a:rPr sz="2025" b="0">
                <a:solidFill>
                  <a:srgbClr val="142B3D"/>
                </a:solidFill>
              </a:rPr>
              <a:t>Private astronaut and</a:t>
            </a:r>
          </a:p>
          <a:p xmlns:a="http://schemas.openxmlformats.org/drawingml/2006/main">
            <a:pPr>
              <a:defRPr sz="2025" b="0">
                <a:solidFill>
                  <a:srgbClr val="142B3D"/>
                </a:solidFill>
              </a:defRPr>
            </a:pPr>
            <a:r>
              <a:rPr sz="2025" b="0">
                <a:solidFill>
                  <a:srgbClr val="142B3D"/>
                </a:solidFill>
              </a:rPr>
              <a:t>government missions</a:t>
            </a:r>
          </a:p>
          <a:p xmlns:a="http://schemas.openxmlformats.org/drawingml/2006/main">
            <a:r>
              <a:t/>
            </a:r>
          </a:p>
          <a:p xmlns:a="http://schemas.openxmlformats.org/drawingml/2006/main">
            <a:pPr>
              <a:defRPr sz="2025" b="0">
                <a:solidFill>
                  <a:srgbClr val="142B3D"/>
                </a:solidFill>
              </a:defRPr>
            </a:pPr>
            <a:r>
              <a:rPr sz="2025" b="0">
                <a:solidFill>
                  <a:srgbClr val="142B3D"/>
                </a:solidFill>
              </a:rPr>
              <a:t>Research and habitation</a:t>
            </a:r>
          </a:p>
          <a:p xmlns:a="http://schemas.openxmlformats.org/drawingml/2006/main">
            <a:pPr>
              <a:defRPr sz="2025" b="0">
                <a:solidFill>
                  <a:srgbClr val="142B3D"/>
                </a:solidFill>
              </a:defRPr>
            </a:pPr>
            <a:r>
              <a:rPr sz="2025" b="0">
                <a:solidFill>
                  <a:srgbClr val="142B3D"/>
                </a:solidFill>
              </a:rPr>
              <a:t>in low Earth orbit</a:t>
            </a:r>
          </a:p>
        </p:txBody>
      </p:sp>
      <p:sp>
        <p:nvSpPr>
          <p:cNvPr id="9" name="Public anchors: 10.1 m length, 4.4 m diameter, 80 m³ pressurized ">
            <a:extLst xmlns:a="http://schemas.openxmlformats.org/drawingml/2006/main">
              <a:ext uri="{FF2B5EF4-FFF2-40B4-BE49-F238E27FC236}">
                <a16:creationId xmlns:a16="http://schemas.microsoft.com/office/drawing/2014/main" id="{AAF9AB1A-583F-4BAB-847A-8D627B0DDEDF}"/>
              </a:ext>
            </a:extLst>
          </p:cNvPr>
          <p:cNvSpPr>
            <a:spLocks xmlns:a="http://schemas.openxmlformats.org/drawingml/2006/main" noGrp="1"/>
          </p:cNvSpPr>
          <p:nvPr/>
        </p:nvSpPr>
        <p:spPr>
          <a:xfrm xmlns:a="http://schemas.openxmlformats.org/drawingml/2006/main">
            <a:off x="533400" y="5886450"/>
            <a:ext cx="111252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725" b="0">
                <a:solidFill>
                  <a:srgbClr val="587081"/>
                </a:solidFill>
              </a:defRPr>
            </a:defPPr>
            <a:lvl1pPr>
              <a:defRPr sz="1725" b="0">
                <a:solidFill>
                  <a:srgbClr val="587081"/>
                </a:solidFill>
              </a:defRPr>
            </a:lvl1pPr>
            <a:lvl2pPr>
              <a:defRPr sz="1725" b="0">
                <a:solidFill>
                  <a:srgbClr val="587081"/>
                </a:solidFill>
              </a:defRPr>
            </a:lvl2pPr>
            <a:lvl3pPr>
              <a:defRPr sz="1725" b="0">
                <a:solidFill>
                  <a:srgbClr val="587081"/>
                </a:solidFill>
              </a:defRPr>
            </a:lvl3pPr>
            <a:lvl4pPr>
              <a:defRPr sz="1725" b="0">
                <a:solidFill>
                  <a:srgbClr val="587081"/>
                </a:solidFill>
              </a:defRPr>
            </a:lvl4pPr>
            <a:lvl5pPr>
              <a:defRPr sz="1725" b="0">
                <a:solidFill>
                  <a:srgbClr val="587081"/>
                </a:solidFill>
              </a:defRPr>
            </a:lvl5pPr>
            <a:lvl6pPr>
              <a:defRPr sz="1725" b="0">
                <a:solidFill>
                  <a:srgbClr val="587081"/>
                </a:solidFill>
              </a:defRPr>
            </a:lvl6pPr>
            <a:lvl7pPr>
              <a:defRPr sz="1725" b="0">
                <a:solidFill>
                  <a:srgbClr val="587081"/>
                </a:solidFill>
              </a:defRPr>
            </a:lvl7pPr>
            <a:lvl8pPr>
              <a:defRPr sz="1725" b="0">
                <a:solidFill>
                  <a:srgbClr val="587081"/>
                </a:solidFill>
              </a:defRPr>
            </a:lvl8pPr>
            <a:lvl9pPr>
              <a:defRPr sz="1725" b="0">
                <a:solidFill>
                  <a:srgbClr val="587081"/>
                </a:solidFill>
              </a:defRPr>
            </a:lvl9pPr>
          </a:lstStyle>
          <a:p xmlns:a="http://schemas.openxmlformats.org/drawingml/2006/main">
            <a:pPr>
              <a:defRPr sz="1725" b="0">
                <a:solidFill>
                  <a:srgbClr val="587081"/>
                </a:solidFill>
              </a:defRPr>
            </a:pPr>
            <a:r>
              <a:rPr sz="1725" b="0">
                <a:solidFill>
                  <a:srgbClr val="587081"/>
                </a:solidFill>
              </a:rPr>
              <a:t>Public anchors: 10.1 m length, 4.4 m diameter, 80 m³ pressurized and 45 m³ habitable</a:t>
            </a:r>
          </a:p>
        </p:txBody>
      </p:sp>
    </p:spTree>
    <p:extLst>
      <p:ext uri="{BB962C8B-B14F-4D97-AF65-F5344CB8AC3E}">
        <p14:creationId xmlns:p14="http://schemas.microsoft.com/office/powerpoint/2010/main" val="464494411"/>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CAD assembly with a transparent enclosure">
            <a:extLst xmlns:a="http://schemas.openxmlformats.org/drawingml/2006/main">
              <a:ext uri="{FF2B5EF4-FFF2-40B4-BE49-F238E27FC236}">
                <a16:creationId xmlns:a16="http://schemas.microsoft.com/office/drawing/2014/main" id="{63DC555F-3611-41C4-956E-10CE0349589A}"/>
              </a:ext>
            </a:extLst>
          </p:cNvPr>
          <p:cNvSpPr>
            <a:spLocks xmlns:a="http://schemas.openxmlformats.org/drawingml/2006/main" noGrp="1"/>
          </p:cNvSpPr>
          <p:nvPr/>
        </p:nvSpPr>
        <p:spPr>
          <a:xfrm xmlns:a="http://schemas.openxmlformats.org/drawingml/2006/main">
            <a:off x="533400" y="361950"/>
            <a:ext cx="111252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3150" b="1">
                <a:solidFill>
                  <a:srgbClr val="142B3D"/>
                </a:solidFill>
              </a:defRPr>
            </a:defPPr>
            <a:lvl1pPr>
              <a:defRPr sz="3150" b="1">
                <a:solidFill>
                  <a:srgbClr val="142B3D"/>
                </a:solidFill>
              </a:defRPr>
            </a:lvl1pPr>
            <a:lvl2pPr>
              <a:defRPr sz="3150" b="1">
                <a:solidFill>
                  <a:srgbClr val="142B3D"/>
                </a:solidFill>
              </a:defRPr>
            </a:lvl2pPr>
            <a:lvl3pPr>
              <a:defRPr sz="3150" b="1">
                <a:solidFill>
                  <a:srgbClr val="142B3D"/>
                </a:solidFill>
              </a:defRPr>
            </a:lvl3pPr>
            <a:lvl4pPr>
              <a:defRPr sz="3150" b="1">
                <a:solidFill>
                  <a:srgbClr val="142B3D"/>
                </a:solidFill>
              </a:defRPr>
            </a:lvl4pPr>
            <a:lvl5pPr>
              <a:defRPr sz="3150" b="1">
                <a:solidFill>
                  <a:srgbClr val="142B3D"/>
                </a:solidFill>
              </a:defRPr>
            </a:lvl5pPr>
            <a:lvl6pPr>
              <a:defRPr sz="3150" b="1">
                <a:solidFill>
                  <a:srgbClr val="142B3D"/>
                </a:solidFill>
              </a:defRPr>
            </a:lvl6pPr>
            <a:lvl7pPr>
              <a:defRPr sz="3150" b="1">
                <a:solidFill>
                  <a:srgbClr val="142B3D"/>
                </a:solidFill>
              </a:defRPr>
            </a:lvl7pPr>
            <a:lvl8pPr>
              <a:defRPr sz="3150" b="1">
                <a:solidFill>
                  <a:srgbClr val="142B3D"/>
                </a:solidFill>
              </a:defRPr>
            </a:lvl8pPr>
            <a:lvl9pPr>
              <a:defRPr sz="3150" b="1">
                <a:solidFill>
                  <a:srgbClr val="142B3D"/>
                </a:solidFill>
              </a:defRPr>
            </a:lvl9pPr>
          </a:lstStyle>
          <a:p xmlns:a="http://schemas.openxmlformats.org/drawingml/2006/main">
            <a:pPr>
              <a:defRPr sz="3150" b="1">
                <a:solidFill>
                  <a:srgbClr val="142B3D"/>
                </a:solidFill>
              </a:defRPr>
            </a:pPr>
            <a:r>
              <a:rPr sz="3150" b="1">
                <a:solidFill>
                  <a:srgbClr val="142B3D"/>
                </a:solidFill>
              </a:rPr>
              <a:t>CAD assembly with a transparent enclosure</a:t>
            </a:r>
          </a:p>
        </p:txBody>
      </p:sp>
      <p:sp>
        <p:nvSpPr>
          <p:cNvPr id="2" name="Khani Solutions">
            <a:extLst xmlns:a="http://schemas.openxmlformats.org/drawingml/2006/main">
              <a:ext uri="{FF2B5EF4-FFF2-40B4-BE49-F238E27FC236}">
                <a16:creationId xmlns:a16="http://schemas.microsoft.com/office/drawing/2014/main" id="{7D759832-3B18-4269-88D2-0F4B5704723B}"/>
              </a:ext>
            </a:extLst>
          </p:cNvPr>
          <p:cNvSpPr>
            <a:spLocks xmlns:a="http://schemas.openxmlformats.org/drawingml/2006/main" noGrp="1"/>
          </p:cNvSpPr>
          <p:nvPr/>
        </p:nvSpPr>
        <p:spPr>
          <a:xfrm xmlns:a="http://schemas.openxmlformats.org/drawingml/2006/main">
            <a:off x="533400" y="6448425"/>
            <a:ext cx="2190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350" b="0">
                <a:solidFill>
                  <a:srgbClr val="587081"/>
                </a:solidFill>
              </a:defRPr>
            </a:defPPr>
            <a:lvl1pPr>
              <a:defRPr sz="1350" b="0">
                <a:solidFill>
                  <a:srgbClr val="587081"/>
                </a:solidFill>
              </a:defRPr>
            </a:lvl1pPr>
            <a:lvl2pPr>
              <a:defRPr sz="1350" b="0">
                <a:solidFill>
                  <a:srgbClr val="587081"/>
                </a:solidFill>
              </a:defRPr>
            </a:lvl2pPr>
            <a:lvl3pPr>
              <a:defRPr sz="1350" b="0">
                <a:solidFill>
                  <a:srgbClr val="587081"/>
                </a:solidFill>
              </a:defRPr>
            </a:lvl3pPr>
            <a:lvl4pPr>
              <a:defRPr sz="1350" b="0">
                <a:solidFill>
                  <a:srgbClr val="587081"/>
                </a:solidFill>
              </a:defRPr>
            </a:lvl4pPr>
            <a:lvl5pPr>
              <a:defRPr sz="1350" b="0">
                <a:solidFill>
                  <a:srgbClr val="587081"/>
                </a:solidFill>
              </a:defRPr>
            </a:lvl5pPr>
            <a:lvl6pPr>
              <a:defRPr sz="1350" b="0">
                <a:solidFill>
                  <a:srgbClr val="587081"/>
                </a:solidFill>
              </a:defRPr>
            </a:lvl6pPr>
            <a:lvl7pPr>
              <a:defRPr sz="1350" b="0">
                <a:solidFill>
                  <a:srgbClr val="587081"/>
                </a:solidFill>
              </a:defRPr>
            </a:lvl7pPr>
            <a:lvl8pPr>
              <a:defRPr sz="1350" b="0">
                <a:solidFill>
                  <a:srgbClr val="587081"/>
                </a:solidFill>
              </a:defRPr>
            </a:lvl8pPr>
            <a:lvl9pPr>
              <a:defRPr sz="1350" b="0">
                <a:solidFill>
                  <a:srgbClr val="587081"/>
                </a:solidFill>
              </a:defRPr>
            </a:lvl9pPr>
          </a:lstStyle>
          <a:p xmlns:a="http://schemas.openxmlformats.org/drawingml/2006/main">
            <a:pPr>
              <a:defRPr sz="1350" b="0">
                <a:solidFill>
                  <a:srgbClr val="587081"/>
                </a:solidFill>
              </a:defRPr>
            </a:pPr>
            <a:r>
              <a:rPr sz="1350" b="0">
                <a:solidFill>
                  <a:srgbClr val="587081"/>
                </a:solidFill>
              </a:rPr>
              <a:t>Khani Solutions</a:t>
            </a:r>
          </a:p>
        </p:txBody>
      </p:sp>
      <p:sp>
        <p:nvSpPr>
          <p:cNvPr id="3" name="03 / 18">
            <a:extLst xmlns:a="http://schemas.openxmlformats.org/drawingml/2006/main">
              <a:ext uri="{FF2B5EF4-FFF2-40B4-BE49-F238E27FC236}">
                <a16:creationId xmlns:a16="http://schemas.microsoft.com/office/drawing/2014/main" id="{27CD0473-53D7-483F-896B-01BEFB97E105}"/>
              </a:ext>
            </a:extLst>
          </p:cNvPr>
          <p:cNvSpPr>
            <a:spLocks xmlns:a="http://schemas.openxmlformats.org/drawingml/2006/main" noGrp="1"/>
          </p:cNvSpPr>
          <p:nvPr/>
        </p:nvSpPr>
        <p:spPr>
          <a:xfrm xmlns:a="http://schemas.openxmlformats.org/drawingml/2006/main">
            <a:off x="10896600" y="6448425"/>
            <a:ext cx="857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350" b="0">
                <a:solidFill>
                  <a:srgbClr val="587081"/>
                </a:solidFill>
              </a:defRPr>
            </a:defPPr>
            <a:lvl1pPr>
              <a:defRPr sz="1350" b="0">
                <a:solidFill>
                  <a:srgbClr val="587081"/>
                </a:solidFill>
              </a:defRPr>
            </a:lvl1pPr>
            <a:lvl2pPr>
              <a:defRPr sz="1350" b="0">
                <a:solidFill>
                  <a:srgbClr val="587081"/>
                </a:solidFill>
              </a:defRPr>
            </a:lvl2pPr>
            <a:lvl3pPr>
              <a:defRPr sz="1350" b="0">
                <a:solidFill>
                  <a:srgbClr val="587081"/>
                </a:solidFill>
              </a:defRPr>
            </a:lvl3pPr>
            <a:lvl4pPr>
              <a:defRPr sz="1350" b="0">
                <a:solidFill>
                  <a:srgbClr val="587081"/>
                </a:solidFill>
              </a:defRPr>
            </a:lvl4pPr>
            <a:lvl5pPr>
              <a:defRPr sz="1350" b="0">
                <a:solidFill>
                  <a:srgbClr val="587081"/>
                </a:solidFill>
              </a:defRPr>
            </a:lvl5pPr>
            <a:lvl6pPr>
              <a:defRPr sz="1350" b="0">
                <a:solidFill>
                  <a:srgbClr val="587081"/>
                </a:solidFill>
              </a:defRPr>
            </a:lvl6pPr>
            <a:lvl7pPr>
              <a:defRPr sz="1350" b="0">
                <a:solidFill>
                  <a:srgbClr val="587081"/>
                </a:solidFill>
              </a:defRPr>
            </a:lvl7pPr>
            <a:lvl8pPr>
              <a:defRPr sz="1350" b="0">
                <a:solidFill>
                  <a:srgbClr val="587081"/>
                </a:solidFill>
              </a:defRPr>
            </a:lvl8pPr>
            <a:lvl9pPr>
              <a:defRPr sz="1350" b="0">
                <a:solidFill>
                  <a:srgbClr val="587081"/>
                </a:solidFill>
              </a:defRPr>
            </a:lvl9pPr>
          </a:lstStyle>
          <a:p xmlns:a="http://schemas.openxmlformats.org/drawingml/2006/main">
            <a:pPr>
              <a:defRPr sz="1350" b="0">
                <a:solidFill>
                  <a:srgbClr val="587081"/>
                </a:solidFill>
              </a:defRPr>
            </a:pPr>
            <a:r>
              <a:rPr sz="1350" b="0">
                <a:solidFill>
                  <a:srgbClr val="587081"/>
                </a:solidFill>
              </a:rPr>
              <a:t>03 / 18</a:t>
            </a:r>
          </a:p>
        </p:txBody>
      </p:sp>
      <p:sp>
        <p:nvSpPr>
          <p:cNvPr id="4" name="Detailed evidence on the website">
            <a:extLst xmlns:a="http://schemas.openxmlformats.org/drawingml/2006/main">
              <a:ext uri="{FF2B5EF4-FFF2-40B4-BE49-F238E27FC236}">
                <a16:creationId xmlns:a16="http://schemas.microsoft.com/office/drawing/2014/main" id="{A7348CC7-28B9-4F0E-A3C7-DD850876032E}"/>
              </a:ext>
            </a:extLst>
          </p:cNvPr>
          <p:cNvSpPr>
            <a:spLocks xmlns:a="http://schemas.openxmlformats.org/drawingml/2006/main" noGrp="1"/>
          </p:cNvSpPr>
          <p:nvPr/>
        </p:nvSpPr>
        <p:spPr>
          <a:xfrm xmlns:a="http://schemas.openxmlformats.org/drawingml/2006/main">
            <a:off x="7000875" y="6448425"/>
            <a:ext cx="34766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350" b="0">
                <a:solidFill>
                  <a:srgbClr val="087F95"/>
                </a:solidFill>
              </a:defRPr>
            </a:defPPr>
            <a:lvl1pPr>
              <a:defRPr sz="1350" b="0">
                <a:solidFill>
                  <a:srgbClr val="087F95"/>
                </a:solidFill>
              </a:defRPr>
            </a:lvl1pPr>
            <a:lvl2pPr>
              <a:defRPr sz="1350" b="0">
                <a:solidFill>
                  <a:srgbClr val="087F95"/>
                </a:solidFill>
              </a:defRPr>
            </a:lvl2pPr>
            <a:lvl3pPr>
              <a:defRPr sz="1350" b="0">
                <a:solidFill>
                  <a:srgbClr val="087F95"/>
                </a:solidFill>
              </a:defRPr>
            </a:lvl3pPr>
            <a:lvl4pPr>
              <a:defRPr sz="1350" b="0">
                <a:solidFill>
                  <a:srgbClr val="087F95"/>
                </a:solidFill>
              </a:defRPr>
            </a:lvl4pPr>
            <a:lvl5pPr>
              <a:defRPr sz="1350" b="0">
                <a:solidFill>
                  <a:srgbClr val="087F95"/>
                </a:solidFill>
              </a:defRPr>
            </a:lvl5pPr>
            <a:lvl6pPr>
              <a:defRPr sz="1350" b="0">
                <a:solidFill>
                  <a:srgbClr val="087F95"/>
                </a:solidFill>
              </a:defRPr>
            </a:lvl6pPr>
            <a:lvl7pPr>
              <a:defRPr sz="1350" b="0">
                <a:solidFill>
                  <a:srgbClr val="087F95"/>
                </a:solidFill>
              </a:defRPr>
            </a:lvl7pPr>
            <a:lvl8pPr>
              <a:defRPr sz="1350" b="0">
                <a:solidFill>
                  <a:srgbClr val="087F95"/>
                </a:solidFill>
              </a:defRPr>
            </a:lvl8pPr>
            <a:lvl9pPr>
              <a:defRPr sz="1350" b="0">
                <a:solidFill>
                  <a:srgbClr val="087F95"/>
                </a:solidFill>
              </a:defRPr>
            </a:lvl9pPr>
          </a:lstStyle>
          <a:p xmlns:a="http://schemas.openxmlformats.org/drawingml/2006/main">
            <a:pPr>
              <a:defRPr sz="1350" b="0">
                <a:solidFill>
                  <a:srgbClr val="087F95"/>
                </a:solidFill>
              </a:defRPr>
            </a:pPr>
            <a:r>
              <a:rPr sz="1350" b="0">
                <a:solidFill>
                  <a:srgbClr val="087F95"/>
                </a:solidFill>
                <a:hlinkClick xmlns:r="http://schemas.openxmlformats.org/officeDocument/2006/relationships" r:id="R5e33783923914234"/>
              </a:rPr>
              <a:t>Detailed evidence on the website</a:t>
            </a:r>
          </a:p>
        </p:txBody>
      </p:sp>
      <p:pic>
        <p:nvPicPr>
          <p:cNvPr id="5" name="Haven-1 CAD assembly, 80 seconds" descr="Embedded silent native-geometry assembly video. 221 components in56batches. Public-reference reconstruction.">
            <ns0:hlinkClick xmlns:ns0="http://schemas.openxmlformats.org/drawingml/2006/main" action="ppaction://media"/>
            <a:extLst xmlns:a="http://schemas.openxmlformats.org/drawingml/2006/main">
              <a:ext uri="{FF2B5EF4-FFF2-40B4-BE49-F238E27FC236}">
                <a16:creationId xmlns:a16="http://schemas.microsoft.com/office/drawing/2014/main" id="{8EFDCE61-37FF-4087-905F-84A502427AF5}"/>
              </a:ext>
            </a:extLst>
          </p:cNvPr>
          <p:cNvPicPr>
            <a:picLocks xmlns:a="http://schemas.openxmlformats.org/drawingml/2006/main" noChangeAspect="1"/>
          </p:cNvPicPr>
          <p:nvPr>
            <ns0:videoFile xmlns:ns0="http://schemas.openxmlformats.org/drawingml/2006/main" xmlns:ns1="http://schemas.openxmlformats.org/officeDocument/2006/relationships" ns1:link="rIdHavenVideo"/>
            <p:extLst>
              <p:ext uri="{DAA4B4D4-6D71-4841-9C94-3DE7FCFB9230}">
                <p14:media xmlns:p14="http://schemas.microsoft.com/office/powerpoint/2010/main" xmlns:ns2="http://schemas.openxmlformats.org/officeDocument/2006/relationships" ns2:embed="rIdHavenMedia"/>
              </p:ext>
            </p:extLst>
          </p:nvPr>
        </p:nvPicPr>
        <p:blipFill>
          <a:blip xmlns:r="http://schemas.openxmlformats.org/officeDocument/2006/relationships" xmlns:a="http://schemas.openxmlformats.org/drawingml/2006/main" r:embed="Rb407450c93084571"/>
          <a:stretch xmlns:a="http://schemas.openxmlformats.org/drawingml/2006/main">
            <a:fillRect/>
          </a:stretch>
        </p:blipFill>
        <p:spPr>
          <a:xfrm xmlns:a="http://schemas.openxmlformats.org/drawingml/2006/main">
            <a:off x="536575" y="1609725"/>
            <a:ext cx="8128000" cy="4572000"/>
          </a:xfrm>
          <a:prstGeom xmlns:a="http://schemas.openxmlformats.org/drawingml/2006/main" prst="rect">
            <a:avLst/>
          </a:prstGeom>
        </p:spPr>
      </p:pic>
      <p:sp>
        <p:nvSpPr>
          <p:cNvPr id="6" name="221">
            <a:extLst xmlns:a="http://schemas.openxmlformats.org/drawingml/2006/main">
              <a:ext uri="{FF2B5EF4-FFF2-40B4-BE49-F238E27FC236}">
                <a16:creationId xmlns:a16="http://schemas.microsoft.com/office/drawing/2014/main" id="{0C78C8A2-ACE7-4677-AA34-98662676F761}"/>
              </a:ext>
            </a:extLst>
          </p:cNvPr>
          <p:cNvSpPr>
            <a:spLocks xmlns:a="http://schemas.openxmlformats.org/drawingml/2006/main" noGrp="1"/>
          </p:cNvSpPr>
          <p:nvPr/>
        </p:nvSpPr>
        <p:spPr>
          <a:xfrm xmlns:a="http://schemas.openxmlformats.org/drawingml/2006/main">
            <a:off x="9048750" y="1714500"/>
            <a:ext cx="26670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3600" b="1">
                <a:solidFill>
                  <a:srgbClr val="087F95"/>
                </a:solidFill>
              </a:defRPr>
            </a:defPPr>
            <a:lvl1pPr>
              <a:defRPr sz="3600" b="1">
                <a:solidFill>
                  <a:srgbClr val="087F95"/>
                </a:solidFill>
              </a:defRPr>
            </a:lvl1pPr>
            <a:lvl2pPr>
              <a:defRPr sz="3600" b="1">
                <a:solidFill>
                  <a:srgbClr val="087F95"/>
                </a:solidFill>
              </a:defRPr>
            </a:lvl2pPr>
            <a:lvl3pPr>
              <a:defRPr sz="3600" b="1">
                <a:solidFill>
                  <a:srgbClr val="087F95"/>
                </a:solidFill>
              </a:defRPr>
            </a:lvl3pPr>
            <a:lvl4pPr>
              <a:defRPr sz="3600" b="1">
                <a:solidFill>
                  <a:srgbClr val="087F95"/>
                </a:solidFill>
              </a:defRPr>
            </a:lvl4pPr>
            <a:lvl5pPr>
              <a:defRPr sz="3600" b="1">
                <a:solidFill>
                  <a:srgbClr val="087F95"/>
                </a:solidFill>
              </a:defRPr>
            </a:lvl5pPr>
            <a:lvl6pPr>
              <a:defRPr sz="3600" b="1">
                <a:solidFill>
                  <a:srgbClr val="087F95"/>
                </a:solidFill>
              </a:defRPr>
            </a:lvl6pPr>
            <a:lvl7pPr>
              <a:defRPr sz="3600" b="1">
                <a:solidFill>
                  <a:srgbClr val="087F95"/>
                </a:solidFill>
              </a:defRPr>
            </a:lvl7pPr>
            <a:lvl8pPr>
              <a:defRPr sz="3600" b="1">
                <a:solidFill>
                  <a:srgbClr val="087F95"/>
                </a:solidFill>
              </a:defRPr>
            </a:lvl8pPr>
            <a:lvl9pPr>
              <a:defRPr sz="3600" b="1">
                <a:solidFill>
                  <a:srgbClr val="087F95"/>
                </a:solidFill>
              </a:defRPr>
            </a:lvl9pPr>
          </a:lstStyle>
          <a:p xmlns:a="http://schemas.openxmlformats.org/drawingml/2006/main">
            <a:pPr>
              <a:defRPr sz="3600" b="1">
                <a:solidFill>
                  <a:srgbClr val="087F95"/>
                </a:solidFill>
              </a:defRPr>
            </a:pPr>
            <a:r>
              <a:rPr sz="3600" b="1">
                <a:solidFill>
                  <a:srgbClr val="087F95"/>
                </a:solidFill>
              </a:rPr>
              <a:t>221</a:t>
            </a:r>
          </a:p>
        </p:txBody>
      </p:sp>
      <p:sp>
        <p:nvSpPr>
          <p:cNvPr id="7" name="Named CAD solids">
            <a:extLst xmlns:a="http://schemas.openxmlformats.org/drawingml/2006/main">
              <a:ext uri="{FF2B5EF4-FFF2-40B4-BE49-F238E27FC236}">
                <a16:creationId xmlns:a16="http://schemas.microsoft.com/office/drawing/2014/main" id="{5BC9940D-E1F2-4D60-8443-357A943CBE95}"/>
              </a:ext>
            </a:extLst>
          </p:cNvPr>
          <p:cNvSpPr>
            <a:spLocks xmlns:a="http://schemas.openxmlformats.org/drawingml/2006/main" noGrp="1"/>
          </p:cNvSpPr>
          <p:nvPr/>
        </p:nvSpPr>
        <p:spPr>
          <a:xfrm xmlns:a="http://schemas.openxmlformats.org/drawingml/2006/main">
            <a:off x="9048750" y="2305050"/>
            <a:ext cx="26670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650" b="0">
                <a:solidFill>
                  <a:srgbClr val="587081"/>
                </a:solidFill>
              </a:defRPr>
            </a:defPPr>
            <a:lvl1pPr>
              <a:defRPr sz="1650" b="0">
                <a:solidFill>
                  <a:srgbClr val="587081"/>
                </a:solidFill>
              </a:defRPr>
            </a:lvl1pPr>
            <a:lvl2pPr>
              <a:defRPr sz="1650" b="0">
                <a:solidFill>
                  <a:srgbClr val="587081"/>
                </a:solidFill>
              </a:defRPr>
            </a:lvl2pPr>
            <a:lvl3pPr>
              <a:defRPr sz="1650" b="0">
                <a:solidFill>
                  <a:srgbClr val="587081"/>
                </a:solidFill>
              </a:defRPr>
            </a:lvl3pPr>
            <a:lvl4pPr>
              <a:defRPr sz="1650" b="0">
                <a:solidFill>
                  <a:srgbClr val="587081"/>
                </a:solidFill>
              </a:defRPr>
            </a:lvl4pPr>
            <a:lvl5pPr>
              <a:defRPr sz="1650" b="0">
                <a:solidFill>
                  <a:srgbClr val="587081"/>
                </a:solidFill>
              </a:defRPr>
            </a:lvl5pPr>
            <a:lvl6pPr>
              <a:defRPr sz="1650" b="0">
                <a:solidFill>
                  <a:srgbClr val="587081"/>
                </a:solidFill>
              </a:defRPr>
            </a:lvl6pPr>
            <a:lvl7pPr>
              <a:defRPr sz="1650" b="0">
                <a:solidFill>
                  <a:srgbClr val="587081"/>
                </a:solidFill>
              </a:defRPr>
            </a:lvl7pPr>
            <a:lvl8pPr>
              <a:defRPr sz="1650" b="0">
                <a:solidFill>
                  <a:srgbClr val="587081"/>
                </a:solidFill>
              </a:defRPr>
            </a:lvl8pPr>
            <a:lvl9pPr>
              <a:defRPr sz="1650" b="0">
                <a:solidFill>
                  <a:srgbClr val="587081"/>
                </a:solidFill>
              </a:defRPr>
            </a:lvl9pPr>
          </a:lstStyle>
          <a:p xmlns:a="http://schemas.openxmlformats.org/drawingml/2006/main">
            <a:pPr>
              <a:defRPr sz="1650" b="0">
                <a:solidFill>
                  <a:srgbClr val="587081"/>
                </a:solidFill>
              </a:defRPr>
            </a:pPr>
            <a:r>
              <a:rPr sz="1650" b="0">
                <a:solidFill>
                  <a:srgbClr val="587081"/>
                </a:solidFill>
              </a:rPr>
              <a:t>Named CAD solids</a:t>
            </a:r>
          </a:p>
        </p:txBody>
      </p:sp>
      <p:sp>
        <p:nvSpPr>
          <p:cNvPr id="8" name="80 s">
            <a:extLst xmlns:a="http://schemas.openxmlformats.org/drawingml/2006/main">
              <a:ext uri="{FF2B5EF4-FFF2-40B4-BE49-F238E27FC236}">
                <a16:creationId xmlns:a16="http://schemas.microsoft.com/office/drawing/2014/main" id="{1D91A305-A2B0-43AE-BA98-FB4E1C690CC0}"/>
              </a:ext>
            </a:extLst>
          </p:cNvPr>
          <p:cNvSpPr>
            <a:spLocks xmlns:a="http://schemas.openxmlformats.org/drawingml/2006/main" noGrp="1"/>
          </p:cNvSpPr>
          <p:nvPr/>
        </p:nvSpPr>
        <p:spPr>
          <a:xfrm xmlns:a="http://schemas.openxmlformats.org/drawingml/2006/main">
            <a:off x="9048750" y="3333750"/>
            <a:ext cx="26670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3600" b="1">
                <a:solidFill>
                  <a:srgbClr val="087F95"/>
                </a:solidFill>
              </a:defRPr>
            </a:defPPr>
            <a:lvl1pPr>
              <a:defRPr sz="3600" b="1">
                <a:solidFill>
                  <a:srgbClr val="087F95"/>
                </a:solidFill>
              </a:defRPr>
            </a:lvl1pPr>
            <a:lvl2pPr>
              <a:defRPr sz="3600" b="1">
                <a:solidFill>
                  <a:srgbClr val="087F95"/>
                </a:solidFill>
              </a:defRPr>
            </a:lvl2pPr>
            <a:lvl3pPr>
              <a:defRPr sz="3600" b="1">
                <a:solidFill>
                  <a:srgbClr val="087F95"/>
                </a:solidFill>
              </a:defRPr>
            </a:lvl3pPr>
            <a:lvl4pPr>
              <a:defRPr sz="3600" b="1">
                <a:solidFill>
                  <a:srgbClr val="087F95"/>
                </a:solidFill>
              </a:defRPr>
            </a:lvl4pPr>
            <a:lvl5pPr>
              <a:defRPr sz="3600" b="1">
                <a:solidFill>
                  <a:srgbClr val="087F95"/>
                </a:solidFill>
              </a:defRPr>
            </a:lvl5pPr>
            <a:lvl6pPr>
              <a:defRPr sz="3600" b="1">
                <a:solidFill>
                  <a:srgbClr val="087F95"/>
                </a:solidFill>
              </a:defRPr>
            </a:lvl6pPr>
            <a:lvl7pPr>
              <a:defRPr sz="3600" b="1">
                <a:solidFill>
                  <a:srgbClr val="087F95"/>
                </a:solidFill>
              </a:defRPr>
            </a:lvl7pPr>
            <a:lvl8pPr>
              <a:defRPr sz="3600" b="1">
                <a:solidFill>
                  <a:srgbClr val="087F95"/>
                </a:solidFill>
              </a:defRPr>
            </a:lvl8pPr>
            <a:lvl9pPr>
              <a:defRPr sz="3600" b="1">
                <a:solidFill>
                  <a:srgbClr val="087F95"/>
                </a:solidFill>
              </a:defRPr>
            </a:lvl9pPr>
          </a:lstStyle>
          <a:p xmlns:a="http://schemas.openxmlformats.org/drawingml/2006/main">
            <a:pPr>
              <a:defRPr sz="3600" b="1">
                <a:solidFill>
                  <a:srgbClr val="087F95"/>
                </a:solidFill>
              </a:defRPr>
            </a:pPr>
            <a:r>
              <a:rPr sz="3600" b="1">
                <a:solidFill>
                  <a:srgbClr val="087F95"/>
                </a:solidFill>
              </a:rPr>
              <a:t>80 s</a:t>
            </a:r>
          </a:p>
        </p:txBody>
      </p:sp>
      <p:sp>
        <p:nvSpPr>
          <p:cNvPr id="9" name="Silent assembly movie">
            <a:extLst xmlns:a="http://schemas.openxmlformats.org/drawingml/2006/main">
              <a:ext uri="{FF2B5EF4-FFF2-40B4-BE49-F238E27FC236}">
                <a16:creationId xmlns:a16="http://schemas.microsoft.com/office/drawing/2014/main" id="{9F20CCEB-AFB0-45F6-8E9A-36687C6FA00A}"/>
              </a:ext>
            </a:extLst>
          </p:cNvPr>
          <p:cNvSpPr>
            <a:spLocks xmlns:a="http://schemas.openxmlformats.org/drawingml/2006/main" noGrp="1"/>
          </p:cNvSpPr>
          <p:nvPr/>
        </p:nvSpPr>
        <p:spPr>
          <a:xfrm xmlns:a="http://schemas.openxmlformats.org/drawingml/2006/main">
            <a:off x="9048750" y="3924300"/>
            <a:ext cx="26670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650" b="0">
                <a:solidFill>
                  <a:srgbClr val="587081"/>
                </a:solidFill>
              </a:defRPr>
            </a:defPPr>
            <a:lvl1pPr>
              <a:defRPr sz="1650" b="0">
                <a:solidFill>
                  <a:srgbClr val="587081"/>
                </a:solidFill>
              </a:defRPr>
            </a:lvl1pPr>
            <a:lvl2pPr>
              <a:defRPr sz="1650" b="0">
                <a:solidFill>
                  <a:srgbClr val="587081"/>
                </a:solidFill>
              </a:defRPr>
            </a:lvl2pPr>
            <a:lvl3pPr>
              <a:defRPr sz="1650" b="0">
                <a:solidFill>
                  <a:srgbClr val="587081"/>
                </a:solidFill>
              </a:defRPr>
            </a:lvl3pPr>
            <a:lvl4pPr>
              <a:defRPr sz="1650" b="0">
                <a:solidFill>
                  <a:srgbClr val="587081"/>
                </a:solidFill>
              </a:defRPr>
            </a:lvl4pPr>
            <a:lvl5pPr>
              <a:defRPr sz="1650" b="0">
                <a:solidFill>
                  <a:srgbClr val="587081"/>
                </a:solidFill>
              </a:defRPr>
            </a:lvl5pPr>
            <a:lvl6pPr>
              <a:defRPr sz="1650" b="0">
                <a:solidFill>
                  <a:srgbClr val="587081"/>
                </a:solidFill>
              </a:defRPr>
            </a:lvl6pPr>
            <a:lvl7pPr>
              <a:defRPr sz="1650" b="0">
                <a:solidFill>
                  <a:srgbClr val="587081"/>
                </a:solidFill>
              </a:defRPr>
            </a:lvl7pPr>
            <a:lvl8pPr>
              <a:defRPr sz="1650" b="0">
                <a:solidFill>
                  <a:srgbClr val="587081"/>
                </a:solidFill>
              </a:defRPr>
            </a:lvl8pPr>
            <a:lvl9pPr>
              <a:defRPr sz="1650" b="0">
                <a:solidFill>
                  <a:srgbClr val="587081"/>
                </a:solidFill>
              </a:defRPr>
            </a:lvl9pPr>
          </a:lstStyle>
          <a:p xmlns:a="http://schemas.openxmlformats.org/drawingml/2006/main">
            <a:pPr>
              <a:defRPr sz="1650" b="0">
                <a:solidFill>
                  <a:srgbClr val="587081"/>
                </a:solidFill>
              </a:defRPr>
            </a:pPr>
            <a:r>
              <a:rPr sz="1650" b="0">
                <a:solidFill>
                  <a:srgbClr val="587081"/>
                </a:solidFill>
              </a:rPr>
              <a:t>Silent assembly movie</a:t>
            </a:r>
          </a:p>
        </p:txBody>
      </p:sp>
      <p:sp>
        <p:nvSpPr>
          <p:cNvPr id="10" name="Four named parts arrive&#10;per batch and settle&#10;at their CAD positio">
            <a:extLst xmlns:a="http://schemas.openxmlformats.org/drawingml/2006/main">
              <a:ext uri="{FF2B5EF4-FFF2-40B4-BE49-F238E27FC236}">
                <a16:creationId xmlns:a16="http://schemas.microsoft.com/office/drawing/2014/main" id="{22425294-2500-4768-A583-670E3F19B705}"/>
              </a:ext>
            </a:extLst>
          </p:cNvPr>
          <p:cNvSpPr>
            <a:spLocks xmlns:a="http://schemas.openxmlformats.org/drawingml/2006/main" noGrp="1"/>
          </p:cNvSpPr>
          <p:nvPr/>
        </p:nvSpPr>
        <p:spPr>
          <a:xfrm xmlns:a="http://schemas.openxmlformats.org/drawingml/2006/main">
            <a:off x="9048750" y="5000625"/>
            <a:ext cx="26670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800" b="0">
                <a:solidFill>
                  <a:srgbClr val="142B3D"/>
                </a:solidFill>
              </a:defRPr>
            </a:defPPr>
            <a:lvl1pPr>
              <a:defRPr sz="1800" b="0">
                <a:solidFill>
                  <a:srgbClr val="142B3D"/>
                </a:solidFill>
              </a:defRPr>
            </a:lvl1pPr>
            <a:lvl2pPr>
              <a:defRPr sz="1800" b="0">
                <a:solidFill>
                  <a:srgbClr val="142B3D"/>
                </a:solidFill>
              </a:defRPr>
            </a:lvl2pPr>
            <a:lvl3pPr>
              <a:defRPr sz="1800" b="0">
                <a:solidFill>
                  <a:srgbClr val="142B3D"/>
                </a:solidFill>
              </a:defRPr>
            </a:lvl3pPr>
            <a:lvl4pPr>
              <a:defRPr sz="1800" b="0">
                <a:solidFill>
                  <a:srgbClr val="142B3D"/>
                </a:solidFill>
              </a:defRPr>
            </a:lvl4pPr>
            <a:lvl5pPr>
              <a:defRPr sz="1800" b="0">
                <a:solidFill>
                  <a:srgbClr val="142B3D"/>
                </a:solidFill>
              </a:defRPr>
            </a:lvl5pPr>
            <a:lvl6pPr>
              <a:defRPr sz="1800" b="0">
                <a:solidFill>
                  <a:srgbClr val="142B3D"/>
                </a:solidFill>
              </a:defRPr>
            </a:lvl6pPr>
            <a:lvl7pPr>
              <a:defRPr sz="1800" b="0">
                <a:solidFill>
                  <a:srgbClr val="142B3D"/>
                </a:solidFill>
              </a:defRPr>
            </a:lvl7pPr>
            <a:lvl8pPr>
              <a:defRPr sz="1800" b="0">
                <a:solidFill>
                  <a:srgbClr val="142B3D"/>
                </a:solidFill>
              </a:defRPr>
            </a:lvl8pPr>
            <a:lvl9pPr>
              <a:defRPr sz="1800" b="0">
                <a:solidFill>
                  <a:srgbClr val="142B3D"/>
                </a:solidFill>
              </a:defRPr>
            </a:lvl9pPr>
          </a:lstStyle>
          <a:p xmlns:a="http://schemas.openxmlformats.org/drawingml/2006/main">
            <a:pPr>
              <a:defRPr sz="1800" b="0">
                <a:solidFill>
                  <a:srgbClr val="142B3D"/>
                </a:solidFill>
              </a:defRPr>
            </a:pPr>
            <a:r>
              <a:rPr sz="1800" b="0">
                <a:solidFill>
                  <a:srgbClr val="142B3D"/>
                </a:solidFill>
              </a:rPr>
              <a:t>Four named parts arrive</a:t>
            </a:r>
          </a:p>
          <a:p xmlns:a="http://schemas.openxmlformats.org/drawingml/2006/main">
            <a:pPr>
              <a:defRPr sz="1800" b="0">
                <a:solidFill>
                  <a:srgbClr val="142B3D"/>
                </a:solidFill>
              </a:defRPr>
            </a:pPr>
            <a:r>
              <a:rPr sz="1800" b="0">
                <a:solidFill>
                  <a:srgbClr val="142B3D"/>
                </a:solidFill>
              </a:rPr>
              <a:t>per batch and settle</a:t>
            </a:r>
          </a:p>
          <a:p xmlns:a="http://schemas.openxmlformats.org/drawingml/2006/main">
            <a:pPr>
              <a:defRPr sz="1800" b="0">
                <a:solidFill>
                  <a:srgbClr val="142B3D"/>
                </a:solidFill>
              </a:defRPr>
            </a:pPr>
            <a:r>
              <a:rPr sz="1800" b="0">
                <a:solidFill>
                  <a:srgbClr val="142B3D"/>
                </a:solidFill>
              </a:rPr>
              <a:t>at their CAD positions</a:t>
            </a:r>
          </a:p>
        </p:txBody>
      </p:sp>
    </p:spTree>
    <p:extLst>
      <p:ext uri="{BB962C8B-B14F-4D97-AF65-F5344CB8AC3E}">
        <p14:creationId xmlns:p14="http://schemas.microsoft.com/office/powerpoint/2010/main" val="170700673"/>
      </p:ext>
    </p:extLst>
  </p:cSld>
  <p:timing xmlns:a="http://schemas.openxmlformats.org/drawingml/2006/main" xmlns:r="http://schemas.openxmlformats.org/officeDocument/2006/relationships">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80292"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5"/>
                </p:tgtEl>
              </p:cMediaNode>
            </p:video>
            <p:seq concurrent="1" nextAc="seek">
              <p:cTn id="8" restart="whenNotActive" fill="hold" evtFilter="cancelBubble" nodeType="interactiveSeq">
                <p:stCondLst>
                  <p:cond evt="onClick" delay="0">
                    <p:tgtEl>
                      <p:spTgt spid="5"/>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5"/>
                                        </p:tgtEl>
                                      </p:cBhvr>
                                    </p:cmd>
                                  </p:childTnLst>
                                </p:cTn>
                              </p:par>
                            </p:childTnLst>
                          </p:cTn>
                        </p:par>
                      </p:childTnLst>
                    </p:cTn>
                  </p:par>
                </p:childTnLst>
              </p:cTn>
              <p:nextCondLst>
                <p:cond evt="onClick" delay="0">
                  <p:tgtEl>
                    <p:spTgt spid="5"/>
                  </p:tgtEl>
                </p:cond>
              </p:nextCondLst>
            </p:seq>
          </p:childTnLst>
        </p:cTn>
      </p:par>
    </p:tnLst>
  </p:timing>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Component families and thermal interfaces">
            <a:extLst xmlns:a="http://schemas.openxmlformats.org/drawingml/2006/main">
              <a:ext uri="{FF2B5EF4-FFF2-40B4-BE49-F238E27FC236}">
                <a16:creationId xmlns:a16="http://schemas.microsoft.com/office/drawing/2014/main" id="{A4AE0F1E-C5AA-4E9D-B3FE-44EBB9F889CF}"/>
              </a:ext>
            </a:extLst>
          </p:cNvPr>
          <p:cNvSpPr>
            <a:spLocks xmlns:a="http://schemas.openxmlformats.org/drawingml/2006/main" noGrp="1"/>
          </p:cNvSpPr>
          <p:nvPr/>
        </p:nvSpPr>
        <p:spPr>
          <a:xfrm xmlns:a="http://schemas.openxmlformats.org/drawingml/2006/main">
            <a:off x="533400" y="361950"/>
            <a:ext cx="111252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3150" b="1">
                <a:solidFill>
                  <a:srgbClr val="142B3D"/>
                </a:solidFill>
              </a:defRPr>
            </a:defPPr>
            <a:lvl1pPr>
              <a:defRPr sz="3150" b="1">
                <a:solidFill>
                  <a:srgbClr val="142B3D"/>
                </a:solidFill>
              </a:defRPr>
            </a:lvl1pPr>
            <a:lvl2pPr>
              <a:defRPr sz="3150" b="1">
                <a:solidFill>
                  <a:srgbClr val="142B3D"/>
                </a:solidFill>
              </a:defRPr>
            </a:lvl2pPr>
            <a:lvl3pPr>
              <a:defRPr sz="3150" b="1">
                <a:solidFill>
                  <a:srgbClr val="142B3D"/>
                </a:solidFill>
              </a:defRPr>
            </a:lvl3pPr>
            <a:lvl4pPr>
              <a:defRPr sz="3150" b="1">
                <a:solidFill>
                  <a:srgbClr val="142B3D"/>
                </a:solidFill>
              </a:defRPr>
            </a:lvl4pPr>
            <a:lvl5pPr>
              <a:defRPr sz="3150" b="1">
                <a:solidFill>
                  <a:srgbClr val="142B3D"/>
                </a:solidFill>
              </a:defRPr>
            </a:lvl5pPr>
            <a:lvl6pPr>
              <a:defRPr sz="3150" b="1">
                <a:solidFill>
                  <a:srgbClr val="142B3D"/>
                </a:solidFill>
              </a:defRPr>
            </a:lvl6pPr>
            <a:lvl7pPr>
              <a:defRPr sz="3150" b="1">
                <a:solidFill>
                  <a:srgbClr val="142B3D"/>
                </a:solidFill>
              </a:defRPr>
            </a:lvl7pPr>
            <a:lvl8pPr>
              <a:defRPr sz="3150" b="1">
                <a:solidFill>
                  <a:srgbClr val="142B3D"/>
                </a:solidFill>
              </a:defRPr>
            </a:lvl8pPr>
            <a:lvl9pPr>
              <a:defRPr sz="3150" b="1">
                <a:solidFill>
                  <a:srgbClr val="142B3D"/>
                </a:solidFill>
              </a:defRPr>
            </a:lvl9pPr>
          </a:lstStyle>
          <a:p xmlns:a="http://schemas.openxmlformats.org/drawingml/2006/main">
            <a:pPr>
              <a:defRPr sz="3150" b="1">
                <a:solidFill>
                  <a:srgbClr val="142B3D"/>
                </a:solidFill>
              </a:defRPr>
            </a:pPr>
            <a:r>
              <a:rPr sz="3150" b="1">
                <a:solidFill>
                  <a:srgbClr val="142B3D"/>
                </a:solidFill>
              </a:rPr>
              <a:t>Component families and thermal interfaces</a:t>
            </a:r>
          </a:p>
        </p:txBody>
      </p:sp>
      <p:sp>
        <p:nvSpPr>
          <p:cNvPr id="2" name="Khani Solutions">
            <a:extLst xmlns:a="http://schemas.openxmlformats.org/drawingml/2006/main">
              <a:ext uri="{FF2B5EF4-FFF2-40B4-BE49-F238E27FC236}">
                <a16:creationId xmlns:a16="http://schemas.microsoft.com/office/drawing/2014/main" id="{416BA5BF-E3A9-4D65-ABBC-8056E765ED8B}"/>
              </a:ext>
            </a:extLst>
          </p:cNvPr>
          <p:cNvSpPr>
            <a:spLocks xmlns:a="http://schemas.openxmlformats.org/drawingml/2006/main" noGrp="1"/>
          </p:cNvSpPr>
          <p:nvPr/>
        </p:nvSpPr>
        <p:spPr>
          <a:xfrm xmlns:a="http://schemas.openxmlformats.org/drawingml/2006/main">
            <a:off x="533400" y="6448425"/>
            <a:ext cx="2190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350" b="0">
                <a:solidFill>
                  <a:srgbClr val="587081"/>
                </a:solidFill>
              </a:defRPr>
            </a:defPPr>
            <a:lvl1pPr>
              <a:defRPr sz="1350" b="0">
                <a:solidFill>
                  <a:srgbClr val="587081"/>
                </a:solidFill>
              </a:defRPr>
            </a:lvl1pPr>
            <a:lvl2pPr>
              <a:defRPr sz="1350" b="0">
                <a:solidFill>
                  <a:srgbClr val="587081"/>
                </a:solidFill>
              </a:defRPr>
            </a:lvl2pPr>
            <a:lvl3pPr>
              <a:defRPr sz="1350" b="0">
                <a:solidFill>
                  <a:srgbClr val="587081"/>
                </a:solidFill>
              </a:defRPr>
            </a:lvl3pPr>
            <a:lvl4pPr>
              <a:defRPr sz="1350" b="0">
                <a:solidFill>
                  <a:srgbClr val="587081"/>
                </a:solidFill>
              </a:defRPr>
            </a:lvl4pPr>
            <a:lvl5pPr>
              <a:defRPr sz="1350" b="0">
                <a:solidFill>
                  <a:srgbClr val="587081"/>
                </a:solidFill>
              </a:defRPr>
            </a:lvl5pPr>
            <a:lvl6pPr>
              <a:defRPr sz="1350" b="0">
                <a:solidFill>
                  <a:srgbClr val="587081"/>
                </a:solidFill>
              </a:defRPr>
            </a:lvl6pPr>
            <a:lvl7pPr>
              <a:defRPr sz="1350" b="0">
                <a:solidFill>
                  <a:srgbClr val="587081"/>
                </a:solidFill>
              </a:defRPr>
            </a:lvl7pPr>
            <a:lvl8pPr>
              <a:defRPr sz="1350" b="0">
                <a:solidFill>
                  <a:srgbClr val="587081"/>
                </a:solidFill>
              </a:defRPr>
            </a:lvl8pPr>
            <a:lvl9pPr>
              <a:defRPr sz="1350" b="0">
                <a:solidFill>
                  <a:srgbClr val="587081"/>
                </a:solidFill>
              </a:defRPr>
            </a:lvl9pPr>
          </a:lstStyle>
          <a:p xmlns:a="http://schemas.openxmlformats.org/drawingml/2006/main">
            <a:pPr>
              <a:defRPr sz="1350" b="0">
                <a:solidFill>
                  <a:srgbClr val="587081"/>
                </a:solidFill>
              </a:defRPr>
            </a:pPr>
            <a:r>
              <a:rPr sz="1350" b="0">
                <a:solidFill>
                  <a:srgbClr val="587081"/>
                </a:solidFill>
              </a:rPr>
              <a:t>Khani Solutions</a:t>
            </a:r>
          </a:p>
        </p:txBody>
      </p:sp>
      <p:sp>
        <p:nvSpPr>
          <p:cNvPr id="3" name="04 / 18">
            <a:extLst xmlns:a="http://schemas.openxmlformats.org/drawingml/2006/main">
              <a:ext uri="{FF2B5EF4-FFF2-40B4-BE49-F238E27FC236}">
                <a16:creationId xmlns:a16="http://schemas.microsoft.com/office/drawing/2014/main" id="{F1D1AFB8-3D93-4E1D-925D-7D2D4656E057}"/>
              </a:ext>
            </a:extLst>
          </p:cNvPr>
          <p:cNvSpPr>
            <a:spLocks xmlns:a="http://schemas.openxmlformats.org/drawingml/2006/main" noGrp="1"/>
          </p:cNvSpPr>
          <p:nvPr/>
        </p:nvSpPr>
        <p:spPr>
          <a:xfrm xmlns:a="http://schemas.openxmlformats.org/drawingml/2006/main">
            <a:off x="10896600" y="6448425"/>
            <a:ext cx="857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350" b="0">
                <a:solidFill>
                  <a:srgbClr val="587081"/>
                </a:solidFill>
              </a:defRPr>
            </a:defPPr>
            <a:lvl1pPr>
              <a:defRPr sz="1350" b="0">
                <a:solidFill>
                  <a:srgbClr val="587081"/>
                </a:solidFill>
              </a:defRPr>
            </a:lvl1pPr>
            <a:lvl2pPr>
              <a:defRPr sz="1350" b="0">
                <a:solidFill>
                  <a:srgbClr val="587081"/>
                </a:solidFill>
              </a:defRPr>
            </a:lvl2pPr>
            <a:lvl3pPr>
              <a:defRPr sz="1350" b="0">
                <a:solidFill>
                  <a:srgbClr val="587081"/>
                </a:solidFill>
              </a:defRPr>
            </a:lvl3pPr>
            <a:lvl4pPr>
              <a:defRPr sz="1350" b="0">
                <a:solidFill>
                  <a:srgbClr val="587081"/>
                </a:solidFill>
              </a:defRPr>
            </a:lvl4pPr>
            <a:lvl5pPr>
              <a:defRPr sz="1350" b="0">
                <a:solidFill>
                  <a:srgbClr val="587081"/>
                </a:solidFill>
              </a:defRPr>
            </a:lvl5pPr>
            <a:lvl6pPr>
              <a:defRPr sz="1350" b="0">
                <a:solidFill>
                  <a:srgbClr val="587081"/>
                </a:solidFill>
              </a:defRPr>
            </a:lvl6pPr>
            <a:lvl7pPr>
              <a:defRPr sz="1350" b="0">
                <a:solidFill>
                  <a:srgbClr val="587081"/>
                </a:solidFill>
              </a:defRPr>
            </a:lvl7pPr>
            <a:lvl8pPr>
              <a:defRPr sz="1350" b="0">
                <a:solidFill>
                  <a:srgbClr val="587081"/>
                </a:solidFill>
              </a:defRPr>
            </a:lvl8pPr>
            <a:lvl9pPr>
              <a:defRPr sz="1350" b="0">
                <a:solidFill>
                  <a:srgbClr val="587081"/>
                </a:solidFill>
              </a:defRPr>
            </a:lvl9pPr>
          </a:lstStyle>
          <a:p xmlns:a="http://schemas.openxmlformats.org/drawingml/2006/main">
            <a:pPr>
              <a:defRPr sz="1350" b="0">
                <a:solidFill>
                  <a:srgbClr val="587081"/>
                </a:solidFill>
              </a:defRPr>
            </a:pPr>
            <a:r>
              <a:rPr sz="1350" b="0">
                <a:solidFill>
                  <a:srgbClr val="587081"/>
                </a:solidFill>
              </a:rPr>
              <a:t>04 / 18</a:t>
            </a:r>
          </a:p>
        </p:txBody>
      </p:sp>
      <p:sp>
        <p:nvSpPr>
          <p:cNvPr id="4" name="Detailed evidence on the website">
            <a:extLst xmlns:a="http://schemas.openxmlformats.org/drawingml/2006/main">
              <a:ext uri="{FF2B5EF4-FFF2-40B4-BE49-F238E27FC236}">
                <a16:creationId xmlns:a16="http://schemas.microsoft.com/office/drawing/2014/main" id="{78B7E566-C24A-437A-BC8F-BFC8CC4E986F}"/>
              </a:ext>
            </a:extLst>
          </p:cNvPr>
          <p:cNvSpPr>
            <a:spLocks xmlns:a="http://schemas.openxmlformats.org/drawingml/2006/main" noGrp="1"/>
          </p:cNvSpPr>
          <p:nvPr/>
        </p:nvSpPr>
        <p:spPr>
          <a:xfrm xmlns:a="http://schemas.openxmlformats.org/drawingml/2006/main">
            <a:off x="7000875" y="6448425"/>
            <a:ext cx="34766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350" b="0">
                <a:solidFill>
                  <a:srgbClr val="087F95"/>
                </a:solidFill>
              </a:defRPr>
            </a:defPPr>
            <a:lvl1pPr>
              <a:defRPr sz="1350" b="0">
                <a:solidFill>
                  <a:srgbClr val="087F95"/>
                </a:solidFill>
              </a:defRPr>
            </a:lvl1pPr>
            <a:lvl2pPr>
              <a:defRPr sz="1350" b="0">
                <a:solidFill>
                  <a:srgbClr val="087F95"/>
                </a:solidFill>
              </a:defRPr>
            </a:lvl2pPr>
            <a:lvl3pPr>
              <a:defRPr sz="1350" b="0">
                <a:solidFill>
                  <a:srgbClr val="087F95"/>
                </a:solidFill>
              </a:defRPr>
            </a:lvl3pPr>
            <a:lvl4pPr>
              <a:defRPr sz="1350" b="0">
                <a:solidFill>
                  <a:srgbClr val="087F95"/>
                </a:solidFill>
              </a:defRPr>
            </a:lvl4pPr>
            <a:lvl5pPr>
              <a:defRPr sz="1350" b="0">
                <a:solidFill>
                  <a:srgbClr val="087F95"/>
                </a:solidFill>
              </a:defRPr>
            </a:lvl5pPr>
            <a:lvl6pPr>
              <a:defRPr sz="1350" b="0">
                <a:solidFill>
                  <a:srgbClr val="087F95"/>
                </a:solidFill>
              </a:defRPr>
            </a:lvl6pPr>
            <a:lvl7pPr>
              <a:defRPr sz="1350" b="0">
                <a:solidFill>
                  <a:srgbClr val="087F95"/>
                </a:solidFill>
              </a:defRPr>
            </a:lvl7pPr>
            <a:lvl8pPr>
              <a:defRPr sz="1350" b="0">
                <a:solidFill>
                  <a:srgbClr val="087F95"/>
                </a:solidFill>
              </a:defRPr>
            </a:lvl8pPr>
            <a:lvl9pPr>
              <a:defRPr sz="1350" b="0">
                <a:solidFill>
                  <a:srgbClr val="087F95"/>
                </a:solidFill>
              </a:defRPr>
            </a:lvl9pPr>
          </a:lstStyle>
          <a:p xmlns:a="http://schemas.openxmlformats.org/drawingml/2006/main">
            <a:pPr>
              <a:defRPr sz="1350" b="0">
                <a:solidFill>
                  <a:srgbClr val="087F95"/>
                </a:solidFill>
              </a:defRPr>
            </a:pPr>
            <a:r>
              <a:rPr sz="1350" b="0">
                <a:solidFill>
                  <a:srgbClr val="087F95"/>
                </a:solidFill>
                <a:hlinkClick xmlns:r="http://schemas.openxmlformats.org/officeDocument/2006/relationships" r:id="R162cfd5b806a4530"/>
              </a:rPr>
              <a:t>Detailed evidence on the website</a:t>
            </a:r>
          </a:p>
        </p:txBody>
      </p:sp>
      <p:pic>
        <p:nvPicPr>
          <p:cNvPr id="5" name="">
            <a:extLst xmlns:a="http://schemas.openxmlformats.org/drawingml/2006/main">
              <a:ext uri="{FF2B5EF4-FFF2-40B4-BE49-F238E27FC236}">
                <a16:creationId xmlns:a16="http://schemas.microsoft.com/office/drawing/2014/main" id="{8569565A-902F-411C-8152-0FAA90AC870C}"/>
              </a:ext>
            </a:extLst>
          </p:cNvPr>
          <p:cNvPicPr>
            <a:picLocks xmlns:a="http://schemas.openxmlformats.org/drawingml/2006/main" noChangeAspect="1"/>
          </p:cNvPicPr>
          <p:nvPr/>
        </p:nvPicPr>
        <p:blipFill>
          <a:blip xmlns:r="http://schemas.openxmlformats.org/officeDocument/2006/relationships" xmlns:a="http://schemas.openxmlformats.org/drawingml/2006/main" r:embed="R646cde5b47324a68"/>
          <a:stretch xmlns:a="http://schemas.openxmlformats.org/drawingml/2006/main"/>
        </p:blipFill>
        <p:spPr>
          <a:xfrm xmlns:a="http://schemas.openxmlformats.org/drawingml/2006/main">
            <a:off x="703897" y="1600200"/>
            <a:ext cx="7117080" cy="4448175"/>
          </a:xfrm>
          <a:prstGeom xmlns:a="http://schemas.openxmlformats.org/drawingml/2006/main" prst="rect">
            <a:avLst/>
          </a:prstGeom>
        </p:spPr>
      </p:pic>
      <p:sp>
        <p:nvSpPr>
          <p:cNvPr id="6" name="Heat sources">
            <a:extLst xmlns:a="http://schemas.openxmlformats.org/drawingml/2006/main">
              <a:ext uri="{FF2B5EF4-FFF2-40B4-BE49-F238E27FC236}">
                <a16:creationId xmlns:a16="http://schemas.microsoft.com/office/drawing/2014/main" id="{DD0FA39C-8CFD-42E8-9AA1-54F97C861970}"/>
              </a:ext>
            </a:extLst>
          </p:cNvPr>
          <p:cNvSpPr>
            <a:spLocks xmlns:a="http://schemas.openxmlformats.org/drawingml/2006/main" noGrp="1"/>
          </p:cNvSpPr>
          <p:nvPr/>
        </p:nvSpPr>
        <p:spPr>
          <a:xfrm xmlns:a="http://schemas.openxmlformats.org/drawingml/2006/main">
            <a:off x="8591550" y="1638300"/>
            <a:ext cx="3048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025" b="1">
                <a:solidFill>
                  <a:srgbClr val="087F95"/>
                </a:solidFill>
              </a:defRPr>
            </a:defPPr>
            <a:lvl1pPr>
              <a:defRPr sz="2025" b="1">
                <a:solidFill>
                  <a:srgbClr val="087F95"/>
                </a:solidFill>
              </a:defRPr>
            </a:lvl1pPr>
            <a:lvl2pPr>
              <a:defRPr sz="2025" b="1">
                <a:solidFill>
                  <a:srgbClr val="087F95"/>
                </a:solidFill>
              </a:defRPr>
            </a:lvl2pPr>
            <a:lvl3pPr>
              <a:defRPr sz="2025" b="1">
                <a:solidFill>
                  <a:srgbClr val="087F95"/>
                </a:solidFill>
              </a:defRPr>
            </a:lvl3pPr>
            <a:lvl4pPr>
              <a:defRPr sz="2025" b="1">
                <a:solidFill>
                  <a:srgbClr val="087F95"/>
                </a:solidFill>
              </a:defRPr>
            </a:lvl4pPr>
            <a:lvl5pPr>
              <a:defRPr sz="2025" b="1">
                <a:solidFill>
                  <a:srgbClr val="087F95"/>
                </a:solidFill>
              </a:defRPr>
            </a:lvl5pPr>
            <a:lvl6pPr>
              <a:defRPr sz="2025" b="1">
                <a:solidFill>
                  <a:srgbClr val="087F95"/>
                </a:solidFill>
              </a:defRPr>
            </a:lvl6pPr>
            <a:lvl7pPr>
              <a:defRPr sz="2025" b="1">
                <a:solidFill>
                  <a:srgbClr val="087F95"/>
                </a:solidFill>
              </a:defRPr>
            </a:lvl7pPr>
            <a:lvl8pPr>
              <a:defRPr sz="2025" b="1">
                <a:solidFill>
                  <a:srgbClr val="087F95"/>
                </a:solidFill>
              </a:defRPr>
            </a:lvl8pPr>
            <a:lvl9pPr>
              <a:defRPr sz="2025" b="1">
                <a:solidFill>
                  <a:srgbClr val="087F95"/>
                </a:solidFill>
              </a:defRPr>
            </a:lvl9pPr>
          </a:lstStyle>
          <a:p xmlns:a="http://schemas.openxmlformats.org/drawingml/2006/main">
            <a:pPr>
              <a:defRPr sz="2025" b="1">
                <a:solidFill>
                  <a:srgbClr val="087F95"/>
                </a:solidFill>
              </a:defRPr>
            </a:pPr>
            <a:r>
              <a:rPr sz="2025" b="1">
                <a:solidFill>
                  <a:srgbClr val="087F95"/>
                </a:solidFill>
              </a:rPr>
              <a:t>Heat sources</a:t>
            </a:r>
          </a:p>
        </p:txBody>
      </p:sp>
      <p:sp>
        <p:nvSpPr>
          <p:cNvPr id="7" name="Avionics, payloads, batteries,&#10;power conversion and CMGs">
            <a:extLst xmlns:a="http://schemas.openxmlformats.org/drawingml/2006/main">
              <a:ext uri="{FF2B5EF4-FFF2-40B4-BE49-F238E27FC236}">
                <a16:creationId xmlns:a16="http://schemas.microsoft.com/office/drawing/2014/main" id="{224883CA-E6B3-4425-90C0-7409230F3084}"/>
              </a:ext>
            </a:extLst>
          </p:cNvPr>
          <p:cNvSpPr>
            <a:spLocks xmlns:a="http://schemas.openxmlformats.org/drawingml/2006/main" noGrp="1"/>
          </p:cNvSpPr>
          <p:nvPr/>
        </p:nvSpPr>
        <p:spPr>
          <a:xfrm xmlns:a="http://schemas.openxmlformats.org/drawingml/2006/main">
            <a:off x="8591550" y="2057400"/>
            <a:ext cx="304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800" b="0">
                <a:solidFill>
                  <a:srgbClr val="142B3D"/>
                </a:solidFill>
              </a:defRPr>
            </a:defPPr>
            <a:lvl1pPr>
              <a:defRPr sz="1800" b="0">
                <a:solidFill>
                  <a:srgbClr val="142B3D"/>
                </a:solidFill>
              </a:defRPr>
            </a:lvl1pPr>
            <a:lvl2pPr>
              <a:defRPr sz="1800" b="0">
                <a:solidFill>
                  <a:srgbClr val="142B3D"/>
                </a:solidFill>
              </a:defRPr>
            </a:lvl2pPr>
            <a:lvl3pPr>
              <a:defRPr sz="1800" b="0">
                <a:solidFill>
                  <a:srgbClr val="142B3D"/>
                </a:solidFill>
              </a:defRPr>
            </a:lvl3pPr>
            <a:lvl4pPr>
              <a:defRPr sz="1800" b="0">
                <a:solidFill>
                  <a:srgbClr val="142B3D"/>
                </a:solidFill>
              </a:defRPr>
            </a:lvl4pPr>
            <a:lvl5pPr>
              <a:defRPr sz="1800" b="0">
                <a:solidFill>
                  <a:srgbClr val="142B3D"/>
                </a:solidFill>
              </a:defRPr>
            </a:lvl5pPr>
            <a:lvl6pPr>
              <a:defRPr sz="1800" b="0">
                <a:solidFill>
                  <a:srgbClr val="142B3D"/>
                </a:solidFill>
              </a:defRPr>
            </a:lvl6pPr>
            <a:lvl7pPr>
              <a:defRPr sz="1800" b="0">
                <a:solidFill>
                  <a:srgbClr val="142B3D"/>
                </a:solidFill>
              </a:defRPr>
            </a:lvl7pPr>
            <a:lvl8pPr>
              <a:defRPr sz="1800" b="0">
                <a:solidFill>
                  <a:srgbClr val="142B3D"/>
                </a:solidFill>
              </a:defRPr>
            </a:lvl8pPr>
            <a:lvl9pPr>
              <a:defRPr sz="1800" b="0">
                <a:solidFill>
                  <a:srgbClr val="142B3D"/>
                </a:solidFill>
              </a:defRPr>
            </a:lvl9pPr>
          </a:lstStyle>
          <a:p xmlns:a="http://schemas.openxmlformats.org/drawingml/2006/main">
            <a:pPr>
              <a:defRPr sz="1800" b="0">
                <a:solidFill>
                  <a:srgbClr val="142B3D"/>
                </a:solidFill>
              </a:defRPr>
            </a:pPr>
            <a:r>
              <a:rPr sz="1800" b="0">
                <a:solidFill>
                  <a:srgbClr val="142B3D"/>
                </a:solidFill>
              </a:rPr>
              <a:t>Avionics, payloads, batteries,</a:t>
            </a:r>
          </a:p>
          <a:p xmlns:a="http://schemas.openxmlformats.org/drawingml/2006/main">
            <a:pPr>
              <a:defRPr sz="1800" b="0">
                <a:solidFill>
                  <a:srgbClr val="142B3D"/>
                </a:solidFill>
              </a:defRPr>
            </a:pPr>
            <a:r>
              <a:rPr sz="1800" b="0">
                <a:solidFill>
                  <a:srgbClr val="142B3D"/>
                </a:solidFill>
              </a:rPr>
              <a:t>power conversion and CMGs</a:t>
            </a:r>
          </a:p>
        </p:txBody>
      </p:sp>
      <p:sp>
        <p:nvSpPr>
          <p:cNvPr id="8" name="Heat transport and rejection">
            <a:extLst xmlns:a="http://schemas.openxmlformats.org/drawingml/2006/main">
              <a:ext uri="{FF2B5EF4-FFF2-40B4-BE49-F238E27FC236}">
                <a16:creationId xmlns:a16="http://schemas.microsoft.com/office/drawing/2014/main" id="{942C6613-9CA8-44C3-95B5-90B8332ED525}"/>
              </a:ext>
            </a:extLst>
          </p:cNvPr>
          <p:cNvSpPr>
            <a:spLocks xmlns:a="http://schemas.openxmlformats.org/drawingml/2006/main" noGrp="1"/>
          </p:cNvSpPr>
          <p:nvPr/>
        </p:nvSpPr>
        <p:spPr>
          <a:xfrm xmlns:a="http://schemas.openxmlformats.org/drawingml/2006/main">
            <a:off x="8591550" y="3038475"/>
            <a:ext cx="304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025" b="1">
                <a:solidFill>
                  <a:srgbClr val="087F95"/>
                </a:solidFill>
              </a:defRPr>
            </a:defPPr>
            <a:lvl1pPr>
              <a:defRPr sz="2025" b="1">
                <a:solidFill>
                  <a:srgbClr val="087F95"/>
                </a:solidFill>
              </a:defRPr>
            </a:lvl1pPr>
            <a:lvl2pPr>
              <a:defRPr sz="2025" b="1">
                <a:solidFill>
                  <a:srgbClr val="087F95"/>
                </a:solidFill>
              </a:defRPr>
            </a:lvl2pPr>
            <a:lvl3pPr>
              <a:defRPr sz="2025" b="1">
                <a:solidFill>
                  <a:srgbClr val="087F95"/>
                </a:solidFill>
              </a:defRPr>
            </a:lvl3pPr>
            <a:lvl4pPr>
              <a:defRPr sz="2025" b="1">
                <a:solidFill>
                  <a:srgbClr val="087F95"/>
                </a:solidFill>
              </a:defRPr>
            </a:lvl4pPr>
            <a:lvl5pPr>
              <a:defRPr sz="2025" b="1">
                <a:solidFill>
                  <a:srgbClr val="087F95"/>
                </a:solidFill>
              </a:defRPr>
            </a:lvl5pPr>
            <a:lvl6pPr>
              <a:defRPr sz="2025" b="1">
                <a:solidFill>
                  <a:srgbClr val="087F95"/>
                </a:solidFill>
              </a:defRPr>
            </a:lvl6pPr>
            <a:lvl7pPr>
              <a:defRPr sz="2025" b="1">
                <a:solidFill>
                  <a:srgbClr val="087F95"/>
                </a:solidFill>
              </a:defRPr>
            </a:lvl7pPr>
            <a:lvl8pPr>
              <a:defRPr sz="2025" b="1">
                <a:solidFill>
                  <a:srgbClr val="087F95"/>
                </a:solidFill>
              </a:defRPr>
            </a:lvl8pPr>
            <a:lvl9pPr>
              <a:defRPr sz="2025" b="1">
                <a:solidFill>
                  <a:srgbClr val="087F95"/>
                </a:solidFill>
              </a:defRPr>
            </a:lvl9pPr>
          </a:lstStyle>
          <a:p xmlns:a="http://schemas.openxmlformats.org/drawingml/2006/main">
            <a:pPr>
              <a:defRPr sz="2025" b="1">
                <a:solidFill>
                  <a:srgbClr val="087F95"/>
                </a:solidFill>
              </a:defRPr>
            </a:pPr>
            <a:r>
              <a:rPr sz="2025" b="1">
                <a:solidFill>
                  <a:srgbClr val="087F95"/>
                </a:solidFill>
              </a:rPr>
              <a:t>Heat transport and rejection</a:t>
            </a:r>
          </a:p>
        </p:txBody>
      </p:sp>
      <p:sp>
        <p:nvSpPr>
          <p:cNvPr id="9" name="Cold plates, coolant, pumps,&#10;interfaces, fans and radiator">
            <a:extLst xmlns:a="http://schemas.openxmlformats.org/drawingml/2006/main">
              <a:ext uri="{FF2B5EF4-FFF2-40B4-BE49-F238E27FC236}">
                <a16:creationId xmlns:a16="http://schemas.microsoft.com/office/drawing/2014/main" id="{6AE1D3B3-B0E1-42A7-AE0D-A6E5572F7126}"/>
              </a:ext>
            </a:extLst>
          </p:cNvPr>
          <p:cNvSpPr>
            <a:spLocks xmlns:a="http://schemas.openxmlformats.org/drawingml/2006/main" noGrp="1"/>
          </p:cNvSpPr>
          <p:nvPr/>
        </p:nvSpPr>
        <p:spPr>
          <a:xfrm xmlns:a="http://schemas.openxmlformats.org/drawingml/2006/main">
            <a:off x="8591550" y="3771900"/>
            <a:ext cx="3048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800" b="0">
                <a:solidFill>
                  <a:srgbClr val="142B3D"/>
                </a:solidFill>
              </a:defRPr>
            </a:defPPr>
            <a:lvl1pPr>
              <a:defRPr sz="1800" b="0">
                <a:solidFill>
                  <a:srgbClr val="142B3D"/>
                </a:solidFill>
              </a:defRPr>
            </a:lvl1pPr>
            <a:lvl2pPr>
              <a:defRPr sz="1800" b="0">
                <a:solidFill>
                  <a:srgbClr val="142B3D"/>
                </a:solidFill>
              </a:defRPr>
            </a:lvl2pPr>
            <a:lvl3pPr>
              <a:defRPr sz="1800" b="0">
                <a:solidFill>
                  <a:srgbClr val="142B3D"/>
                </a:solidFill>
              </a:defRPr>
            </a:lvl3pPr>
            <a:lvl4pPr>
              <a:defRPr sz="1800" b="0">
                <a:solidFill>
                  <a:srgbClr val="142B3D"/>
                </a:solidFill>
              </a:defRPr>
            </a:lvl4pPr>
            <a:lvl5pPr>
              <a:defRPr sz="1800" b="0">
                <a:solidFill>
                  <a:srgbClr val="142B3D"/>
                </a:solidFill>
              </a:defRPr>
            </a:lvl5pPr>
            <a:lvl6pPr>
              <a:defRPr sz="1800" b="0">
                <a:solidFill>
                  <a:srgbClr val="142B3D"/>
                </a:solidFill>
              </a:defRPr>
            </a:lvl6pPr>
            <a:lvl7pPr>
              <a:defRPr sz="1800" b="0">
                <a:solidFill>
                  <a:srgbClr val="142B3D"/>
                </a:solidFill>
              </a:defRPr>
            </a:lvl7pPr>
            <a:lvl8pPr>
              <a:defRPr sz="1800" b="0">
                <a:solidFill>
                  <a:srgbClr val="142B3D"/>
                </a:solidFill>
              </a:defRPr>
            </a:lvl8pPr>
            <a:lvl9pPr>
              <a:defRPr sz="1800" b="0">
                <a:solidFill>
                  <a:srgbClr val="142B3D"/>
                </a:solidFill>
              </a:defRPr>
            </a:lvl9pPr>
          </a:lstStyle>
          <a:p xmlns:a="http://schemas.openxmlformats.org/drawingml/2006/main">
            <a:pPr>
              <a:defRPr sz="1800" b="0">
                <a:solidFill>
                  <a:srgbClr val="142B3D"/>
                </a:solidFill>
              </a:defRPr>
            </a:pPr>
            <a:r>
              <a:rPr sz="1800" b="0">
                <a:solidFill>
                  <a:srgbClr val="142B3D"/>
                </a:solidFill>
              </a:rPr>
              <a:t>Cold plates, coolant, pumps,</a:t>
            </a:r>
          </a:p>
          <a:p xmlns:a="http://schemas.openxmlformats.org/drawingml/2006/main">
            <a:pPr>
              <a:defRPr sz="1800" b="0">
                <a:solidFill>
                  <a:srgbClr val="142B3D"/>
                </a:solidFill>
              </a:defRPr>
            </a:pPr>
            <a:r>
              <a:rPr sz="1800" b="0">
                <a:solidFill>
                  <a:srgbClr val="142B3D"/>
                </a:solidFill>
              </a:rPr>
              <a:t>interfaces, fans and radiator</a:t>
            </a:r>
          </a:p>
        </p:txBody>
      </p:sp>
      <p:sp>
        <p:nvSpPr>
          <p:cNvPr id="10" name="Control and resources">
            <a:extLst xmlns:a="http://schemas.openxmlformats.org/drawingml/2006/main">
              <a:ext uri="{FF2B5EF4-FFF2-40B4-BE49-F238E27FC236}">
                <a16:creationId xmlns:a16="http://schemas.microsoft.com/office/drawing/2014/main" id="{7939E634-CC94-4C95-96C8-AC6666C2E024}"/>
              </a:ext>
            </a:extLst>
          </p:cNvPr>
          <p:cNvSpPr>
            <a:spLocks xmlns:a="http://schemas.openxmlformats.org/drawingml/2006/main" noGrp="1"/>
          </p:cNvSpPr>
          <p:nvPr/>
        </p:nvSpPr>
        <p:spPr>
          <a:xfrm xmlns:a="http://schemas.openxmlformats.org/drawingml/2006/main">
            <a:off x="8591550" y="4886325"/>
            <a:ext cx="3048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025" b="1">
                <a:solidFill>
                  <a:srgbClr val="087F95"/>
                </a:solidFill>
              </a:defRPr>
            </a:defPPr>
            <a:lvl1pPr>
              <a:defRPr sz="2025" b="1">
                <a:solidFill>
                  <a:srgbClr val="087F95"/>
                </a:solidFill>
              </a:defRPr>
            </a:lvl1pPr>
            <a:lvl2pPr>
              <a:defRPr sz="2025" b="1">
                <a:solidFill>
                  <a:srgbClr val="087F95"/>
                </a:solidFill>
              </a:defRPr>
            </a:lvl2pPr>
            <a:lvl3pPr>
              <a:defRPr sz="2025" b="1">
                <a:solidFill>
                  <a:srgbClr val="087F95"/>
                </a:solidFill>
              </a:defRPr>
            </a:lvl3pPr>
            <a:lvl4pPr>
              <a:defRPr sz="2025" b="1">
                <a:solidFill>
                  <a:srgbClr val="087F95"/>
                </a:solidFill>
              </a:defRPr>
            </a:lvl4pPr>
            <a:lvl5pPr>
              <a:defRPr sz="2025" b="1">
                <a:solidFill>
                  <a:srgbClr val="087F95"/>
                </a:solidFill>
              </a:defRPr>
            </a:lvl5pPr>
            <a:lvl6pPr>
              <a:defRPr sz="2025" b="1">
                <a:solidFill>
                  <a:srgbClr val="087F95"/>
                </a:solidFill>
              </a:defRPr>
            </a:lvl6pPr>
            <a:lvl7pPr>
              <a:defRPr sz="2025" b="1">
                <a:solidFill>
                  <a:srgbClr val="087F95"/>
                </a:solidFill>
              </a:defRPr>
            </a:lvl7pPr>
            <a:lvl8pPr>
              <a:defRPr sz="2025" b="1">
                <a:solidFill>
                  <a:srgbClr val="087F95"/>
                </a:solidFill>
              </a:defRPr>
            </a:lvl8pPr>
            <a:lvl9pPr>
              <a:defRPr sz="2025" b="1">
                <a:solidFill>
                  <a:srgbClr val="087F95"/>
                </a:solidFill>
              </a:defRPr>
            </a:lvl9pPr>
          </a:lstStyle>
          <a:p xmlns:a="http://schemas.openxmlformats.org/drawingml/2006/main">
            <a:pPr>
              <a:defRPr sz="2025" b="1">
                <a:solidFill>
                  <a:srgbClr val="087F95"/>
                </a:solidFill>
              </a:defRPr>
            </a:pPr>
            <a:r>
              <a:rPr sz="2025" b="1">
                <a:solidFill>
                  <a:srgbClr val="087F95"/>
                </a:solidFill>
              </a:rPr>
              <a:t>Control and resources</a:t>
            </a:r>
          </a:p>
        </p:txBody>
      </p:sp>
      <p:sp>
        <p:nvSpPr>
          <p:cNvPr id="11" name="Heaters, sensing, power,&#10;gas and water inventories">
            <a:extLst xmlns:a="http://schemas.openxmlformats.org/drawingml/2006/main">
              <a:ext uri="{FF2B5EF4-FFF2-40B4-BE49-F238E27FC236}">
                <a16:creationId xmlns:a16="http://schemas.microsoft.com/office/drawing/2014/main" id="{2E0360FE-1D8D-4448-B28B-13DE0854F93C}"/>
              </a:ext>
            </a:extLst>
          </p:cNvPr>
          <p:cNvSpPr>
            <a:spLocks xmlns:a="http://schemas.openxmlformats.org/drawingml/2006/main" noGrp="1"/>
          </p:cNvSpPr>
          <p:nvPr/>
        </p:nvSpPr>
        <p:spPr>
          <a:xfrm xmlns:a="http://schemas.openxmlformats.org/drawingml/2006/main">
            <a:off x="8591550" y="5295900"/>
            <a:ext cx="30480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800" b="0">
                <a:solidFill>
                  <a:srgbClr val="142B3D"/>
                </a:solidFill>
              </a:defRPr>
            </a:defPPr>
            <a:lvl1pPr>
              <a:defRPr sz="1800" b="0">
                <a:solidFill>
                  <a:srgbClr val="142B3D"/>
                </a:solidFill>
              </a:defRPr>
            </a:lvl1pPr>
            <a:lvl2pPr>
              <a:defRPr sz="1800" b="0">
                <a:solidFill>
                  <a:srgbClr val="142B3D"/>
                </a:solidFill>
              </a:defRPr>
            </a:lvl2pPr>
            <a:lvl3pPr>
              <a:defRPr sz="1800" b="0">
                <a:solidFill>
                  <a:srgbClr val="142B3D"/>
                </a:solidFill>
              </a:defRPr>
            </a:lvl3pPr>
            <a:lvl4pPr>
              <a:defRPr sz="1800" b="0">
                <a:solidFill>
                  <a:srgbClr val="142B3D"/>
                </a:solidFill>
              </a:defRPr>
            </a:lvl4pPr>
            <a:lvl5pPr>
              <a:defRPr sz="1800" b="0">
                <a:solidFill>
                  <a:srgbClr val="142B3D"/>
                </a:solidFill>
              </a:defRPr>
            </a:lvl5pPr>
            <a:lvl6pPr>
              <a:defRPr sz="1800" b="0">
                <a:solidFill>
                  <a:srgbClr val="142B3D"/>
                </a:solidFill>
              </a:defRPr>
            </a:lvl6pPr>
            <a:lvl7pPr>
              <a:defRPr sz="1800" b="0">
                <a:solidFill>
                  <a:srgbClr val="142B3D"/>
                </a:solidFill>
              </a:defRPr>
            </a:lvl7pPr>
            <a:lvl8pPr>
              <a:defRPr sz="1800" b="0">
                <a:solidFill>
                  <a:srgbClr val="142B3D"/>
                </a:solidFill>
              </a:defRPr>
            </a:lvl8pPr>
            <a:lvl9pPr>
              <a:defRPr sz="1800" b="0">
                <a:solidFill>
                  <a:srgbClr val="142B3D"/>
                </a:solidFill>
              </a:defRPr>
            </a:lvl9pPr>
          </a:lstStyle>
          <a:p xmlns:a="http://schemas.openxmlformats.org/drawingml/2006/main">
            <a:pPr>
              <a:defRPr sz="1800" b="0">
                <a:solidFill>
                  <a:srgbClr val="142B3D"/>
                </a:solidFill>
              </a:defRPr>
            </a:pPr>
            <a:r>
              <a:rPr sz="1800" b="0">
                <a:solidFill>
                  <a:srgbClr val="142B3D"/>
                </a:solidFill>
              </a:rPr>
              <a:t>Heaters, sensing, power,</a:t>
            </a:r>
          </a:p>
          <a:p xmlns:a="http://schemas.openxmlformats.org/drawingml/2006/main">
            <a:pPr>
              <a:defRPr sz="1800" b="0">
                <a:solidFill>
                  <a:srgbClr val="142B3D"/>
                </a:solidFill>
              </a:defRPr>
            </a:pPr>
            <a:r>
              <a:rPr sz="1800" b="0">
                <a:solidFill>
                  <a:srgbClr val="142B3D"/>
                </a:solidFill>
              </a:rPr>
              <a:t>gas and water inventories</a:t>
            </a:r>
          </a:p>
        </p:txBody>
      </p:sp>
      <p:sp>
        <p:nvSpPr>
          <p:cNvPr id="12" name="12 subsystem groups. Internal placement and specific thermal-supp">
            <a:extLst xmlns:a="http://schemas.openxmlformats.org/drawingml/2006/main">
              <a:ext uri="{FF2B5EF4-FFF2-40B4-BE49-F238E27FC236}">
                <a16:creationId xmlns:a16="http://schemas.microsoft.com/office/drawing/2014/main" id="{BC913C53-DE5A-41DA-93CD-D2F0AB7DA87F}"/>
              </a:ext>
            </a:extLst>
          </p:cNvPr>
          <p:cNvSpPr>
            <a:spLocks xmlns:a="http://schemas.openxmlformats.org/drawingml/2006/main" noGrp="1"/>
          </p:cNvSpPr>
          <p:nvPr/>
        </p:nvSpPr>
        <p:spPr>
          <a:xfrm xmlns:a="http://schemas.openxmlformats.org/drawingml/2006/main">
            <a:off x="533400" y="6057900"/>
            <a:ext cx="111252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575" b="0">
                <a:solidFill>
                  <a:srgbClr val="587081"/>
                </a:solidFill>
              </a:defRPr>
            </a:defPPr>
            <a:lvl1pPr>
              <a:defRPr sz="1575" b="0">
                <a:solidFill>
                  <a:srgbClr val="587081"/>
                </a:solidFill>
              </a:defRPr>
            </a:lvl1pPr>
            <a:lvl2pPr>
              <a:defRPr sz="1575" b="0">
                <a:solidFill>
                  <a:srgbClr val="587081"/>
                </a:solidFill>
              </a:defRPr>
            </a:lvl2pPr>
            <a:lvl3pPr>
              <a:defRPr sz="1575" b="0">
                <a:solidFill>
                  <a:srgbClr val="587081"/>
                </a:solidFill>
              </a:defRPr>
            </a:lvl3pPr>
            <a:lvl4pPr>
              <a:defRPr sz="1575" b="0">
                <a:solidFill>
                  <a:srgbClr val="587081"/>
                </a:solidFill>
              </a:defRPr>
            </a:lvl4pPr>
            <a:lvl5pPr>
              <a:defRPr sz="1575" b="0">
                <a:solidFill>
                  <a:srgbClr val="587081"/>
                </a:solidFill>
              </a:defRPr>
            </a:lvl5pPr>
            <a:lvl6pPr>
              <a:defRPr sz="1575" b="0">
                <a:solidFill>
                  <a:srgbClr val="587081"/>
                </a:solidFill>
              </a:defRPr>
            </a:lvl6pPr>
            <a:lvl7pPr>
              <a:defRPr sz="1575" b="0">
                <a:solidFill>
                  <a:srgbClr val="587081"/>
                </a:solidFill>
              </a:defRPr>
            </a:lvl7pPr>
            <a:lvl8pPr>
              <a:defRPr sz="1575" b="0">
                <a:solidFill>
                  <a:srgbClr val="587081"/>
                </a:solidFill>
              </a:defRPr>
            </a:lvl8pPr>
            <a:lvl9pPr>
              <a:defRPr sz="1575" b="0">
                <a:solidFill>
                  <a:srgbClr val="587081"/>
                </a:solidFill>
              </a:defRPr>
            </a:lvl9pPr>
          </a:lstStyle>
          <a:p xmlns:a="http://schemas.openxmlformats.org/drawingml/2006/main">
            <a:pPr>
              <a:defRPr sz="1575" b="0">
                <a:solidFill>
                  <a:srgbClr val="587081"/>
                </a:solidFill>
              </a:defRPr>
            </a:pPr>
            <a:r>
              <a:rPr sz="1575" b="0">
                <a:solidFill>
                  <a:srgbClr val="587081"/>
                </a:solidFill>
              </a:rPr>
              <a:t>12 subsystem groups. Internal placement and specific thermal-support hardware include assumptions.</a:t>
            </a:r>
          </a:p>
        </p:txBody>
      </p:sp>
    </p:spTree>
    <p:extLst>
      <p:ext uri="{BB962C8B-B14F-4D97-AF65-F5344CB8AC3E}">
        <p14:creationId xmlns:p14="http://schemas.microsoft.com/office/powerpoint/2010/main" val="83742506"/>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Declared inputs for the first analysis round">
            <a:extLst xmlns:a="http://schemas.openxmlformats.org/drawingml/2006/main">
              <a:ext uri="{FF2B5EF4-FFF2-40B4-BE49-F238E27FC236}">
                <a16:creationId xmlns:a16="http://schemas.microsoft.com/office/drawing/2014/main" id="{3E31051C-583D-47EE-923C-8727364A92D3}"/>
              </a:ext>
            </a:extLst>
          </p:cNvPr>
          <p:cNvSpPr>
            <a:spLocks xmlns:a="http://schemas.openxmlformats.org/drawingml/2006/main" noGrp="1"/>
          </p:cNvSpPr>
          <p:nvPr/>
        </p:nvSpPr>
        <p:spPr>
          <a:xfrm xmlns:a="http://schemas.openxmlformats.org/drawingml/2006/main">
            <a:off x="533400" y="361950"/>
            <a:ext cx="111252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3150" b="1">
                <a:solidFill>
                  <a:srgbClr val="142B3D"/>
                </a:solidFill>
              </a:defRPr>
            </a:defPPr>
            <a:lvl1pPr>
              <a:defRPr sz="3150" b="1">
                <a:solidFill>
                  <a:srgbClr val="142B3D"/>
                </a:solidFill>
              </a:defRPr>
            </a:lvl1pPr>
            <a:lvl2pPr>
              <a:defRPr sz="3150" b="1">
                <a:solidFill>
                  <a:srgbClr val="142B3D"/>
                </a:solidFill>
              </a:defRPr>
            </a:lvl2pPr>
            <a:lvl3pPr>
              <a:defRPr sz="3150" b="1">
                <a:solidFill>
                  <a:srgbClr val="142B3D"/>
                </a:solidFill>
              </a:defRPr>
            </a:lvl3pPr>
            <a:lvl4pPr>
              <a:defRPr sz="3150" b="1">
                <a:solidFill>
                  <a:srgbClr val="142B3D"/>
                </a:solidFill>
              </a:defRPr>
            </a:lvl4pPr>
            <a:lvl5pPr>
              <a:defRPr sz="3150" b="1">
                <a:solidFill>
                  <a:srgbClr val="142B3D"/>
                </a:solidFill>
              </a:defRPr>
            </a:lvl5pPr>
            <a:lvl6pPr>
              <a:defRPr sz="3150" b="1">
                <a:solidFill>
                  <a:srgbClr val="142B3D"/>
                </a:solidFill>
              </a:defRPr>
            </a:lvl6pPr>
            <a:lvl7pPr>
              <a:defRPr sz="3150" b="1">
                <a:solidFill>
                  <a:srgbClr val="142B3D"/>
                </a:solidFill>
              </a:defRPr>
            </a:lvl7pPr>
            <a:lvl8pPr>
              <a:defRPr sz="3150" b="1">
                <a:solidFill>
                  <a:srgbClr val="142B3D"/>
                </a:solidFill>
              </a:defRPr>
            </a:lvl8pPr>
            <a:lvl9pPr>
              <a:defRPr sz="3150" b="1">
                <a:solidFill>
                  <a:srgbClr val="142B3D"/>
                </a:solidFill>
              </a:defRPr>
            </a:lvl9pPr>
          </a:lstStyle>
          <a:p xmlns:a="http://schemas.openxmlformats.org/drawingml/2006/main">
            <a:pPr>
              <a:defRPr sz="3150" b="1">
                <a:solidFill>
                  <a:srgbClr val="142B3D"/>
                </a:solidFill>
              </a:defRPr>
            </a:pPr>
            <a:r>
              <a:rPr sz="3150" b="1">
                <a:solidFill>
                  <a:srgbClr val="142B3D"/>
                </a:solidFill>
              </a:rPr>
              <a:t>Declared inputs for the first analysis round</a:t>
            </a:r>
          </a:p>
        </p:txBody>
      </p:sp>
      <p:sp>
        <p:nvSpPr>
          <p:cNvPr id="2" name="Khani Solutions">
            <a:extLst xmlns:a="http://schemas.openxmlformats.org/drawingml/2006/main">
              <a:ext uri="{FF2B5EF4-FFF2-40B4-BE49-F238E27FC236}">
                <a16:creationId xmlns:a16="http://schemas.microsoft.com/office/drawing/2014/main" id="{5F4A7840-DB5A-4422-82A7-B7077F23E63A}"/>
              </a:ext>
            </a:extLst>
          </p:cNvPr>
          <p:cNvSpPr>
            <a:spLocks xmlns:a="http://schemas.openxmlformats.org/drawingml/2006/main" noGrp="1"/>
          </p:cNvSpPr>
          <p:nvPr/>
        </p:nvSpPr>
        <p:spPr>
          <a:xfrm xmlns:a="http://schemas.openxmlformats.org/drawingml/2006/main">
            <a:off x="533400" y="6448425"/>
            <a:ext cx="2190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350" b="0">
                <a:solidFill>
                  <a:srgbClr val="587081"/>
                </a:solidFill>
              </a:defRPr>
            </a:defPPr>
            <a:lvl1pPr>
              <a:defRPr sz="1350" b="0">
                <a:solidFill>
                  <a:srgbClr val="587081"/>
                </a:solidFill>
              </a:defRPr>
            </a:lvl1pPr>
            <a:lvl2pPr>
              <a:defRPr sz="1350" b="0">
                <a:solidFill>
                  <a:srgbClr val="587081"/>
                </a:solidFill>
              </a:defRPr>
            </a:lvl2pPr>
            <a:lvl3pPr>
              <a:defRPr sz="1350" b="0">
                <a:solidFill>
                  <a:srgbClr val="587081"/>
                </a:solidFill>
              </a:defRPr>
            </a:lvl3pPr>
            <a:lvl4pPr>
              <a:defRPr sz="1350" b="0">
                <a:solidFill>
                  <a:srgbClr val="587081"/>
                </a:solidFill>
              </a:defRPr>
            </a:lvl4pPr>
            <a:lvl5pPr>
              <a:defRPr sz="1350" b="0">
                <a:solidFill>
                  <a:srgbClr val="587081"/>
                </a:solidFill>
              </a:defRPr>
            </a:lvl5pPr>
            <a:lvl6pPr>
              <a:defRPr sz="1350" b="0">
                <a:solidFill>
                  <a:srgbClr val="587081"/>
                </a:solidFill>
              </a:defRPr>
            </a:lvl6pPr>
            <a:lvl7pPr>
              <a:defRPr sz="1350" b="0">
                <a:solidFill>
                  <a:srgbClr val="587081"/>
                </a:solidFill>
              </a:defRPr>
            </a:lvl7pPr>
            <a:lvl8pPr>
              <a:defRPr sz="1350" b="0">
                <a:solidFill>
                  <a:srgbClr val="587081"/>
                </a:solidFill>
              </a:defRPr>
            </a:lvl8pPr>
            <a:lvl9pPr>
              <a:defRPr sz="1350" b="0">
                <a:solidFill>
                  <a:srgbClr val="587081"/>
                </a:solidFill>
              </a:defRPr>
            </a:lvl9pPr>
          </a:lstStyle>
          <a:p xmlns:a="http://schemas.openxmlformats.org/drawingml/2006/main">
            <a:pPr>
              <a:defRPr sz="1350" b="0">
                <a:solidFill>
                  <a:srgbClr val="587081"/>
                </a:solidFill>
              </a:defRPr>
            </a:pPr>
            <a:r>
              <a:rPr sz="1350" b="0">
                <a:solidFill>
                  <a:srgbClr val="587081"/>
                </a:solidFill>
              </a:rPr>
              <a:t>Khani Solutions</a:t>
            </a:r>
          </a:p>
        </p:txBody>
      </p:sp>
      <p:sp>
        <p:nvSpPr>
          <p:cNvPr id="3" name="05 / 18">
            <a:extLst xmlns:a="http://schemas.openxmlformats.org/drawingml/2006/main">
              <a:ext uri="{FF2B5EF4-FFF2-40B4-BE49-F238E27FC236}">
                <a16:creationId xmlns:a16="http://schemas.microsoft.com/office/drawing/2014/main" id="{57469EA2-4B8B-4FB1-94E2-15D6D0C1E2CD}"/>
              </a:ext>
            </a:extLst>
          </p:cNvPr>
          <p:cNvSpPr>
            <a:spLocks xmlns:a="http://schemas.openxmlformats.org/drawingml/2006/main" noGrp="1"/>
          </p:cNvSpPr>
          <p:nvPr/>
        </p:nvSpPr>
        <p:spPr>
          <a:xfrm xmlns:a="http://schemas.openxmlformats.org/drawingml/2006/main">
            <a:off x="10896600" y="6448425"/>
            <a:ext cx="857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350" b="0">
                <a:solidFill>
                  <a:srgbClr val="587081"/>
                </a:solidFill>
              </a:defRPr>
            </a:defPPr>
            <a:lvl1pPr>
              <a:defRPr sz="1350" b="0">
                <a:solidFill>
                  <a:srgbClr val="587081"/>
                </a:solidFill>
              </a:defRPr>
            </a:lvl1pPr>
            <a:lvl2pPr>
              <a:defRPr sz="1350" b="0">
                <a:solidFill>
                  <a:srgbClr val="587081"/>
                </a:solidFill>
              </a:defRPr>
            </a:lvl2pPr>
            <a:lvl3pPr>
              <a:defRPr sz="1350" b="0">
                <a:solidFill>
                  <a:srgbClr val="587081"/>
                </a:solidFill>
              </a:defRPr>
            </a:lvl3pPr>
            <a:lvl4pPr>
              <a:defRPr sz="1350" b="0">
                <a:solidFill>
                  <a:srgbClr val="587081"/>
                </a:solidFill>
              </a:defRPr>
            </a:lvl4pPr>
            <a:lvl5pPr>
              <a:defRPr sz="1350" b="0">
                <a:solidFill>
                  <a:srgbClr val="587081"/>
                </a:solidFill>
              </a:defRPr>
            </a:lvl5pPr>
            <a:lvl6pPr>
              <a:defRPr sz="1350" b="0">
                <a:solidFill>
                  <a:srgbClr val="587081"/>
                </a:solidFill>
              </a:defRPr>
            </a:lvl6pPr>
            <a:lvl7pPr>
              <a:defRPr sz="1350" b="0">
                <a:solidFill>
                  <a:srgbClr val="587081"/>
                </a:solidFill>
              </a:defRPr>
            </a:lvl7pPr>
            <a:lvl8pPr>
              <a:defRPr sz="1350" b="0">
                <a:solidFill>
                  <a:srgbClr val="587081"/>
                </a:solidFill>
              </a:defRPr>
            </a:lvl8pPr>
            <a:lvl9pPr>
              <a:defRPr sz="1350" b="0">
                <a:solidFill>
                  <a:srgbClr val="587081"/>
                </a:solidFill>
              </a:defRPr>
            </a:lvl9pPr>
          </a:lstStyle>
          <a:p xmlns:a="http://schemas.openxmlformats.org/drawingml/2006/main">
            <a:pPr>
              <a:defRPr sz="1350" b="0">
                <a:solidFill>
                  <a:srgbClr val="587081"/>
                </a:solidFill>
              </a:defRPr>
            </a:pPr>
            <a:r>
              <a:rPr sz="1350" b="0">
                <a:solidFill>
                  <a:srgbClr val="587081"/>
                </a:solidFill>
              </a:rPr>
              <a:t>05 / 18</a:t>
            </a:r>
          </a:p>
        </p:txBody>
      </p:sp>
      <p:sp>
        <p:nvSpPr>
          <p:cNvPr id="4" name="Detailed evidence on the website">
            <a:extLst xmlns:a="http://schemas.openxmlformats.org/drawingml/2006/main">
              <a:ext uri="{FF2B5EF4-FFF2-40B4-BE49-F238E27FC236}">
                <a16:creationId xmlns:a16="http://schemas.microsoft.com/office/drawing/2014/main" id="{48700674-4C6C-4312-9460-FD5F14C126EA}"/>
              </a:ext>
            </a:extLst>
          </p:cNvPr>
          <p:cNvSpPr>
            <a:spLocks xmlns:a="http://schemas.openxmlformats.org/drawingml/2006/main" noGrp="1"/>
          </p:cNvSpPr>
          <p:nvPr/>
        </p:nvSpPr>
        <p:spPr>
          <a:xfrm xmlns:a="http://schemas.openxmlformats.org/drawingml/2006/main">
            <a:off x="7000875" y="6448425"/>
            <a:ext cx="34766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350" b="0">
                <a:solidFill>
                  <a:srgbClr val="087F95"/>
                </a:solidFill>
              </a:defRPr>
            </a:defPPr>
            <a:lvl1pPr>
              <a:defRPr sz="1350" b="0">
                <a:solidFill>
                  <a:srgbClr val="087F95"/>
                </a:solidFill>
              </a:defRPr>
            </a:lvl1pPr>
            <a:lvl2pPr>
              <a:defRPr sz="1350" b="0">
                <a:solidFill>
                  <a:srgbClr val="087F95"/>
                </a:solidFill>
              </a:defRPr>
            </a:lvl2pPr>
            <a:lvl3pPr>
              <a:defRPr sz="1350" b="0">
                <a:solidFill>
                  <a:srgbClr val="087F95"/>
                </a:solidFill>
              </a:defRPr>
            </a:lvl3pPr>
            <a:lvl4pPr>
              <a:defRPr sz="1350" b="0">
                <a:solidFill>
                  <a:srgbClr val="087F95"/>
                </a:solidFill>
              </a:defRPr>
            </a:lvl4pPr>
            <a:lvl5pPr>
              <a:defRPr sz="1350" b="0">
                <a:solidFill>
                  <a:srgbClr val="087F95"/>
                </a:solidFill>
              </a:defRPr>
            </a:lvl5pPr>
            <a:lvl6pPr>
              <a:defRPr sz="1350" b="0">
                <a:solidFill>
                  <a:srgbClr val="087F95"/>
                </a:solidFill>
              </a:defRPr>
            </a:lvl6pPr>
            <a:lvl7pPr>
              <a:defRPr sz="1350" b="0">
                <a:solidFill>
                  <a:srgbClr val="087F95"/>
                </a:solidFill>
              </a:defRPr>
            </a:lvl7pPr>
            <a:lvl8pPr>
              <a:defRPr sz="1350" b="0">
                <a:solidFill>
                  <a:srgbClr val="087F95"/>
                </a:solidFill>
              </a:defRPr>
            </a:lvl8pPr>
            <a:lvl9pPr>
              <a:defRPr sz="1350" b="0">
                <a:solidFill>
                  <a:srgbClr val="087F95"/>
                </a:solidFill>
              </a:defRPr>
            </a:lvl9pPr>
          </a:lstStyle>
          <a:p xmlns:a="http://schemas.openxmlformats.org/drawingml/2006/main">
            <a:pPr>
              <a:defRPr sz="1350" b="0">
                <a:solidFill>
                  <a:srgbClr val="087F95"/>
                </a:solidFill>
              </a:defRPr>
            </a:pPr>
            <a:r>
              <a:rPr sz="1350" b="0">
                <a:solidFill>
                  <a:srgbClr val="087F95"/>
                </a:solidFill>
                <a:hlinkClick xmlns:r="http://schemas.openxmlformats.org/officeDocument/2006/relationships" r:id="Rda2b6f7c5b914a47"/>
              </a:rPr>
              <a:t>Detailed evidence on the website</a:t>
            </a:r>
          </a:p>
        </p:txBody>
      </p:sp>
      <p:graphicFrame>
        <p:nvGraphicFramePr>
          <p:cNvPr id="5" name="">
            <a:extLst xmlns:a="http://schemas.openxmlformats.org/drawingml/2006/main">
              <a:ext uri="{FF2B5EF4-FFF2-40B4-BE49-F238E27FC236}">
                <a16:creationId xmlns:a16="http://schemas.microsoft.com/office/drawing/2014/main" id="{8FC7B283-E4C6-40E2-95C8-ED3908597AAF}"/>
              </a:ext>
            </a:extLst>
          </p:cNvPr>
          <p:cNvGraphicFramePr/>
          <p:nvPr/>
        </p:nvGraphicFramePr>
        <p:xfrm>
          <a:off xmlns:a="http://schemas.openxmlformats.org/drawingml/2006/main" x="533400" y="1543050"/>
          <a:ext xmlns:a="http://schemas.openxmlformats.org/drawingml/2006/main" cx="11125200" cy="4276725"/>
        </p:xfrm>
        <a:graphic xmlns:a="http://schemas.openxmlformats.org/drawingml/2006/main">
          <a:graphicData uri="http://schemas.openxmlformats.org/drawingml/2006/table">
            <a:tbl>
              <a:tblPr firstRow="1" bandRow="0"/>
              <a:tblGrid>
                <a:gridCol w="2619375"/>
                <a:gridCol w="5143500"/>
                <a:gridCol w="3362325"/>
              </a:tblGrid>
              <a:tr h="534591">
                <a:tc>
                  <a:txBody>
                    <a:bodyPr/>
                    <a:lstStyle/>
                    <a:p>
                      <a:r>
                        <a:rPr sz="1650" b="1">
                          <a:solidFill>
                            <a:srgbClr val="FFFFFF"/>
                          </a:solidFill>
                        </a:rPr>
                        <a:t>Input</a:t>
                      </a:r>
                    </a:p>
                  </a:txBody>
                  <a:tcPr marL="95250" marR="95250" marT="76200" marB="76200" anchor="ctr">
                    <a:lnL w="7620">
                      <a:solidFill>
                        <a:srgbClr val="E4EBEF"/>
                      </a:solidFill>
                      <a:prstDash val="solid"/>
                    </a:lnL>
                    <a:lnR w="7620">
                      <a:solidFill>
                        <a:srgbClr val="E4EBEF"/>
                      </a:solidFill>
                      <a:prstDash val="solid"/>
                    </a:lnR>
                    <a:lnT w="7620">
                      <a:solidFill>
                        <a:srgbClr val="E4EBEF"/>
                      </a:solidFill>
                      <a:prstDash val="solid"/>
                    </a:lnT>
                    <a:lnB w="7620">
                      <a:solidFill>
                        <a:srgbClr val="E4EBEF"/>
                      </a:solidFill>
                      <a:prstDash val="solid"/>
                    </a:lnB>
                    <a:solidFill>
                      <a:srgbClr val="142B3D"/>
                    </a:solidFill>
                  </a:tcPr>
                </a:tc>
                <a:tc>
                  <a:txBody>
                    <a:bodyPr/>
                    <a:lstStyle/>
                    <a:p>
                      <a:r>
                        <a:rPr sz="1650" b="1">
                          <a:solidFill>
                            <a:srgbClr val="FFFFFF"/>
                          </a:solidFill>
                        </a:rPr>
                        <a:t>Assigned value</a:t>
                      </a:r>
                    </a:p>
                  </a:txBody>
                  <a:tcPr marL="95250" marR="95250" marT="76200" marB="76200" anchor="ctr">
                    <a:lnR w="7620">
                      <a:solidFill>
                        <a:srgbClr val="E4EBEF"/>
                      </a:solidFill>
                      <a:prstDash val="solid"/>
                    </a:lnR>
                    <a:lnT w="7620">
                      <a:solidFill>
                        <a:srgbClr val="E4EBEF"/>
                      </a:solidFill>
                      <a:prstDash val="solid"/>
                    </a:lnT>
                    <a:lnB w="7620">
                      <a:solidFill>
                        <a:srgbClr val="E4EBEF"/>
                      </a:solidFill>
                      <a:prstDash val="solid"/>
                    </a:lnB>
                    <a:solidFill>
                      <a:srgbClr val="142B3D"/>
                    </a:solidFill>
                  </a:tcPr>
                </a:tc>
                <a:tc>
                  <a:txBody>
                    <a:bodyPr/>
                    <a:lstStyle/>
                    <a:p>
                      <a:r>
                        <a:rPr sz="1650" b="1">
                          <a:solidFill>
                            <a:srgbClr val="FFFFFF"/>
                          </a:solidFill>
                        </a:rPr>
                        <a:t>Basis</a:t>
                      </a:r>
                    </a:p>
                  </a:txBody>
                  <a:tcPr marL="95250" marR="95250" marT="76200" marB="76200" anchor="ctr">
                    <a:lnR w="7620">
                      <a:solidFill>
                        <a:srgbClr val="E4EBEF"/>
                      </a:solidFill>
                      <a:prstDash val="solid"/>
                    </a:lnR>
                    <a:lnT w="7620">
                      <a:solidFill>
                        <a:srgbClr val="E4EBEF"/>
                      </a:solidFill>
                      <a:prstDash val="solid"/>
                    </a:lnT>
                    <a:lnB w="7620">
                      <a:solidFill>
                        <a:srgbClr val="E4EBEF"/>
                      </a:solidFill>
                      <a:prstDash val="solid"/>
                    </a:lnB>
                    <a:solidFill>
                      <a:srgbClr val="142B3D"/>
                    </a:solidFill>
                  </a:tcPr>
                </a:tc>
              </a:tr>
              <a:tr h="534591">
                <a:tc>
                  <a:txBody>
                    <a:bodyPr/>
                    <a:lstStyle/>
                    <a:p>
                      <a:r>
                        <a:rPr sz="1650">
                          <a:solidFill>
                            <a:srgbClr val="142B3D"/>
                          </a:solidFill>
                        </a:rPr>
                        <a:t>Orbit and duration</a:t>
                      </a:r>
                    </a:p>
                  </a:txBody>
                  <a:tcPr marL="95250" marR="95250" marT="76200" marB="76200" anchor="ctr">
                    <a:lnL w="7620">
                      <a:solidFill>
                        <a:srgbClr val="E4EBEF"/>
                      </a:solidFill>
                      <a:prstDash val="solid"/>
                    </a:lnL>
                    <a:lnR w="7620">
                      <a:solidFill>
                        <a:srgbClr val="E4EBEF"/>
                      </a:solidFill>
                      <a:prstDash val="solid"/>
                    </a:lnR>
                    <a:lnB w="7620">
                      <a:solidFill>
                        <a:srgbClr val="E4EBEF"/>
                      </a:solidFill>
                      <a:prstDash val="solid"/>
                    </a:lnB>
                    <a:solidFill>
                      <a:srgbClr val="FFFFFF"/>
                    </a:solidFill>
                  </a:tcPr>
                </a:tc>
                <a:tc>
                  <a:txBody>
                    <a:bodyPr/>
                    <a:lstStyle/>
                    <a:p>
                      <a:r>
                        <a:rPr sz="1650">
                          <a:solidFill>
                            <a:srgbClr val="142B3D"/>
                          </a:solidFill>
                        </a:rPr>
                        <a:t>90 min, 60 min sun / 30 min eclipse, 24 h</a:t>
                      </a:r>
                    </a:p>
                  </a:txBody>
                  <a:tcPr marL="95250" marR="95250" marT="76200" marB="76200" anchor="ctr">
                    <a:lnR w="7620">
                      <a:solidFill>
                        <a:srgbClr val="E4EBEF"/>
                      </a:solidFill>
                      <a:prstDash val="solid"/>
                    </a:lnR>
                    <a:lnB w="7620">
                      <a:solidFill>
                        <a:srgbClr val="E4EBEF"/>
                      </a:solidFill>
                      <a:prstDash val="solid"/>
                    </a:lnB>
                    <a:solidFill>
                      <a:srgbClr val="FFFFFF"/>
                    </a:solidFill>
                  </a:tcPr>
                </a:tc>
                <a:tc>
                  <a:txBody>
                    <a:bodyPr/>
                    <a:lstStyle/>
                    <a:p>
                      <a:r>
                        <a:rPr sz="1650">
                          <a:solidFill>
                            <a:srgbClr val="142B3D"/>
                          </a:solidFill>
                        </a:rPr>
                        <a:t>Representative illumination</a:t>
                      </a:r>
                    </a:p>
                  </a:txBody>
                  <a:tcPr marL="95250" marR="95250" marT="76200" marB="76200" anchor="ctr">
                    <a:lnR w="7620">
                      <a:solidFill>
                        <a:srgbClr val="E4EBEF"/>
                      </a:solidFill>
                      <a:prstDash val="solid"/>
                    </a:lnR>
                    <a:lnB w="7620">
                      <a:solidFill>
                        <a:srgbClr val="E4EBEF"/>
                      </a:solidFill>
                      <a:prstDash val="solid"/>
                    </a:lnB>
                    <a:solidFill>
                      <a:srgbClr val="FFFFFF"/>
                    </a:solidFill>
                  </a:tcPr>
                </a:tc>
              </a:tr>
              <a:tr h="534591">
                <a:tc>
                  <a:txBody>
                    <a:bodyPr/>
                    <a:lstStyle/>
                    <a:p>
                      <a:r>
                        <a:rPr sz="1650">
                          <a:solidFill>
                            <a:srgbClr val="142B3D"/>
                          </a:solidFill>
                        </a:rPr>
                        <a:t>Initial thermal state</a:t>
                      </a:r>
                    </a:p>
                  </a:txBody>
                  <a:tcPr marL="95250" marR="95250" marT="76200" marB="76200" anchor="ctr">
                    <a:lnL w="7620">
                      <a:solidFill>
                        <a:srgbClr val="E4EBEF"/>
                      </a:solidFill>
                      <a:prstDash val="solid"/>
                    </a:lnL>
                    <a:lnR w="7620">
                      <a:solidFill>
                        <a:srgbClr val="E4EBEF"/>
                      </a:solidFill>
                      <a:prstDash val="solid"/>
                    </a:lnR>
                    <a:lnB w="7620">
                      <a:solidFill>
                        <a:srgbClr val="E4EBEF"/>
                      </a:solidFill>
                      <a:prstDash val="solid"/>
                    </a:lnB>
                    <a:solidFill>
                      <a:srgbClr val="FFFFFF"/>
                    </a:solidFill>
                  </a:tcPr>
                </a:tc>
                <a:tc>
                  <a:txBody>
                    <a:bodyPr/>
                    <a:lstStyle/>
                    <a:p>
                      <a:r>
                        <a:rPr sz="1650">
                          <a:solidFill>
                            <a:srgbClr val="142B3D"/>
                          </a:solidFill>
                        </a:rPr>
                        <a:t>20 °C at t = 0, sunrise</a:t>
                      </a:r>
                    </a:p>
                  </a:txBody>
                  <a:tcPr marL="95250" marR="95250" marT="76200" marB="76200" anchor="ctr">
                    <a:lnR w="7620">
                      <a:solidFill>
                        <a:srgbClr val="E4EBEF"/>
                      </a:solidFill>
                      <a:prstDash val="solid"/>
                    </a:lnR>
                    <a:lnB w="7620">
                      <a:solidFill>
                        <a:srgbClr val="E4EBEF"/>
                      </a:solidFill>
                      <a:prstDash val="solid"/>
                    </a:lnB>
                    <a:solidFill>
                      <a:srgbClr val="FFFFFF"/>
                    </a:solidFill>
                  </a:tcPr>
                </a:tc>
                <a:tc>
                  <a:txBody>
                    <a:bodyPr/>
                    <a:lstStyle/>
                    <a:p>
                      <a:r>
                        <a:rPr sz="1650">
                          <a:solidFill>
                            <a:srgbClr val="142B3D"/>
                          </a:solidFill>
                        </a:rPr>
                        <a:t>Assigned initial condition</a:t>
                      </a:r>
                    </a:p>
                  </a:txBody>
                  <a:tcPr marL="95250" marR="95250" marT="76200" marB="76200" anchor="ctr">
                    <a:lnR w="7620">
                      <a:solidFill>
                        <a:srgbClr val="E4EBEF"/>
                      </a:solidFill>
                      <a:prstDash val="solid"/>
                    </a:lnR>
                    <a:lnB w="7620">
                      <a:solidFill>
                        <a:srgbClr val="E4EBEF"/>
                      </a:solidFill>
                      <a:prstDash val="solid"/>
                    </a:lnB>
                    <a:solidFill>
                      <a:srgbClr val="FFFFFF"/>
                    </a:solidFill>
                  </a:tcPr>
                </a:tc>
              </a:tr>
              <a:tr h="534591">
                <a:tc>
                  <a:txBody>
                    <a:bodyPr/>
                    <a:lstStyle/>
                    <a:p>
                      <a:r>
                        <a:rPr sz="1650">
                          <a:solidFill>
                            <a:srgbClr val="142B3D"/>
                          </a:solidFill>
                        </a:rPr>
                        <a:t>Internal heat sources</a:t>
                      </a:r>
                    </a:p>
                  </a:txBody>
                  <a:tcPr marL="95250" marR="95250" marT="76200" marB="76200" anchor="ctr">
                    <a:lnL w="7620">
                      <a:solidFill>
                        <a:srgbClr val="E4EBEF"/>
                      </a:solidFill>
                      <a:prstDash val="solid"/>
                    </a:lnL>
                    <a:lnR w="7620">
                      <a:solidFill>
                        <a:srgbClr val="E4EBEF"/>
                      </a:solidFill>
                      <a:prstDash val="solid"/>
                    </a:lnR>
                    <a:lnB w="7620">
                      <a:solidFill>
                        <a:srgbClr val="E4EBEF"/>
                      </a:solidFill>
                      <a:prstDash val="solid"/>
                    </a:lnB>
                    <a:solidFill>
                      <a:srgbClr val="FFFFFF"/>
                    </a:solidFill>
                  </a:tcPr>
                </a:tc>
                <a:tc>
                  <a:txBody>
                    <a:bodyPr/>
                    <a:lstStyle/>
                    <a:p>
                      <a:r>
                        <a:rPr sz="1650">
                          <a:solidFill>
                            <a:srgbClr val="142B3D"/>
                          </a:solidFill>
                        </a:rPr>
                        <a:t>600 W avionics, 800 W payload</a:t>
                      </a:r>
                    </a:p>
                  </a:txBody>
                  <a:tcPr marL="95250" marR="95250" marT="76200" marB="76200" anchor="ctr">
                    <a:lnR w="7620">
                      <a:solidFill>
                        <a:srgbClr val="E4EBEF"/>
                      </a:solidFill>
                      <a:prstDash val="solid"/>
                    </a:lnR>
                    <a:lnB w="7620">
                      <a:solidFill>
                        <a:srgbClr val="E4EBEF"/>
                      </a:solidFill>
                      <a:prstDash val="solid"/>
                    </a:lnB>
                    <a:solidFill>
                      <a:srgbClr val="FFFFFF"/>
                    </a:solidFill>
                  </a:tcPr>
                </a:tc>
                <a:tc>
                  <a:txBody>
                    <a:bodyPr/>
                    <a:lstStyle/>
                    <a:p>
                      <a:r>
                        <a:rPr sz="1650">
                          <a:solidFill>
                            <a:srgbClr val="142B3D"/>
                          </a:solidFill>
                        </a:rPr>
                        <a:t>Assumed duty and dissipation</a:t>
                      </a:r>
                    </a:p>
                  </a:txBody>
                  <a:tcPr marL="95250" marR="95250" marT="76200" marB="76200" anchor="ctr">
                    <a:lnR w="7620">
                      <a:solidFill>
                        <a:srgbClr val="E4EBEF"/>
                      </a:solidFill>
                      <a:prstDash val="solid"/>
                    </a:lnR>
                    <a:lnB w="7620">
                      <a:solidFill>
                        <a:srgbClr val="E4EBEF"/>
                      </a:solidFill>
                      <a:prstDash val="solid"/>
                    </a:lnB>
                    <a:solidFill>
                      <a:srgbClr val="FFFFFF"/>
                    </a:solidFill>
                  </a:tcPr>
                </a:tc>
              </a:tr>
              <a:tr h="534591">
                <a:tc>
                  <a:txBody>
                    <a:bodyPr/>
                    <a:lstStyle/>
                    <a:p>
                      <a:r>
                        <a:rPr sz="1650">
                          <a:solidFill>
                            <a:srgbClr val="142B3D"/>
                          </a:solidFill>
                        </a:rPr>
                        <a:t>Thermal support loads</a:t>
                      </a:r>
                    </a:p>
                  </a:txBody>
                  <a:tcPr marL="95250" marR="95250" marT="76200" marB="76200" anchor="ctr">
                    <a:lnL w="7620">
                      <a:solidFill>
                        <a:srgbClr val="E4EBEF"/>
                      </a:solidFill>
                      <a:prstDash val="solid"/>
                    </a:lnL>
                    <a:lnR w="7620">
                      <a:solidFill>
                        <a:srgbClr val="E4EBEF"/>
                      </a:solidFill>
                      <a:prstDash val="solid"/>
                    </a:lnR>
                    <a:lnB w="7620">
                      <a:solidFill>
                        <a:srgbClr val="E4EBEF"/>
                      </a:solidFill>
                      <a:prstDash val="solid"/>
                    </a:lnB>
                    <a:solidFill>
                      <a:srgbClr val="FFFFFF"/>
                    </a:solidFill>
                  </a:tcPr>
                </a:tc>
                <a:tc>
                  <a:txBody>
                    <a:bodyPr/>
                    <a:lstStyle/>
                    <a:p>
                      <a:r>
                        <a:rPr sz="1650">
                          <a:solidFill>
                            <a:srgbClr val="142B3D"/>
                          </a:solidFill>
                        </a:rPr>
                        <a:t>60 W pump, 100 W fans</a:t>
                      </a:r>
                    </a:p>
                  </a:txBody>
                  <a:tcPr marL="95250" marR="95250" marT="76200" marB="76200" anchor="ctr">
                    <a:lnR w="7620">
                      <a:solidFill>
                        <a:srgbClr val="E4EBEF"/>
                      </a:solidFill>
                      <a:prstDash val="solid"/>
                    </a:lnR>
                    <a:lnB w="7620">
                      <a:solidFill>
                        <a:srgbClr val="E4EBEF"/>
                      </a:solidFill>
                      <a:prstDash val="solid"/>
                    </a:lnB>
                    <a:solidFill>
                      <a:srgbClr val="FFFFFF"/>
                    </a:solidFill>
                  </a:tcPr>
                </a:tc>
                <a:tc>
                  <a:txBody>
                    <a:bodyPr/>
                    <a:lstStyle/>
                    <a:p>
                      <a:r>
                        <a:rPr sz="1650">
                          <a:solidFill>
                            <a:srgbClr val="142B3D"/>
                          </a:solidFill>
                        </a:rPr>
                        <a:t>Assumed parasitic power</a:t>
                      </a:r>
                    </a:p>
                  </a:txBody>
                  <a:tcPr marL="95250" marR="95250" marT="76200" marB="76200" anchor="ctr">
                    <a:lnR w="7620">
                      <a:solidFill>
                        <a:srgbClr val="E4EBEF"/>
                      </a:solidFill>
                      <a:prstDash val="solid"/>
                    </a:lnR>
                    <a:lnB w="7620">
                      <a:solidFill>
                        <a:srgbClr val="E4EBEF"/>
                      </a:solidFill>
                      <a:prstDash val="solid"/>
                    </a:lnB>
                    <a:solidFill>
                      <a:srgbClr val="FFFFFF"/>
                    </a:solidFill>
                  </a:tcPr>
                </a:tc>
              </a:tr>
              <a:tr h="534591">
                <a:tc>
                  <a:txBody>
                    <a:bodyPr/>
                    <a:lstStyle/>
                    <a:p>
                      <a:r>
                        <a:rPr sz="1650">
                          <a:solidFill>
                            <a:srgbClr val="142B3D"/>
                          </a:solidFill>
                        </a:rPr>
                        <a:t>Radiator trade</a:t>
                      </a:r>
                    </a:p>
                  </a:txBody>
                  <a:tcPr marL="95250" marR="95250" marT="76200" marB="76200" anchor="ctr">
                    <a:lnL w="7620">
                      <a:solidFill>
                        <a:srgbClr val="E4EBEF"/>
                      </a:solidFill>
                      <a:prstDash val="solid"/>
                    </a:lnL>
                    <a:lnR w="7620">
                      <a:solidFill>
                        <a:srgbClr val="E4EBEF"/>
                      </a:solidFill>
                      <a:prstDash val="solid"/>
                    </a:lnR>
                    <a:lnB w="7620">
                      <a:solidFill>
                        <a:srgbClr val="E4EBEF"/>
                      </a:solidFill>
                      <a:prstDash val="solid"/>
                    </a:lnB>
                    <a:solidFill>
                      <a:srgbClr val="FFFFFF"/>
                    </a:solidFill>
                  </a:tcPr>
                </a:tc>
                <a:tc>
                  <a:txBody>
                    <a:bodyPr/>
                    <a:lstStyle/>
                    <a:p>
                      <a:r>
                        <a:rPr sz="1650">
                          <a:solidFill>
                            <a:srgbClr val="142B3D"/>
                          </a:solidFill>
                        </a:rPr>
                        <a:t>6 m² versus 10 m², ε = 0.88</a:t>
                      </a:r>
                    </a:p>
                  </a:txBody>
                  <a:tcPr marL="95250" marR="95250" marT="76200" marB="76200" anchor="ctr">
                    <a:lnR w="7620">
                      <a:solidFill>
                        <a:srgbClr val="E4EBEF"/>
                      </a:solidFill>
                      <a:prstDash val="solid"/>
                    </a:lnR>
                    <a:lnB w="7620">
                      <a:solidFill>
                        <a:srgbClr val="E4EBEF"/>
                      </a:solidFill>
                      <a:prstDash val="solid"/>
                    </a:lnB>
                    <a:solidFill>
                      <a:srgbClr val="FFFFFF"/>
                    </a:solidFill>
                  </a:tcPr>
                </a:tc>
                <a:tc>
                  <a:txBody>
                    <a:bodyPr/>
                    <a:lstStyle/>
                    <a:p>
                      <a:r>
                        <a:rPr sz="1650">
                          <a:solidFill>
                            <a:srgbClr val="142B3D"/>
                          </a:solidFill>
                        </a:rPr>
                        <a:t>Assumed area and optics</a:t>
                      </a:r>
                    </a:p>
                  </a:txBody>
                  <a:tcPr marL="95250" marR="95250" marT="76200" marB="76200" anchor="ctr">
                    <a:lnR w="7620">
                      <a:solidFill>
                        <a:srgbClr val="E4EBEF"/>
                      </a:solidFill>
                      <a:prstDash val="solid"/>
                    </a:lnR>
                    <a:lnB w="7620">
                      <a:solidFill>
                        <a:srgbClr val="E4EBEF"/>
                      </a:solidFill>
                      <a:prstDash val="solid"/>
                    </a:lnB>
                    <a:solidFill>
                      <a:srgbClr val="FFFFFF"/>
                    </a:solidFill>
                  </a:tcPr>
                </a:tc>
              </a:tr>
              <a:tr h="534591">
                <a:tc>
                  <a:txBody>
                    <a:bodyPr/>
                    <a:lstStyle/>
                    <a:p>
                      <a:r>
                        <a:rPr sz="1650">
                          <a:solidFill>
                            <a:srgbClr val="142B3D"/>
                          </a:solidFill>
                        </a:rPr>
                        <a:t>Electrical storage</a:t>
                      </a:r>
                    </a:p>
                  </a:txBody>
                  <a:tcPr marL="95250" marR="95250" marT="76200" marB="76200" anchor="ctr">
                    <a:lnL w="7620">
                      <a:solidFill>
                        <a:srgbClr val="E4EBEF"/>
                      </a:solidFill>
                      <a:prstDash val="solid"/>
                    </a:lnL>
                    <a:lnR w="7620">
                      <a:solidFill>
                        <a:srgbClr val="E4EBEF"/>
                      </a:solidFill>
                      <a:prstDash val="solid"/>
                    </a:lnR>
                    <a:lnB w="7620">
                      <a:solidFill>
                        <a:srgbClr val="E4EBEF"/>
                      </a:solidFill>
                      <a:prstDash val="solid"/>
                    </a:lnB>
                    <a:solidFill>
                      <a:srgbClr val="FFFFFF"/>
                    </a:solidFill>
                  </a:tcPr>
                </a:tc>
                <a:tc>
                  <a:txBody>
                    <a:bodyPr/>
                    <a:lstStyle/>
                    <a:p>
                      <a:r>
                        <a:rPr sz="1650">
                          <a:solidFill>
                            <a:srgbClr val="142B3D"/>
                          </a:solidFill>
                        </a:rPr>
                        <a:t>15 kWh, initial SOC = 80%</a:t>
                      </a:r>
                    </a:p>
                  </a:txBody>
                  <a:tcPr marL="95250" marR="95250" marT="76200" marB="76200" anchor="ctr">
                    <a:lnR w="7620">
                      <a:solidFill>
                        <a:srgbClr val="E4EBEF"/>
                      </a:solidFill>
                      <a:prstDash val="solid"/>
                    </a:lnR>
                    <a:lnB w="7620">
                      <a:solidFill>
                        <a:srgbClr val="E4EBEF"/>
                      </a:solidFill>
                      <a:prstDash val="solid"/>
                    </a:lnB>
                    <a:solidFill>
                      <a:srgbClr val="FFFFFF"/>
                    </a:solidFill>
                  </a:tcPr>
                </a:tc>
                <a:tc>
                  <a:txBody>
                    <a:bodyPr/>
                    <a:lstStyle/>
                    <a:p>
                      <a:r>
                        <a:rPr sz="1650">
                          <a:solidFill>
                            <a:srgbClr val="142B3D"/>
                          </a:solidFill>
                        </a:rPr>
                        <a:t>Assumed energy capacity</a:t>
                      </a:r>
                    </a:p>
                  </a:txBody>
                  <a:tcPr marL="95250" marR="95250" marT="76200" marB="76200" anchor="ctr">
                    <a:lnR w="7620">
                      <a:solidFill>
                        <a:srgbClr val="E4EBEF"/>
                      </a:solidFill>
                      <a:prstDash val="solid"/>
                    </a:lnR>
                    <a:lnB w="7620">
                      <a:solidFill>
                        <a:srgbClr val="E4EBEF"/>
                      </a:solidFill>
                      <a:prstDash val="solid"/>
                    </a:lnB>
                    <a:solidFill>
                      <a:srgbClr val="FFFFFF"/>
                    </a:solidFill>
                  </a:tcPr>
                </a:tc>
              </a:tr>
              <a:tr h="534591">
                <a:tc>
                  <a:txBody>
                    <a:bodyPr/>
                    <a:lstStyle/>
                    <a:p>
                      <a:r>
                        <a:rPr sz="1650">
                          <a:solidFill>
                            <a:srgbClr val="142B3D"/>
                          </a:solidFill>
                        </a:rPr>
                        <a:t>Local model scope</a:t>
                      </a:r>
                    </a:p>
                  </a:txBody>
                  <a:tcPr marL="95250" marR="95250" marT="76200" marB="76200" anchor="ctr">
                    <a:lnL w="7620">
                      <a:solidFill>
                        <a:srgbClr val="E4EBEF"/>
                      </a:solidFill>
                      <a:prstDash val="solid"/>
                    </a:lnL>
                    <a:lnR w="7620">
                      <a:solidFill>
                        <a:srgbClr val="E4EBEF"/>
                      </a:solidFill>
                      <a:prstDash val="solid"/>
                    </a:lnR>
                    <a:lnB w="7620">
                      <a:solidFill>
                        <a:srgbClr val="E4EBEF"/>
                      </a:solidFill>
                      <a:prstDash val="solid"/>
                    </a:lnB>
                    <a:solidFill>
                      <a:srgbClr val="FFFFFF"/>
                    </a:solidFill>
                  </a:tcPr>
                </a:tc>
                <a:tc>
                  <a:txBody>
                    <a:bodyPr/>
                    <a:lstStyle/>
                    <a:p>
                      <a:r>
                        <a:rPr sz="1650">
                          <a:solidFill>
                            <a:srgbClr val="142B3D"/>
                          </a:solidFill>
                        </a:rPr>
                        <a:t>80 W solid FEM, separate 2 W CFD bay</a:t>
                      </a:r>
                    </a:p>
                  </a:txBody>
                  <a:tcPr marL="95250" marR="95250" marT="76200" marB="76200" anchor="ctr">
                    <a:lnR w="7620">
                      <a:solidFill>
                        <a:srgbClr val="E4EBEF"/>
                      </a:solidFill>
                      <a:prstDash val="solid"/>
                    </a:lnR>
                    <a:lnB w="7620">
                      <a:solidFill>
                        <a:srgbClr val="E4EBEF"/>
                      </a:solidFill>
                      <a:prstDash val="solid"/>
                    </a:lnB>
                    <a:solidFill>
                      <a:srgbClr val="FFFFFF"/>
                    </a:solidFill>
                  </a:tcPr>
                </a:tc>
                <a:tc>
                  <a:txBody>
                    <a:bodyPr/>
                    <a:lstStyle/>
                    <a:p>
                      <a:r>
                        <a:rPr sz="1650">
                          <a:solidFill>
                            <a:srgbClr val="142B3D"/>
                          </a:solidFill>
                        </a:rPr>
                        <a:t>Separate examples</a:t>
                      </a:r>
                    </a:p>
                  </a:txBody>
                  <a:tcPr marL="95250" marR="95250" marT="76200" marB="76200" anchor="ctr">
                    <a:lnR w="7620">
                      <a:solidFill>
                        <a:srgbClr val="E4EBEF"/>
                      </a:solidFill>
                      <a:prstDash val="solid"/>
                    </a:lnR>
                    <a:lnB w="7620">
                      <a:solidFill>
                        <a:srgbClr val="E4EBEF"/>
                      </a:solidFill>
                      <a:prstDash val="solid"/>
                    </a:lnB>
                    <a:solidFill>
                      <a:srgbClr val="FFFFFF"/>
                    </a:solidFill>
                  </a:tcPr>
                </a:tc>
              </a:tr>
            </a:tbl>
          </a:graphicData>
        </a:graphic>
      </p:graphicFrame>
      <p:sp>
        <p:nvSpPr>
          <p:cNvPr id="6" name="Public array rating does not equal continuous internal waste heat">
            <a:extLst xmlns:a="http://schemas.openxmlformats.org/drawingml/2006/main">
              <a:ext uri="{FF2B5EF4-FFF2-40B4-BE49-F238E27FC236}">
                <a16:creationId xmlns:a16="http://schemas.microsoft.com/office/drawing/2014/main" id="{9C57C946-8AD1-4C9D-8E82-613F98C2FEEF}"/>
              </a:ext>
            </a:extLst>
          </p:cNvPr>
          <p:cNvSpPr>
            <a:spLocks xmlns:a="http://schemas.openxmlformats.org/drawingml/2006/main" noGrp="1"/>
          </p:cNvSpPr>
          <p:nvPr/>
        </p:nvSpPr>
        <p:spPr>
          <a:xfrm xmlns:a="http://schemas.openxmlformats.org/drawingml/2006/main">
            <a:off x="533400" y="5905500"/>
            <a:ext cx="11125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725" b="0">
                <a:solidFill>
                  <a:srgbClr val="587081"/>
                </a:solidFill>
              </a:defRPr>
            </a:defPPr>
            <a:lvl1pPr>
              <a:defRPr sz="1725" b="0">
                <a:solidFill>
                  <a:srgbClr val="587081"/>
                </a:solidFill>
              </a:defRPr>
            </a:lvl1pPr>
            <a:lvl2pPr>
              <a:defRPr sz="1725" b="0">
                <a:solidFill>
                  <a:srgbClr val="587081"/>
                </a:solidFill>
              </a:defRPr>
            </a:lvl2pPr>
            <a:lvl3pPr>
              <a:defRPr sz="1725" b="0">
                <a:solidFill>
                  <a:srgbClr val="587081"/>
                </a:solidFill>
              </a:defRPr>
            </a:lvl3pPr>
            <a:lvl4pPr>
              <a:defRPr sz="1725" b="0">
                <a:solidFill>
                  <a:srgbClr val="587081"/>
                </a:solidFill>
              </a:defRPr>
            </a:lvl4pPr>
            <a:lvl5pPr>
              <a:defRPr sz="1725" b="0">
                <a:solidFill>
                  <a:srgbClr val="587081"/>
                </a:solidFill>
              </a:defRPr>
            </a:lvl5pPr>
            <a:lvl6pPr>
              <a:defRPr sz="1725" b="0">
                <a:solidFill>
                  <a:srgbClr val="587081"/>
                </a:solidFill>
              </a:defRPr>
            </a:lvl6pPr>
            <a:lvl7pPr>
              <a:defRPr sz="1725" b="0">
                <a:solidFill>
                  <a:srgbClr val="587081"/>
                </a:solidFill>
              </a:defRPr>
            </a:lvl7pPr>
            <a:lvl8pPr>
              <a:defRPr sz="1725" b="0">
                <a:solidFill>
                  <a:srgbClr val="587081"/>
                </a:solidFill>
              </a:defRPr>
            </a:lvl8pPr>
            <a:lvl9pPr>
              <a:defRPr sz="1725" b="0">
                <a:solidFill>
                  <a:srgbClr val="587081"/>
                </a:solidFill>
              </a:defRPr>
            </a:lvl9pPr>
          </a:lstStyle>
          <a:p xmlns:a="http://schemas.openxmlformats.org/drawingml/2006/main">
            <a:pPr>
              <a:defRPr sz="1725" b="0">
                <a:solidFill>
                  <a:srgbClr val="587081"/>
                </a:solidFill>
              </a:defRPr>
            </a:pPr>
            <a:r>
              <a:rPr sz="1725" b="0">
                <a:solidFill>
                  <a:srgbClr val="587081"/>
                </a:solidFill>
              </a:rPr>
              <a:t>Public array rating does not equal continuous internal waste heat. Material and interface data remain assumed.</a:t>
            </a:r>
          </a:p>
        </p:txBody>
      </p:sp>
    </p:spTree>
    <p:extLst>
      <p:ext uri="{BB962C8B-B14F-4D97-AF65-F5344CB8AC3E}">
        <p14:creationId xmlns:p14="http://schemas.microsoft.com/office/powerpoint/2010/main" val="1494697134"/>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cxnSp>
        <p:nvCxnSpPr>
          <p:cNvPr id="29" name="">
            <a:extLst xmlns:a="http://schemas.openxmlformats.org/drawingml/2006/main">
              <a:ext uri="{FF2B5EF4-FFF2-40B4-BE49-F238E27FC236}">
                <a16:creationId xmlns:a16="http://schemas.microsoft.com/office/drawing/2014/main" id="{A94F5259-FE80-4615-B75E-05C3259BB908}"/>
              </a:ext>
            </a:extLst>
          </p:cNvPr>
          <p:cNvCxnSpPr>
            <a:stCxn xmlns:a="http://schemas.openxmlformats.org/drawingml/2006/main" id="21" idx="2"/>
            <a:endCxn xmlns:a="http://schemas.openxmlformats.org/drawingml/2006/main" id="18" idx="0"/>
          </p:cNvCxnSpPr>
          <p:nvPr/>
        </p:nvCxnSpPr>
        <p:spPr>
          <a:xfrm xmlns:a="http://schemas.openxmlformats.org/drawingml/2006/main">
            <a:off x="7286625" y="2286000"/>
            <a:ext cx="0" cy="1047750"/>
          </a:xfrm>
          <a:prstGeom xmlns:a="http://schemas.openxmlformats.org/drawingml/2006/main" prst="straightConnector1">
            <a:avLst/>
          </a:prstGeom>
          <a:ln xmlns:a="http://schemas.openxmlformats.org/drawingml/2006/main" w="19050">
            <a:solidFill>
              <a:srgbClr val="087F95"/>
            </a:solidFill>
            <a:headEnd type="triangle" w="sm" len="sm"/>
            <a:tailEnd type="triangle" w="sm" len="sm"/>
          </a:ln>
        </p:spPr>
      </p:cxnSp>
      <p:cxnSp>
        <p:nvCxnSpPr>
          <p:cNvPr id="28" name="">
            <a:extLst xmlns:a="http://schemas.openxmlformats.org/drawingml/2006/main">
              <a:ext uri="{FF2B5EF4-FFF2-40B4-BE49-F238E27FC236}">
                <a16:creationId xmlns:a16="http://schemas.microsoft.com/office/drawing/2014/main" id="{7C7BF08E-4198-433B-824F-328B92D982C5}"/>
              </a:ext>
            </a:extLst>
          </p:cNvPr>
          <p:cNvCxnSpPr>
            <a:stCxn xmlns:a="http://schemas.openxmlformats.org/drawingml/2006/main" id="21" idx="3"/>
            <a:endCxn xmlns:a="http://schemas.openxmlformats.org/drawingml/2006/main" id="22" idx="1"/>
          </p:cNvCxnSpPr>
          <p:nvPr/>
        </p:nvCxnSpPr>
        <p:spPr>
          <a:xfrm xmlns:a="http://schemas.openxmlformats.org/drawingml/2006/main">
            <a:off x="8382000" y="2000250"/>
            <a:ext cx="1047750" cy="0"/>
          </a:xfrm>
          <a:prstGeom xmlns:a="http://schemas.openxmlformats.org/drawingml/2006/main" prst="straightConnector1">
            <a:avLst/>
          </a:prstGeom>
          <a:ln xmlns:a="http://schemas.openxmlformats.org/drawingml/2006/main" w="19050">
            <a:solidFill>
              <a:srgbClr val="087F95"/>
            </a:solidFill>
            <a:headEnd type="triangle" w="sm" len="sm"/>
            <a:tailEnd type="triangle" w="sm" len="sm"/>
          </a:ln>
        </p:spPr>
      </p:cxnSp>
      <p:cxnSp>
        <p:nvCxnSpPr>
          <p:cNvPr id="27" name="">
            <a:extLst xmlns:a="http://schemas.openxmlformats.org/drawingml/2006/main">
              <a:ext uri="{FF2B5EF4-FFF2-40B4-BE49-F238E27FC236}">
                <a16:creationId xmlns:a16="http://schemas.microsoft.com/office/drawing/2014/main" id="{6C17E15D-12D6-4AA1-AAE3-3EBA05F927E8}"/>
              </a:ext>
            </a:extLst>
          </p:cNvPr>
          <p:cNvCxnSpPr>
            <a:stCxn xmlns:a="http://schemas.openxmlformats.org/drawingml/2006/main" id="20" idx="3"/>
            <a:endCxn xmlns:a="http://schemas.openxmlformats.org/drawingml/2006/main" id="21" idx="1"/>
          </p:cNvCxnSpPr>
          <p:nvPr/>
        </p:nvCxnSpPr>
        <p:spPr>
          <a:xfrm xmlns:a="http://schemas.openxmlformats.org/drawingml/2006/main">
            <a:off x="5524500" y="2000250"/>
            <a:ext cx="666750" cy="0"/>
          </a:xfrm>
          <a:prstGeom xmlns:a="http://schemas.openxmlformats.org/drawingml/2006/main" prst="straightConnector1">
            <a:avLst/>
          </a:prstGeom>
          <a:ln xmlns:a="http://schemas.openxmlformats.org/drawingml/2006/main" w="19050">
            <a:solidFill>
              <a:srgbClr val="087F95"/>
            </a:solidFill>
            <a:headEnd type="triangle" w="sm" len="sm"/>
            <a:tailEnd type="triangle" w="sm" len="sm"/>
          </a:ln>
        </p:spPr>
      </p:cxnSp>
      <p:cxnSp>
        <p:nvCxnSpPr>
          <p:cNvPr id="26" name="">
            <a:extLst xmlns:a="http://schemas.openxmlformats.org/drawingml/2006/main">
              <a:ext uri="{FF2B5EF4-FFF2-40B4-BE49-F238E27FC236}">
                <a16:creationId xmlns:a16="http://schemas.microsoft.com/office/drawing/2014/main" id="{AA11077D-1183-44BA-9B2A-802DC9624626}"/>
              </a:ext>
            </a:extLst>
          </p:cNvPr>
          <p:cNvCxnSpPr>
            <a:stCxn xmlns:a="http://schemas.openxmlformats.org/drawingml/2006/main" id="18" idx="3"/>
            <a:endCxn xmlns:a="http://schemas.openxmlformats.org/drawingml/2006/main" id="19" idx="1"/>
          </p:cNvCxnSpPr>
          <p:nvPr/>
        </p:nvCxnSpPr>
        <p:spPr>
          <a:xfrm xmlns:a="http://schemas.openxmlformats.org/drawingml/2006/main">
            <a:off x="8382000" y="3619500"/>
            <a:ext cx="1047750" cy="0"/>
          </a:xfrm>
          <a:prstGeom xmlns:a="http://schemas.openxmlformats.org/drawingml/2006/main" prst="straightConnector1">
            <a:avLst/>
          </a:prstGeom>
          <a:ln xmlns:a="http://schemas.openxmlformats.org/drawingml/2006/main" w="19050">
            <a:solidFill>
              <a:srgbClr val="087F95"/>
            </a:solidFill>
            <a:headEnd type="triangle" w="sm" len="sm"/>
            <a:tailEnd type="triangle" w="sm" len="sm"/>
          </a:ln>
        </p:spPr>
      </p:cxnSp>
      <p:cxnSp>
        <p:nvCxnSpPr>
          <p:cNvPr id="25" name="">
            <a:extLst xmlns:a="http://schemas.openxmlformats.org/drawingml/2006/main">
              <a:ext uri="{FF2B5EF4-FFF2-40B4-BE49-F238E27FC236}">
                <a16:creationId xmlns:a16="http://schemas.microsoft.com/office/drawing/2014/main" id="{0F29B378-2EBC-462D-AC3E-ED71ED06991A}"/>
              </a:ext>
            </a:extLst>
          </p:cNvPr>
          <p:cNvCxnSpPr>
            <a:stCxn xmlns:a="http://schemas.openxmlformats.org/drawingml/2006/main" id="17" idx="3"/>
            <a:endCxn xmlns:a="http://schemas.openxmlformats.org/drawingml/2006/main" id="18" idx="1"/>
          </p:cNvCxnSpPr>
          <p:nvPr/>
        </p:nvCxnSpPr>
        <p:spPr>
          <a:xfrm xmlns:a="http://schemas.openxmlformats.org/drawingml/2006/main">
            <a:off x="5524500" y="3619500"/>
            <a:ext cx="666750" cy="0"/>
          </a:xfrm>
          <a:prstGeom xmlns:a="http://schemas.openxmlformats.org/drawingml/2006/main" prst="straightConnector1">
            <a:avLst/>
          </a:prstGeom>
          <a:ln xmlns:a="http://schemas.openxmlformats.org/drawingml/2006/main" w="19050">
            <a:solidFill>
              <a:srgbClr val="087F95"/>
            </a:solidFill>
            <a:headEnd type="triangle" w="sm" len="sm"/>
            <a:tailEnd type="triangle" w="sm" len="sm"/>
          </a:ln>
        </p:spPr>
      </p:cxnSp>
      <p:sp>
        <p:nvSpPr>
          <p:cNvPr id="35" name="A 13-node model tracks thermal and electrical energy">
            <a:extLst xmlns:a="http://schemas.openxmlformats.org/drawingml/2006/main">
              <a:ext uri="{FF2B5EF4-FFF2-40B4-BE49-F238E27FC236}">
                <a16:creationId xmlns:a16="http://schemas.microsoft.com/office/drawing/2014/main" id="{0827E5AD-1617-4612-AB25-FE13DA1F0A38}"/>
              </a:ext>
            </a:extLst>
          </p:cNvPr>
          <p:cNvSpPr>
            <a:spLocks xmlns:a="http://schemas.openxmlformats.org/drawingml/2006/main" noGrp="1"/>
          </p:cNvSpPr>
          <p:nvPr/>
        </p:nvSpPr>
        <p:spPr>
          <a:xfrm xmlns:a="http://schemas.openxmlformats.org/drawingml/2006/main">
            <a:off x="533400" y="361950"/>
            <a:ext cx="111252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3150" b="1">
                <a:solidFill>
                  <a:srgbClr val="142B3D"/>
                </a:solidFill>
              </a:defRPr>
            </a:defPPr>
            <a:lvl1pPr>
              <a:defRPr sz="3150" b="1">
                <a:solidFill>
                  <a:srgbClr val="142B3D"/>
                </a:solidFill>
              </a:defRPr>
            </a:lvl1pPr>
            <a:lvl2pPr>
              <a:defRPr sz="3150" b="1">
                <a:solidFill>
                  <a:srgbClr val="142B3D"/>
                </a:solidFill>
              </a:defRPr>
            </a:lvl2pPr>
            <a:lvl3pPr>
              <a:defRPr sz="3150" b="1">
                <a:solidFill>
                  <a:srgbClr val="142B3D"/>
                </a:solidFill>
              </a:defRPr>
            </a:lvl3pPr>
            <a:lvl4pPr>
              <a:defRPr sz="3150" b="1">
                <a:solidFill>
                  <a:srgbClr val="142B3D"/>
                </a:solidFill>
              </a:defRPr>
            </a:lvl4pPr>
            <a:lvl5pPr>
              <a:defRPr sz="3150" b="1">
                <a:solidFill>
                  <a:srgbClr val="142B3D"/>
                </a:solidFill>
              </a:defRPr>
            </a:lvl5pPr>
            <a:lvl6pPr>
              <a:defRPr sz="3150" b="1">
                <a:solidFill>
                  <a:srgbClr val="142B3D"/>
                </a:solidFill>
              </a:defRPr>
            </a:lvl6pPr>
            <a:lvl7pPr>
              <a:defRPr sz="3150" b="1">
                <a:solidFill>
                  <a:srgbClr val="142B3D"/>
                </a:solidFill>
              </a:defRPr>
            </a:lvl7pPr>
            <a:lvl8pPr>
              <a:defRPr sz="3150" b="1">
                <a:solidFill>
                  <a:srgbClr val="142B3D"/>
                </a:solidFill>
              </a:defRPr>
            </a:lvl8pPr>
            <a:lvl9pPr>
              <a:defRPr sz="3150" b="1">
                <a:solidFill>
                  <a:srgbClr val="142B3D"/>
                </a:solidFill>
              </a:defRPr>
            </a:lvl9pPr>
          </a:lstStyle>
          <a:p xmlns:a="http://schemas.openxmlformats.org/drawingml/2006/main">
            <a:pPr>
              <a:defRPr sz="3150" b="1">
                <a:solidFill>
                  <a:srgbClr val="142B3D"/>
                </a:solidFill>
              </a:defRPr>
            </a:pPr>
            <a:r>
              <a:rPr sz="3150" b="1">
                <a:solidFill>
                  <a:srgbClr val="142B3D"/>
                </a:solidFill>
              </a:rPr>
              <a:t>A 13-node model tracks thermal and electrical energy</a:t>
            </a:r>
          </a:p>
        </p:txBody>
      </p:sp>
      <p:sp>
        <p:nvSpPr>
          <p:cNvPr id="2" name="Khani Solutions">
            <a:extLst xmlns:a="http://schemas.openxmlformats.org/drawingml/2006/main">
              <a:ext uri="{FF2B5EF4-FFF2-40B4-BE49-F238E27FC236}">
                <a16:creationId xmlns:a16="http://schemas.microsoft.com/office/drawing/2014/main" id="{4FA43F59-0C51-4862-A9F2-311F3A5DE988}"/>
              </a:ext>
            </a:extLst>
          </p:cNvPr>
          <p:cNvSpPr>
            <a:spLocks xmlns:a="http://schemas.openxmlformats.org/drawingml/2006/main" noGrp="1"/>
          </p:cNvSpPr>
          <p:nvPr/>
        </p:nvSpPr>
        <p:spPr>
          <a:xfrm xmlns:a="http://schemas.openxmlformats.org/drawingml/2006/main">
            <a:off x="533400" y="6448425"/>
            <a:ext cx="2190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350" b="0">
                <a:solidFill>
                  <a:srgbClr val="587081"/>
                </a:solidFill>
              </a:defRPr>
            </a:defPPr>
            <a:lvl1pPr>
              <a:defRPr sz="1350" b="0">
                <a:solidFill>
                  <a:srgbClr val="587081"/>
                </a:solidFill>
              </a:defRPr>
            </a:lvl1pPr>
            <a:lvl2pPr>
              <a:defRPr sz="1350" b="0">
                <a:solidFill>
                  <a:srgbClr val="587081"/>
                </a:solidFill>
              </a:defRPr>
            </a:lvl2pPr>
            <a:lvl3pPr>
              <a:defRPr sz="1350" b="0">
                <a:solidFill>
                  <a:srgbClr val="587081"/>
                </a:solidFill>
              </a:defRPr>
            </a:lvl3pPr>
            <a:lvl4pPr>
              <a:defRPr sz="1350" b="0">
                <a:solidFill>
                  <a:srgbClr val="587081"/>
                </a:solidFill>
              </a:defRPr>
            </a:lvl4pPr>
            <a:lvl5pPr>
              <a:defRPr sz="1350" b="0">
                <a:solidFill>
                  <a:srgbClr val="587081"/>
                </a:solidFill>
              </a:defRPr>
            </a:lvl5pPr>
            <a:lvl6pPr>
              <a:defRPr sz="1350" b="0">
                <a:solidFill>
                  <a:srgbClr val="587081"/>
                </a:solidFill>
              </a:defRPr>
            </a:lvl6pPr>
            <a:lvl7pPr>
              <a:defRPr sz="1350" b="0">
                <a:solidFill>
                  <a:srgbClr val="587081"/>
                </a:solidFill>
              </a:defRPr>
            </a:lvl7pPr>
            <a:lvl8pPr>
              <a:defRPr sz="1350" b="0">
                <a:solidFill>
                  <a:srgbClr val="587081"/>
                </a:solidFill>
              </a:defRPr>
            </a:lvl8pPr>
            <a:lvl9pPr>
              <a:defRPr sz="1350" b="0">
                <a:solidFill>
                  <a:srgbClr val="587081"/>
                </a:solidFill>
              </a:defRPr>
            </a:lvl9pPr>
          </a:lstStyle>
          <a:p xmlns:a="http://schemas.openxmlformats.org/drawingml/2006/main">
            <a:pPr>
              <a:defRPr sz="1350" b="0">
                <a:solidFill>
                  <a:srgbClr val="587081"/>
                </a:solidFill>
              </a:defRPr>
            </a:pPr>
            <a:r>
              <a:rPr sz="1350" b="0">
                <a:solidFill>
                  <a:srgbClr val="587081"/>
                </a:solidFill>
              </a:rPr>
              <a:t>Khani Solutions</a:t>
            </a:r>
          </a:p>
        </p:txBody>
      </p:sp>
      <p:sp>
        <p:nvSpPr>
          <p:cNvPr id="3" name="06 / 18">
            <a:extLst xmlns:a="http://schemas.openxmlformats.org/drawingml/2006/main">
              <a:ext uri="{FF2B5EF4-FFF2-40B4-BE49-F238E27FC236}">
                <a16:creationId xmlns:a16="http://schemas.microsoft.com/office/drawing/2014/main" id="{2DC70804-7471-43C6-9B12-E2F40373B057}"/>
              </a:ext>
            </a:extLst>
          </p:cNvPr>
          <p:cNvSpPr>
            <a:spLocks xmlns:a="http://schemas.openxmlformats.org/drawingml/2006/main" noGrp="1"/>
          </p:cNvSpPr>
          <p:nvPr/>
        </p:nvSpPr>
        <p:spPr>
          <a:xfrm xmlns:a="http://schemas.openxmlformats.org/drawingml/2006/main">
            <a:off x="10896600" y="6448425"/>
            <a:ext cx="857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350" b="0">
                <a:solidFill>
                  <a:srgbClr val="587081"/>
                </a:solidFill>
              </a:defRPr>
            </a:defPPr>
            <a:lvl1pPr>
              <a:defRPr sz="1350" b="0">
                <a:solidFill>
                  <a:srgbClr val="587081"/>
                </a:solidFill>
              </a:defRPr>
            </a:lvl1pPr>
            <a:lvl2pPr>
              <a:defRPr sz="1350" b="0">
                <a:solidFill>
                  <a:srgbClr val="587081"/>
                </a:solidFill>
              </a:defRPr>
            </a:lvl2pPr>
            <a:lvl3pPr>
              <a:defRPr sz="1350" b="0">
                <a:solidFill>
                  <a:srgbClr val="587081"/>
                </a:solidFill>
              </a:defRPr>
            </a:lvl3pPr>
            <a:lvl4pPr>
              <a:defRPr sz="1350" b="0">
                <a:solidFill>
                  <a:srgbClr val="587081"/>
                </a:solidFill>
              </a:defRPr>
            </a:lvl4pPr>
            <a:lvl5pPr>
              <a:defRPr sz="1350" b="0">
                <a:solidFill>
                  <a:srgbClr val="587081"/>
                </a:solidFill>
              </a:defRPr>
            </a:lvl5pPr>
            <a:lvl6pPr>
              <a:defRPr sz="1350" b="0">
                <a:solidFill>
                  <a:srgbClr val="587081"/>
                </a:solidFill>
              </a:defRPr>
            </a:lvl6pPr>
            <a:lvl7pPr>
              <a:defRPr sz="1350" b="0">
                <a:solidFill>
                  <a:srgbClr val="587081"/>
                </a:solidFill>
              </a:defRPr>
            </a:lvl7pPr>
            <a:lvl8pPr>
              <a:defRPr sz="1350" b="0">
                <a:solidFill>
                  <a:srgbClr val="587081"/>
                </a:solidFill>
              </a:defRPr>
            </a:lvl8pPr>
            <a:lvl9pPr>
              <a:defRPr sz="1350" b="0">
                <a:solidFill>
                  <a:srgbClr val="587081"/>
                </a:solidFill>
              </a:defRPr>
            </a:lvl9pPr>
          </a:lstStyle>
          <a:p xmlns:a="http://schemas.openxmlformats.org/drawingml/2006/main">
            <a:pPr>
              <a:defRPr sz="1350" b="0">
                <a:solidFill>
                  <a:srgbClr val="587081"/>
                </a:solidFill>
              </a:defRPr>
            </a:pPr>
            <a:r>
              <a:rPr sz="1350" b="0">
                <a:solidFill>
                  <a:srgbClr val="587081"/>
                </a:solidFill>
              </a:rPr>
              <a:t>06 / 18</a:t>
            </a:r>
          </a:p>
        </p:txBody>
      </p:sp>
      <p:sp>
        <p:nvSpPr>
          <p:cNvPr id="4" name="Detailed evidence on the website">
            <a:extLst xmlns:a="http://schemas.openxmlformats.org/drawingml/2006/main">
              <a:ext uri="{FF2B5EF4-FFF2-40B4-BE49-F238E27FC236}">
                <a16:creationId xmlns:a16="http://schemas.microsoft.com/office/drawing/2014/main" id="{128DD540-19B3-43DE-91C0-FDC171CDA76C}"/>
              </a:ext>
            </a:extLst>
          </p:cNvPr>
          <p:cNvSpPr>
            <a:spLocks xmlns:a="http://schemas.openxmlformats.org/drawingml/2006/main" noGrp="1"/>
          </p:cNvSpPr>
          <p:nvPr/>
        </p:nvSpPr>
        <p:spPr>
          <a:xfrm xmlns:a="http://schemas.openxmlformats.org/drawingml/2006/main">
            <a:off x="7000875" y="6448425"/>
            <a:ext cx="34766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350" b="0">
                <a:solidFill>
                  <a:srgbClr val="087F95"/>
                </a:solidFill>
              </a:defRPr>
            </a:defPPr>
            <a:lvl1pPr>
              <a:defRPr sz="1350" b="0">
                <a:solidFill>
                  <a:srgbClr val="087F95"/>
                </a:solidFill>
              </a:defRPr>
            </a:lvl1pPr>
            <a:lvl2pPr>
              <a:defRPr sz="1350" b="0">
                <a:solidFill>
                  <a:srgbClr val="087F95"/>
                </a:solidFill>
              </a:defRPr>
            </a:lvl2pPr>
            <a:lvl3pPr>
              <a:defRPr sz="1350" b="0">
                <a:solidFill>
                  <a:srgbClr val="087F95"/>
                </a:solidFill>
              </a:defRPr>
            </a:lvl3pPr>
            <a:lvl4pPr>
              <a:defRPr sz="1350" b="0">
                <a:solidFill>
                  <a:srgbClr val="087F95"/>
                </a:solidFill>
              </a:defRPr>
            </a:lvl4pPr>
            <a:lvl5pPr>
              <a:defRPr sz="1350" b="0">
                <a:solidFill>
                  <a:srgbClr val="087F95"/>
                </a:solidFill>
              </a:defRPr>
            </a:lvl5pPr>
            <a:lvl6pPr>
              <a:defRPr sz="1350" b="0">
                <a:solidFill>
                  <a:srgbClr val="087F95"/>
                </a:solidFill>
              </a:defRPr>
            </a:lvl6pPr>
            <a:lvl7pPr>
              <a:defRPr sz="1350" b="0">
                <a:solidFill>
                  <a:srgbClr val="087F95"/>
                </a:solidFill>
              </a:defRPr>
            </a:lvl7pPr>
            <a:lvl8pPr>
              <a:defRPr sz="1350" b="0">
                <a:solidFill>
                  <a:srgbClr val="087F95"/>
                </a:solidFill>
              </a:defRPr>
            </a:lvl8pPr>
            <a:lvl9pPr>
              <a:defRPr sz="1350" b="0">
                <a:solidFill>
                  <a:srgbClr val="087F95"/>
                </a:solidFill>
              </a:defRPr>
            </a:lvl9pPr>
          </a:lstStyle>
          <a:p xmlns:a="http://schemas.openxmlformats.org/drawingml/2006/main">
            <a:pPr>
              <a:defRPr sz="1350" b="0">
                <a:solidFill>
                  <a:srgbClr val="087F95"/>
                </a:solidFill>
              </a:defRPr>
            </a:pPr>
            <a:r>
              <a:rPr sz="1350" b="0">
                <a:solidFill>
                  <a:srgbClr val="087F95"/>
                </a:solidFill>
                <a:hlinkClick xmlns:r="http://schemas.openxmlformats.org/officeDocument/2006/relationships" r:id="Rc2551c0d71294b86"/>
              </a:rPr>
              <a:t>Detailed evidence on the website</a:t>
            </a:r>
          </a:p>
        </p:txBody>
      </p:sp>
      <p:sp>
        <p:nvSpPr>
          <p:cNvPr id="5" name="">
            <a:extLst xmlns:a="http://schemas.openxmlformats.org/drawingml/2006/main">
              <a:ext uri="{FF2B5EF4-FFF2-40B4-BE49-F238E27FC236}">
                <a16:creationId xmlns:a16="http://schemas.microsoft.com/office/drawing/2014/main" id="{D78773DD-9B90-4437-9255-854A1A9A1577}"/>
              </a:ext>
            </a:extLst>
          </p:cNvPr>
          <p:cNvSpPr>
            <a:spLocks xmlns:a="http://schemas.openxmlformats.org/drawingml/2006/main" noGrp="1"/>
          </p:cNvSpPr>
          <p:nvPr/>
        </p:nvSpPr>
        <p:spPr>
          <a:xfrm xmlns:a="http://schemas.openxmlformats.org/drawingml/2006/main">
            <a:off x="533400" y="1714500"/>
            <a:ext cx="2190750" cy="571500"/>
          </a:xfrm>
          <a:prstGeom xmlns:a="http://schemas.openxmlformats.org/drawingml/2006/main" prst="rect">
            <a:avLst/>
          </a:prstGeom>
          <a:solidFill xmlns:a="http://schemas.openxmlformats.org/drawingml/2006/main">
            <a:srgbClr val="E4EBEF"/>
          </a:solidFill>
          <a:ln xmlns:a="http://schemas.openxmlformats.org/drawingml/2006/main" w="14288">
            <a:solidFill>
              <a:srgbClr val="087F95"/>
            </a:solidFill>
          </a:ln>
        </p:spPr>
        <p:txBody>
          <a:bodyPr xmlns:a="http://schemas.openxmlformats.org/drawingml/2006/main" lIns="57150" tIns="57150" rIns="57150" bIns="57150" anchor="ctr"/>
          <a:lstStyle xmlns:a="http://schemas.openxmlformats.org/drawingml/2006/main">
            <a:defPPr algn="ctr">
              <a:defRPr sz="1800" b="0">
                <a:solidFill>
                  <a:srgbClr val="142B3D"/>
                </a:solidFill>
              </a:defRPr>
            </a:defPPr>
            <a:lvl1pPr algn="ctr">
              <a:defRPr sz="1800" b="0">
                <a:solidFill>
                  <a:srgbClr val="142B3D"/>
                </a:solidFill>
              </a:defRPr>
            </a:lvl1pPr>
            <a:lvl2pPr algn="ctr">
              <a:defRPr sz="1800" b="0">
                <a:solidFill>
                  <a:srgbClr val="142B3D"/>
                </a:solidFill>
              </a:defRPr>
            </a:lvl2pPr>
            <a:lvl3pPr algn="ctr">
              <a:defRPr sz="1800" b="0">
                <a:solidFill>
                  <a:srgbClr val="142B3D"/>
                </a:solidFill>
              </a:defRPr>
            </a:lvl3pPr>
            <a:lvl4pPr algn="ctr">
              <a:defRPr sz="1800" b="0">
                <a:solidFill>
                  <a:srgbClr val="142B3D"/>
                </a:solidFill>
              </a:defRPr>
            </a:lvl4pPr>
            <a:lvl5pPr algn="ctr">
              <a:defRPr sz="1800" b="0">
                <a:solidFill>
                  <a:srgbClr val="142B3D"/>
                </a:solidFill>
              </a:defRPr>
            </a:lvl5pPr>
            <a:lvl6pPr algn="ctr">
              <a:defRPr sz="1800" b="0">
                <a:solidFill>
                  <a:srgbClr val="142B3D"/>
                </a:solidFill>
              </a:defRPr>
            </a:lvl6pPr>
            <a:lvl7pPr algn="ctr">
              <a:defRPr sz="1800" b="0">
                <a:solidFill>
                  <a:srgbClr val="142B3D"/>
                </a:solidFill>
              </a:defRPr>
            </a:lvl7pPr>
            <a:lvl8pPr algn="ctr">
              <a:defRPr sz="1800" b="0">
                <a:solidFill>
                  <a:srgbClr val="142B3D"/>
                </a:solidFill>
              </a:defRPr>
            </a:lvl8pPr>
            <a:lvl9pPr algn="ctr">
              <a:defRPr sz="1800" b="0">
                <a:solidFill>
                  <a:srgbClr val="142B3D"/>
                </a:solidFill>
              </a:defRPr>
            </a:lvl9pPr>
          </a:lstStyle>
          <a:p xmlns:a="http://schemas.openxmlformats.org/drawingml/2006/main">
            <a:pPr algn="ctr">
              <a:defRPr sz="1800" b="0">
                <a:solidFill>
                  <a:srgbClr val="142B3D"/>
                </a:solidFill>
              </a:defRPr>
            </a:pPr>
            <a:r>
              <a:rPr sz="1800" b="0">
                <a:solidFill>
                  <a:srgbClr val="142B3D"/>
                </a:solidFill>
              </a:rPr>
              <a:t>Avionics</a:t>
            </a:r>
          </a:p>
        </p:txBody>
      </p:sp>
      <p:sp>
        <p:nvSpPr>
          <p:cNvPr id="6" name="">
            <a:extLst xmlns:a="http://schemas.openxmlformats.org/drawingml/2006/main">
              <a:ext uri="{FF2B5EF4-FFF2-40B4-BE49-F238E27FC236}">
                <a16:creationId xmlns:a16="http://schemas.microsoft.com/office/drawing/2014/main" id="{9435251E-9CD7-451F-8A5E-7392F437CE4E}"/>
              </a:ext>
            </a:extLst>
          </p:cNvPr>
          <p:cNvSpPr>
            <a:spLocks xmlns:a="http://schemas.openxmlformats.org/drawingml/2006/main" noGrp="1"/>
          </p:cNvSpPr>
          <p:nvPr/>
        </p:nvSpPr>
        <p:spPr>
          <a:xfrm xmlns:a="http://schemas.openxmlformats.org/drawingml/2006/main">
            <a:off x="2724150" y="2000250"/>
            <a:ext cx="323850" cy="0"/>
          </a:xfrm>
          <a:prstGeom xmlns:a="http://schemas.openxmlformats.org/drawingml/2006/main" prst="line">
            <a:avLst/>
          </a:prstGeom>
          <a:noFill xmlns:a="http://schemas.openxmlformats.org/drawingml/2006/main"/>
          <a:ln xmlns:a="http://schemas.openxmlformats.org/drawingml/2006/main" w="19050">
            <a:solidFill>
              <a:srgbClr val="087F95"/>
            </a:solidFill>
          </a:ln>
        </p:spPr>
      </p:sp>
      <p:sp>
        <p:nvSpPr>
          <p:cNvPr id="7" name="">
            <a:extLst xmlns:a="http://schemas.openxmlformats.org/drawingml/2006/main">
              <a:ext uri="{FF2B5EF4-FFF2-40B4-BE49-F238E27FC236}">
                <a16:creationId xmlns:a16="http://schemas.microsoft.com/office/drawing/2014/main" id="{38B63610-775F-416E-974C-FE344E30A08B}"/>
              </a:ext>
            </a:extLst>
          </p:cNvPr>
          <p:cNvSpPr>
            <a:spLocks xmlns:a="http://schemas.openxmlformats.org/drawingml/2006/main" noGrp="1"/>
          </p:cNvSpPr>
          <p:nvPr/>
        </p:nvSpPr>
        <p:spPr>
          <a:xfrm xmlns:a="http://schemas.openxmlformats.org/drawingml/2006/main">
            <a:off x="533400" y="2524125"/>
            <a:ext cx="2190750" cy="571500"/>
          </a:xfrm>
          <a:prstGeom xmlns:a="http://schemas.openxmlformats.org/drawingml/2006/main" prst="rect">
            <a:avLst/>
          </a:prstGeom>
          <a:solidFill xmlns:a="http://schemas.openxmlformats.org/drawingml/2006/main">
            <a:srgbClr val="E4EBEF"/>
          </a:solidFill>
          <a:ln xmlns:a="http://schemas.openxmlformats.org/drawingml/2006/main" w="14288">
            <a:solidFill>
              <a:srgbClr val="087F95"/>
            </a:solidFill>
          </a:ln>
        </p:spPr>
        <p:txBody>
          <a:bodyPr xmlns:a="http://schemas.openxmlformats.org/drawingml/2006/main" lIns="57150" tIns="57150" rIns="57150" bIns="57150" anchor="ctr"/>
          <a:lstStyle xmlns:a="http://schemas.openxmlformats.org/drawingml/2006/main">
            <a:defPPr algn="ctr">
              <a:defRPr sz="1800" b="0">
                <a:solidFill>
                  <a:srgbClr val="142B3D"/>
                </a:solidFill>
              </a:defRPr>
            </a:defPPr>
            <a:lvl1pPr algn="ctr">
              <a:defRPr sz="1800" b="0">
                <a:solidFill>
                  <a:srgbClr val="142B3D"/>
                </a:solidFill>
              </a:defRPr>
            </a:lvl1pPr>
            <a:lvl2pPr algn="ctr">
              <a:defRPr sz="1800" b="0">
                <a:solidFill>
                  <a:srgbClr val="142B3D"/>
                </a:solidFill>
              </a:defRPr>
            </a:lvl2pPr>
            <a:lvl3pPr algn="ctr">
              <a:defRPr sz="1800" b="0">
                <a:solidFill>
                  <a:srgbClr val="142B3D"/>
                </a:solidFill>
              </a:defRPr>
            </a:lvl3pPr>
            <a:lvl4pPr algn="ctr">
              <a:defRPr sz="1800" b="0">
                <a:solidFill>
                  <a:srgbClr val="142B3D"/>
                </a:solidFill>
              </a:defRPr>
            </a:lvl4pPr>
            <a:lvl5pPr algn="ctr">
              <a:defRPr sz="1800" b="0">
                <a:solidFill>
                  <a:srgbClr val="142B3D"/>
                </a:solidFill>
              </a:defRPr>
            </a:lvl5pPr>
            <a:lvl6pPr algn="ctr">
              <a:defRPr sz="1800" b="0">
                <a:solidFill>
                  <a:srgbClr val="142B3D"/>
                </a:solidFill>
              </a:defRPr>
            </a:lvl6pPr>
            <a:lvl7pPr algn="ctr">
              <a:defRPr sz="1800" b="0">
                <a:solidFill>
                  <a:srgbClr val="142B3D"/>
                </a:solidFill>
              </a:defRPr>
            </a:lvl7pPr>
            <a:lvl8pPr algn="ctr">
              <a:defRPr sz="1800" b="0">
                <a:solidFill>
                  <a:srgbClr val="142B3D"/>
                </a:solidFill>
              </a:defRPr>
            </a:lvl8pPr>
            <a:lvl9pPr algn="ctr">
              <a:defRPr sz="1800" b="0">
                <a:solidFill>
                  <a:srgbClr val="142B3D"/>
                </a:solidFill>
              </a:defRPr>
            </a:lvl9pPr>
          </a:lstStyle>
          <a:p xmlns:a="http://schemas.openxmlformats.org/drawingml/2006/main">
            <a:pPr algn="ctr">
              <a:defRPr sz="1800" b="0">
                <a:solidFill>
                  <a:srgbClr val="142B3D"/>
                </a:solidFill>
              </a:defRPr>
            </a:pPr>
            <a:r>
              <a:rPr sz="1800" b="0">
                <a:solidFill>
                  <a:srgbClr val="142B3D"/>
                </a:solidFill>
              </a:rPr>
              <a:t>Battery</a:t>
            </a:r>
          </a:p>
        </p:txBody>
      </p:sp>
      <p:sp>
        <p:nvSpPr>
          <p:cNvPr id="8" name="">
            <a:extLst xmlns:a="http://schemas.openxmlformats.org/drawingml/2006/main">
              <a:ext uri="{FF2B5EF4-FFF2-40B4-BE49-F238E27FC236}">
                <a16:creationId xmlns:a16="http://schemas.microsoft.com/office/drawing/2014/main" id="{DA739175-DE41-41EB-87ED-F5A6C2786139}"/>
              </a:ext>
            </a:extLst>
          </p:cNvPr>
          <p:cNvSpPr>
            <a:spLocks xmlns:a="http://schemas.openxmlformats.org/drawingml/2006/main" noGrp="1"/>
          </p:cNvSpPr>
          <p:nvPr/>
        </p:nvSpPr>
        <p:spPr>
          <a:xfrm xmlns:a="http://schemas.openxmlformats.org/drawingml/2006/main">
            <a:off x="2724150" y="2809875"/>
            <a:ext cx="323850" cy="0"/>
          </a:xfrm>
          <a:prstGeom xmlns:a="http://schemas.openxmlformats.org/drawingml/2006/main" prst="line">
            <a:avLst/>
          </a:prstGeom>
          <a:noFill xmlns:a="http://schemas.openxmlformats.org/drawingml/2006/main"/>
          <a:ln xmlns:a="http://schemas.openxmlformats.org/drawingml/2006/main" w="19050">
            <a:solidFill>
              <a:srgbClr val="087F95"/>
            </a:solidFill>
          </a:ln>
        </p:spPr>
      </p:sp>
      <p:sp>
        <p:nvSpPr>
          <p:cNvPr id="9" name="">
            <a:extLst xmlns:a="http://schemas.openxmlformats.org/drawingml/2006/main">
              <a:ext uri="{FF2B5EF4-FFF2-40B4-BE49-F238E27FC236}">
                <a16:creationId xmlns:a16="http://schemas.microsoft.com/office/drawing/2014/main" id="{E5B069B9-177C-4816-B963-CEC9F8BE9FBB}"/>
              </a:ext>
            </a:extLst>
          </p:cNvPr>
          <p:cNvSpPr>
            <a:spLocks xmlns:a="http://schemas.openxmlformats.org/drawingml/2006/main" noGrp="1"/>
          </p:cNvSpPr>
          <p:nvPr/>
        </p:nvSpPr>
        <p:spPr>
          <a:xfrm xmlns:a="http://schemas.openxmlformats.org/drawingml/2006/main">
            <a:off x="533400" y="3333750"/>
            <a:ext cx="2190750" cy="571500"/>
          </a:xfrm>
          <a:prstGeom xmlns:a="http://schemas.openxmlformats.org/drawingml/2006/main" prst="rect">
            <a:avLst/>
          </a:prstGeom>
          <a:solidFill xmlns:a="http://schemas.openxmlformats.org/drawingml/2006/main">
            <a:srgbClr val="E4EBEF"/>
          </a:solidFill>
          <a:ln xmlns:a="http://schemas.openxmlformats.org/drawingml/2006/main" w="14288">
            <a:solidFill>
              <a:srgbClr val="087F95"/>
            </a:solidFill>
          </a:ln>
        </p:spPr>
        <p:txBody>
          <a:bodyPr xmlns:a="http://schemas.openxmlformats.org/drawingml/2006/main" lIns="57150" tIns="57150" rIns="57150" bIns="57150" anchor="ctr"/>
          <a:lstStyle xmlns:a="http://schemas.openxmlformats.org/drawingml/2006/main">
            <a:defPPr algn="ctr">
              <a:defRPr sz="1800" b="0">
                <a:solidFill>
                  <a:srgbClr val="142B3D"/>
                </a:solidFill>
              </a:defRPr>
            </a:defPPr>
            <a:lvl1pPr algn="ctr">
              <a:defRPr sz="1800" b="0">
                <a:solidFill>
                  <a:srgbClr val="142B3D"/>
                </a:solidFill>
              </a:defRPr>
            </a:lvl1pPr>
            <a:lvl2pPr algn="ctr">
              <a:defRPr sz="1800" b="0">
                <a:solidFill>
                  <a:srgbClr val="142B3D"/>
                </a:solidFill>
              </a:defRPr>
            </a:lvl2pPr>
            <a:lvl3pPr algn="ctr">
              <a:defRPr sz="1800" b="0">
                <a:solidFill>
                  <a:srgbClr val="142B3D"/>
                </a:solidFill>
              </a:defRPr>
            </a:lvl3pPr>
            <a:lvl4pPr algn="ctr">
              <a:defRPr sz="1800" b="0">
                <a:solidFill>
                  <a:srgbClr val="142B3D"/>
                </a:solidFill>
              </a:defRPr>
            </a:lvl4pPr>
            <a:lvl5pPr algn="ctr">
              <a:defRPr sz="1800" b="0">
                <a:solidFill>
                  <a:srgbClr val="142B3D"/>
                </a:solidFill>
              </a:defRPr>
            </a:lvl5pPr>
            <a:lvl6pPr algn="ctr">
              <a:defRPr sz="1800" b="0">
                <a:solidFill>
                  <a:srgbClr val="142B3D"/>
                </a:solidFill>
              </a:defRPr>
            </a:lvl6pPr>
            <a:lvl7pPr algn="ctr">
              <a:defRPr sz="1800" b="0">
                <a:solidFill>
                  <a:srgbClr val="142B3D"/>
                </a:solidFill>
              </a:defRPr>
            </a:lvl7pPr>
            <a:lvl8pPr algn="ctr">
              <a:defRPr sz="1800" b="0">
                <a:solidFill>
                  <a:srgbClr val="142B3D"/>
                </a:solidFill>
              </a:defRPr>
            </a:lvl8pPr>
            <a:lvl9pPr algn="ctr">
              <a:defRPr sz="1800" b="0">
                <a:solidFill>
                  <a:srgbClr val="142B3D"/>
                </a:solidFill>
              </a:defRPr>
            </a:lvl9pPr>
          </a:lstStyle>
          <a:p xmlns:a="http://schemas.openxmlformats.org/drawingml/2006/main">
            <a:pPr algn="ctr">
              <a:defRPr sz="1800" b="0">
                <a:solidFill>
                  <a:srgbClr val="142B3D"/>
                </a:solidFill>
              </a:defRPr>
            </a:pPr>
            <a:r>
              <a:rPr sz="1800" b="0">
                <a:solidFill>
                  <a:srgbClr val="142B3D"/>
                </a:solidFill>
              </a:rPr>
              <a:t>Payload</a:t>
            </a:r>
          </a:p>
        </p:txBody>
      </p:sp>
      <p:sp>
        <p:nvSpPr>
          <p:cNvPr id="10" name="">
            <a:extLst xmlns:a="http://schemas.openxmlformats.org/drawingml/2006/main">
              <a:ext uri="{FF2B5EF4-FFF2-40B4-BE49-F238E27FC236}">
                <a16:creationId xmlns:a16="http://schemas.microsoft.com/office/drawing/2014/main" id="{CD16F703-060A-44B2-BA00-2F74B40C1B46}"/>
              </a:ext>
            </a:extLst>
          </p:cNvPr>
          <p:cNvSpPr>
            <a:spLocks xmlns:a="http://schemas.openxmlformats.org/drawingml/2006/main" noGrp="1"/>
          </p:cNvSpPr>
          <p:nvPr/>
        </p:nvSpPr>
        <p:spPr>
          <a:xfrm xmlns:a="http://schemas.openxmlformats.org/drawingml/2006/main">
            <a:off x="2724150" y="3619500"/>
            <a:ext cx="323850" cy="0"/>
          </a:xfrm>
          <a:prstGeom xmlns:a="http://schemas.openxmlformats.org/drawingml/2006/main" prst="line">
            <a:avLst/>
          </a:prstGeom>
          <a:noFill xmlns:a="http://schemas.openxmlformats.org/drawingml/2006/main"/>
          <a:ln xmlns:a="http://schemas.openxmlformats.org/drawingml/2006/main" w="19050">
            <a:solidFill>
              <a:srgbClr val="087F95"/>
            </a:solidFill>
          </a:ln>
        </p:spPr>
      </p:sp>
      <p:sp>
        <p:nvSpPr>
          <p:cNvPr id="11" name="">
            <a:extLst xmlns:a="http://schemas.openxmlformats.org/drawingml/2006/main">
              <a:ext uri="{FF2B5EF4-FFF2-40B4-BE49-F238E27FC236}">
                <a16:creationId xmlns:a16="http://schemas.microsoft.com/office/drawing/2014/main" id="{9781FF06-6E23-4F4E-B8EF-D0B96DC5DA5D}"/>
              </a:ext>
            </a:extLst>
          </p:cNvPr>
          <p:cNvSpPr>
            <a:spLocks xmlns:a="http://schemas.openxmlformats.org/drawingml/2006/main" noGrp="1"/>
          </p:cNvSpPr>
          <p:nvPr/>
        </p:nvSpPr>
        <p:spPr>
          <a:xfrm xmlns:a="http://schemas.openxmlformats.org/drawingml/2006/main">
            <a:off x="533400" y="4143375"/>
            <a:ext cx="2190750" cy="571500"/>
          </a:xfrm>
          <a:prstGeom xmlns:a="http://schemas.openxmlformats.org/drawingml/2006/main" prst="rect">
            <a:avLst/>
          </a:prstGeom>
          <a:solidFill xmlns:a="http://schemas.openxmlformats.org/drawingml/2006/main">
            <a:srgbClr val="E4EBEF"/>
          </a:solidFill>
          <a:ln xmlns:a="http://schemas.openxmlformats.org/drawingml/2006/main" w="14288">
            <a:solidFill>
              <a:srgbClr val="087F95"/>
            </a:solidFill>
          </a:ln>
        </p:spPr>
        <p:txBody>
          <a:bodyPr xmlns:a="http://schemas.openxmlformats.org/drawingml/2006/main" lIns="57150" tIns="57150" rIns="57150" bIns="57150" anchor="ctr"/>
          <a:lstStyle xmlns:a="http://schemas.openxmlformats.org/drawingml/2006/main">
            <a:defPPr algn="ctr">
              <a:defRPr sz="1800" b="0">
                <a:solidFill>
                  <a:srgbClr val="142B3D"/>
                </a:solidFill>
              </a:defRPr>
            </a:defPPr>
            <a:lvl1pPr algn="ctr">
              <a:defRPr sz="1800" b="0">
                <a:solidFill>
                  <a:srgbClr val="142B3D"/>
                </a:solidFill>
              </a:defRPr>
            </a:lvl1pPr>
            <a:lvl2pPr algn="ctr">
              <a:defRPr sz="1800" b="0">
                <a:solidFill>
                  <a:srgbClr val="142B3D"/>
                </a:solidFill>
              </a:defRPr>
            </a:lvl2pPr>
            <a:lvl3pPr algn="ctr">
              <a:defRPr sz="1800" b="0">
                <a:solidFill>
                  <a:srgbClr val="142B3D"/>
                </a:solidFill>
              </a:defRPr>
            </a:lvl3pPr>
            <a:lvl4pPr algn="ctr">
              <a:defRPr sz="1800" b="0">
                <a:solidFill>
                  <a:srgbClr val="142B3D"/>
                </a:solidFill>
              </a:defRPr>
            </a:lvl4pPr>
            <a:lvl5pPr algn="ctr">
              <a:defRPr sz="1800" b="0">
                <a:solidFill>
                  <a:srgbClr val="142B3D"/>
                </a:solidFill>
              </a:defRPr>
            </a:lvl5pPr>
            <a:lvl6pPr algn="ctr">
              <a:defRPr sz="1800" b="0">
                <a:solidFill>
                  <a:srgbClr val="142B3D"/>
                </a:solidFill>
              </a:defRPr>
            </a:lvl6pPr>
            <a:lvl7pPr algn="ctr">
              <a:defRPr sz="1800" b="0">
                <a:solidFill>
                  <a:srgbClr val="142B3D"/>
                </a:solidFill>
              </a:defRPr>
            </a:lvl7pPr>
            <a:lvl8pPr algn="ctr">
              <a:defRPr sz="1800" b="0">
                <a:solidFill>
                  <a:srgbClr val="142B3D"/>
                </a:solidFill>
              </a:defRPr>
            </a:lvl8pPr>
            <a:lvl9pPr algn="ctr">
              <a:defRPr sz="1800" b="0">
                <a:solidFill>
                  <a:srgbClr val="142B3D"/>
                </a:solidFill>
              </a:defRPr>
            </a:lvl9pPr>
          </a:lstStyle>
          <a:p xmlns:a="http://schemas.openxmlformats.org/drawingml/2006/main">
            <a:pPr algn="ctr">
              <a:defRPr sz="1800" b="0">
                <a:solidFill>
                  <a:srgbClr val="142B3D"/>
                </a:solidFill>
              </a:defRPr>
            </a:pPr>
            <a:r>
              <a:rPr sz="1800" b="0">
                <a:solidFill>
                  <a:srgbClr val="142B3D"/>
                </a:solidFill>
              </a:rPr>
              <a:t>Power conversion</a:t>
            </a:r>
          </a:p>
        </p:txBody>
      </p:sp>
      <p:sp>
        <p:nvSpPr>
          <p:cNvPr id="12" name="">
            <a:extLst xmlns:a="http://schemas.openxmlformats.org/drawingml/2006/main">
              <a:ext uri="{FF2B5EF4-FFF2-40B4-BE49-F238E27FC236}">
                <a16:creationId xmlns:a16="http://schemas.microsoft.com/office/drawing/2014/main" id="{48667782-77EE-422D-B049-8220631ABB52}"/>
              </a:ext>
            </a:extLst>
          </p:cNvPr>
          <p:cNvSpPr>
            <a:spLocks xmlns:a="http://schemas.openxmlformats.org/drawingml/2006/main" noGrp="1"/>
          </p:cNvSpPr>
          <p:nvPr/>
        </p:nvSpPr>
        <p:spPr>
          <a:xfrm xmlns:a="http://schemas.openxmlformats.org/drawingml/2006/main">
            <a:off x="2724150" y="4429125"/>
            <a:ext cx="323850" cy="0"/>
          </a:xfrm>
          <a:prstGeom xmlns:a="http://schemas.openxmlformats.org/drawingml/2006/main" prst="line">
            <a:avLst/>
          </a:prstGeom>
          <a:noFill xmlns:a="http://schemas.openxmlformats.org/drawingml/2006/main"/>
          <a:ln xmlns:a="http://schemas.openxmlformats.org/drawingml/2006/main" w="19050">
            <a:solidFill>
              <a:srgbClr val="087F95"/>
            </a:solidFill>
          </a:ln>
        </p:spPr>
      </p:sp>
      <p:sp>
        <p:nvSpPr>
          <p:cNvPr id="13" name="">
            <a:extLst xmlns:a="http://schemas.openxmlformats.org/drawingml/2006/main">
              <a:ext uri="{FF2B5EF4-FFF2-40B4-BE49-F238E27FC236}">
                <a16:creationId xmlns:a16="http://schemas.microsoft.com/office/drawing/2014/main" id="{38A19BFB-1B3F-4D52-9088-25A4D8C66AB9}"/>
              </a:ext>
            </a:extLst>
          </p:cNvPr>
          <p:cNvSpPr>
            <a:spLocks xmlns:a="http://schemas.openxmlformats.org/drawingml/2006/main" noGrp="1"/>
          </p:cNvSpPr>
          <p:nvPr/>
        </p:nvSpPr>
        <p:spPr>
          <a:xfrm xmlns:a="http://schemas.openxmlformats.org/drawingml/2006/main">
            <a:off x="533400" y="4953000"/>
            <a:ext cx="2190750" cy="571500"/>
          </a:xfrm>
          <a:prstGeom xmlns:a="http://schemas.openxmlformats.org/drawingml/2006/main" prst="rect">
            <a:avLst/>
          </a:prstGeom>
          <a:solidFill xmlns:a="http://schemas.openxmlformats.org/drawingml/2006/main">
            <a:srgbClr val="E4EBEF"/>
          </a:solidFill>
          <a:ln xmlns:a="http://schemas.openxmlformats.org/drawingml/2006/main" w="14288">
            <a:solidFill>
              <a:srgbClr val="087F95"/>
            </a:solidFill>
          </a:ln>
        </p:spPr>
        <p:txBody>
          <a:bodyPr xmlns:a="http://schemas.openxmlformats.org/drawingml/2006/main" lIns="57150" tIns="57150" rIns="57150" bIns="57150" anchor="ctr"/>
          <a:lstStyle xmlns:a="http://schemas.openxmlformats.org/drawingml/2006/main">
            <a:defPPr algn="ctr">
              <a:defRPr sz="1800" b="0">
                <a:solidFill>
                  <a:srgbClr val="142B3D"/>
                </a:solidFill>
              </a:defRPr>
            </a:defPPr>
            <a:lvl1pPr algn="ctr">
              <a:defRPr sz="1800" b="0">
                <a:solidFill>
                  <a:srgbClr val="142B3D"/>
                </a:solidFill>
              </a:defRPr>
            </a:lvl1pPr>
            <a:lvl2pPr algn="ctr">
              <a:defRPr sz="1800" b="0">
                <a:solidFill>
                  <a:srgbClr val="142B3D"/>
                </a:solidFill>
              </a:defRPr>
            </a:lvl2pPr>
            <a:lvl3pPr algn="ctr">
              <a:defRPr sz="1800" b="0">
                <a:solidFill>
                  <a:srgbClr val="142B3D"/>
                </a:solidFill>
              </a:defRPr>
            </a:lvl3pPr>
            <a:lvl4pPr algn="ctr">
              <a:defRPr sz="1800" b="0">
                <a:solidFill>
                  <a:srgbClr val="142B3D"/>
                </a:solidFill>
              </a:defRPr>
            </a:lvl4pPr>
            <a:lvl5pPr algn="ctr">
              <a:defRPr sz="1800" b="0">
                <a:solidFill>
                  <a:srgbClr val="142B3D"/>
                </a:solidFill>
              </a:defRPr>
            </a:lvl5pPr>
            <a:lvl6pPr algn="ctr">
              <a:defRPr sz="1800" b="0">
                <a:solidFill>
                  <a:srgbClr val="142B3D"/>
                </a:solidFill>
              </a:defRPr>
            </a:lvl6pPr>
            <a:lvl7pPr algn="ctr">
              <a:defRPr sz="1800" b="0">
                <a:solidFill>
                  <a:srgbClr val="142B3D"/>
                </a:solidFill>
              </a:defRPr>
            </a:lvl7pPr>
            <a:lvl8pPr algn="ctr">
              <a:defRPr sz="1800" b="0">
                <a:solidFill>
                  <a:srgbClr val="142B3D"/>
                </a:solidFill>
              </a:defRPr>
            </a:lvl8pPr>
            <a:lvl9pPr algn="ctr">
              <a:defRPr sz="1800" b="0">
                <a:solidFill>
                  <a:srgbClr val="142B3D"/>
                </a:solidFill>
              </a:defRPr>
            </a:lvl9pPr>
          </a:lstStyle>
          <a:p xmlns:a="http://schemas.openxmlformats.org/drawingml/2006/main">
            <a:pPr algn="ctr">
              <a:defRPr sz="1800" b="0">
                <a:solidFill>
                  <a:srgbClr val="142B3D"/>
                </a:solidFill>
              </a:defRPr>
            </a:pPr>
            <a:r>
              <a:rPr sz="1800" b="0">
                <a:solidFill>
                  <a:srgbClr val="142B3D"/>
                </a:solidFill>
              </a:rPr>
              <a:t>CMGs</a:t>
            </a:r>
          </a:p>
        </p:txBody>
      </p:sp>
      <p:sp>
        <p:nvSpPr>
          <p:cNvPr id="14" name="">
            <a:extLst xmlns:a="http://schemas.openxmlformats.org/drawingml/2006/main">
              <a:ext uri="{FF2B5EF4-FFF2-40B4-BE49-F238E27FC236}">
                <a16:creationId xmlns:a16="http://schemas.microsoft.com/office/drawing/2014/main" id="{C89A9614-DDB3-42C4-9E36-C40500BE17C1}"/>
              </a:ext>
            </a:extLst>
          </p:cNvPr>
          <p:cNvSpPr>
            <a:spLocks xmlns:a="http://schemas.openxmlformats.org/drawingml/2006/main" noGrp="1"/>
          </p:cNvSpPr>
          <p:nvPr/>
        </p:nvSpPr>
        <p:spPr>
          <a:xfrm xmlns:a="http://schemas.openxmlformats.org/drawingml/2006/main">
            <a:off x="2724150" y="5238750"/>
            <a:ext cx="323850" cy="0"/>
          </a:xfrm>
          <a:prstGeom xmlns:a="http://schemas.openxmlformats.org/drawingml/2006/main" prst="line">
            <a:avLst/>
          </a:prstGeom>
          <a:noFill xmlns:a="http://schemas.openxmlformats.org/drawingml/2006/main"/>
          <a:ln xmlns:a="http://schemas.openxmlformats.org/drawingml/2006/main" w="19050">
            <a:solidFill>
              <a:srgbClr val="087F95"/>
            </a:solidFill>
          </a:ln>
        </p:spPr>
      </p:sp>
      <p:sp>
        <p:nvSpPr>
          <p:cNvPr id="15" name="">
            <a:extLst xmlns:a="http://schemas.openxmlformats.org/drawingml/2006/main">
              <a:ext uri="{FF2B5EF4-FFF2-40B4-BE49-F238E27FC236}">
                <a16:creationId xmlns:a16="http://schemas.microsoft.com/office/drawing/2014/main" id="{04FE1052-1B48-4FD2-A138-7F41CD9484E5}"/>
              </a:ext>
            </a:extLst>
          </p:cNvPr>
          <p:cNvSpPr>
            <a:spLocks xmlns:a="http://schemas.openxmlformats.org/drawingml/2006/main" noGrp="1"/>
          </p:cNvSpPr>
          <p:nvPr/>
        </p:nvSpPr>
        <p:spPr>
          <a:xfrm xmlns:a="http://schemas.openxmlformats.org/drawingml/2006/main">
            <a:off x="3048000" y="2000250"/>
            <a:ext cx="0" cy="3238500"/>
          </a:xfrm>
          <a:prstGeom xmlns:a="http://schemas.openxmlformats.org/drawingml/2006/main" prst="line">
            <a:avLst/>
          </a:prstGeom>
          <a:noFill xmlns:a="http://schemas.openxmlformats.org/drawingml/2006/main"/>
          <a:ln xmlns:a="http://schemas.openxmlformats.org/drawingml/2006/main" w="19050">
            <a:solidFill>
              <a:srgbClr val="087F95"/>
            </a:solidFill>
          </a:ln>
        </p:spPr>
      </p:sp>
      <p:sp>
        <p:nvSpPr>
          <p:cNvPr id="16" name="">
            <a:extLst xmlns:a="http://schemas.openxmlformats.org/drawingml/2006/main">
              <a:ext uri="{FF2B5EF4-FFF2-40B4-BE49-F238E27FC236}">
                <a16:creationId xmlns:a16="http://schemas.microsoft.com/office/drawing/2014/main" id="{C279B7B3-5B38-4711-9D4C-F069F2189A1B}"/>
              </a:ext>
            </a:extLst>
          </p:cNvPr>
          <p:cNvSpPr>
            <a:spLocks xmlns:a="http://schemas.openxmlformats.org/drawingml/2006/main" noGrp="1"/>
          </p:cNvSpPr>
          <p:nvPr/>
        </p:nvSpPr>
        <p:spPr>
          <a:xfrm xmlns:a="http://schemas.openxmlformats.org/drawingml/2006/main">
            <a:off x="3048000" y="3619500"/>
            <a:ext cx="285750" cy="0"/>
          </a:xfrm>
          <a:prstGeom xmlns:a="http://schemas.openxmlformats.org/drawingml/2006/main" prst="line">
            <a:avLst/>
          </a:prstGeom>
          <a:noFill xmlns:a="http://schemas.openxmlformats.org/drawingml/2006/main"/>
          <a:ln xmlns:a="http://schemas.openxmlformats.org/drawingml/2006/main" w="19050">
            <a:solidFill>
              <a:srgbClr val="087F95"/>
            </a:solidFill>
          </a:ln>
        </p:spPr>
      </p:sp>
      <p:sp>
        <p:nvSpPr>
          <p:cNvPr id="17" name="">
            <a:extLst xmlns:a="http://schemas.openxmlformats.org/drawingml/2006/main">
              <a:ext uri="{FF2B5EF4-FFF2-40B4-BE49-F238E27FC236}">
                <a16:creationId xmlns:a16="http://schemas.microsoft.com/office/drawing/2014/main" id="{173D8838-D567-4433-A116-CD10517F7ACA}"/>
              </a:ext>
            </a:extLst>
          </p:cNvPr>
          <p:cNvSpPr>
            <a:spLocks xmlns:a="http://schemas.openxmlformats.org/drawingml/2006/main" noGrp="1"/>
          </p:cNvSpPr>
          <p:nvPr/>
        </p:nvSpPr>
        <p:spPr>
          <a:xfrm xmlns:a="http://schemas.openxmlformats.org/drawingml/2006/main">
            <a:off x="3333750" y="3333750"/>
            <a:ext cx="2190750" cy="571500"/>
          </a:xfrm>
          <a:prstGeom xmlns:a="http://schemas.openxmlformats.org/drawingml/2006/main" prst="rect">
            <a:avLst/>
          </a:prstGeom>
          <a:solidFill xmlns:a="http://schemas.openxmlformats.org/drawingml/2006/main">
            <a:srgbClr val="E4EBEF"/>
          </a:solidFill>
          <a:ln xmlns:a="http://schemas.openxmlformats.org/drawingml/2006/main" w="14288">
            <a:solidFill>
              <a:srgbClr val="087F95"/>
            </a:solidFill>
          </a:ln>
        </p:spPr>
        <p:txBody>
          <a:bodyPr xmlns:a="http://schemas.openxmlformats.org/drawingml/2006/main" lIns="57150" tIns="57150" rIns="57150" bIns="57150" anchor="ctr"/>
          <a:lstStyle xmlns:a="http://schemas.openxmlformats.org/drawingml/2006/main">
            <a:defPPr algn="ctr">
              <a:defRPr sz="1800" b="0">
                <a:solidFill>
                  <a:srgbClr val="142B3D"/>
                </a:solidFill>
              </a:defRPr>
            </a:defPPr>
            <a:lvl1pPr algn="ctr">
              <a:defRPr sz="1800" b="0">
                <a:solidFill>
                  <a:srgbClr val="142B3D"/>
                </a:solidFill>
              </a:defRPr>
            </a:lvl1pPr>
            <a:lvl2pPr algn="ctr">
              <a:defRPr sz="1800" b="0">
                <a:solidFill>
                  <a:srgbClr val="142B3D"/>
                </a:solidFill>
              </a:defRPr>
            </a:lvl2pPr>
            <a:lvl3pPr algn="ctr">
              <a:defRPr sz="1800" b="0">
                <a:solidFill>
                  <a:srgbClr val="142B3D"/>
                </a:solidFill>
              </a:defRPr>
            </a:lvl3pPr>
            <a:lvl4pPr algn="ctr">
              <a:defRPr sz="1800" b="0">
                <a:solidFill>
                  <a:srgbClr val="142B3D"/>
                </a:solidFill>
              </a:defRPr>
            </a:lvl4pPr>
            <a:lvl5pPr algn="ctr">
              <a:defRPr sz="1800" b="0">
                <a:solidFill>
                  <a:srgbClr val="142B3D"/>
                </a:solidFill>
              </a:defRPr>
            </a:lvl5pPr>
            <a:lvl6pPr algn="ctr">
              <a:defRPr sz="1800" b="0">
                <a:solidFill>
                  <a:srgbClr val="142B3D"/>
                </a:solidFill>
              </a:defRPr>
            </a:lvl6pPr>
            <a:lvl7pPr algn="ctr">
              <a:defRPr sz="1800" b="0">
                <a:solidFill>
                  <a:srgbClr val="142B3D"/>
                </a:solidFill>
              </a:defRPr>
            </a:lvl7pPr>
            <a:lvl8pPr algn="ctr">
              <a:defRPr sz="1800" b="0">
                <a:solidFill>
                  <a:srgbClr val="142B3D"/>
                </a:solidFill>
              </a:defRPr>
            </a:lvl8pPr>
            <a:lvl9pPr algn="ctr">
              <a:defRPr sz="1800" b="0">
                <a:solidFill>
                  <a:srgbClr val="142B3D"/>
                </a:solidFill>
              </a:defRPr>
            </a:lvl9pPr>
          </a:lstStyle>
          <a:p xmlns:a="http://schemas.openxmlformats.org/drawingml/2006/main">
            <a:pPr algn="ctr">
              <a:defRPr sz="1800" b="0">
                <a:solidFill>
                  <a:srgbClr val="142B3D"/>
                </a:solidFill>
              </a:defRPr>
            </a:pPr>
            <a:r>
              <a:rPr sz="1800" b="0">
                <a:solidFill>
                  <a:srgbClr val="142B3D"/>
                </a:solidFill>
              </a:rPr>
              <a:t>Cold plate</a:t>
            </a:r>
          </a:p>
        </p:txBody>
      </p:sp>
      <p:sp>
        <p:nvSpPr>
          <p:cNvPr id="18" name="">
            <a:extLst xmlns:a="http://schemas.openxmlformats.org/drawingml/2006/main">
              <a:ext uri="{FF2B5EF4-FFF2-40B4-BE49-F238E27FC236}">
                <a16:creationId xmlns:a16="http://schemas.microsoft.com/office/drawing/2014/main" id="{EEEF73D6-5E40-4738-9FD6-5B8CBB6BB8A8}"/>
              </a:ext>
            </a:extLst>
          </p:cNvPr>
          <p:cNvSpPr>
            <a:spLocks xmlns:a="http://schemas.openxmlformats.org/drawingml/2006/main" noGrp="1"/>
          </p:cNvSpPr>
          <p:nvPr/>
        </p:nvSpPr>
        <p:spPr>
          <a:xfrm xmlns:a="http://schemas.openxmlformats.org/drawingml/2006/main">
            <a:off x="6191250" y="3333750"/>
            <a:ext cx="2190750" cy="571500"/>
          </a:xfrm>
          <a:prstGeom xmlns:a="http://schemas.openxmlformats.org/drawingml/2006/main" prst="rect">
            <a:avLst/>
          </a:prstGeom>
          <a:solidFill xmlns:a="http://schemas.openxmlformats.org/drawingml/2006/main">
            <a:srgbClr val="E4EBEF"/>
          </a:solidFill>
          <a:ln xmlns:a="http://schemas.openxmlformats.org/drawingml/2006/main" w="14288">
            <a:solidFill>
              <a:srgbClr val="087F95"/>
            </a:solidFill>
          </a:ln>
        </p:spPr>
        <p:txBody>
          <a:bodyPr xmlns:a="http://schemas.openxmlformats.org/drawingml/2006/main" lIns="57150" tIns="57150" rIns="57150" bIns="57150" anchor="ctr"/>
          <a:lstStyle xmlns:a="http://schemas.openxmlformats.org/drawingml/2006/main">
            <a:defPPr algn="ctr">
              <a:defRPr sz="1800" b="0">
                <a:solidFill>
                  <a:srgbClr val="142B3D"/>
                </a:solidFill>
              </a:defRPr>
            </a:defPPr>
            <a:lvl1pPr algn="ctr">
              <a:defRPr sz="1800" b="0">
                <a:solidFill>
                  <a:srgbClr val="142B3D"/>
                </a:solidFill>
              </a:defRPr>
            </a:lvl1pPr>
            <a:lvl2pPr algn="ctr">
              <a:defRPr sz="1800" b="0">
                <a:solidFill>
                  <a:srgbClr val="142B3D"/>
                </a:solidFill>
              </a:defRPr>
            </a:lvl2pPr>
            <a:lvl3pPr algn="ctr">
              <a:defRPr sz="1800" b="0">
                <a:solidFill>
                  <a:srgbClr val="142B3D"/>
                </a:solidFill>
              </a:defRPr>
            </a:lvl3pPr>
            <a:lvl4pPr algn="ctr">
              <a:defRPr sz="1800" b="0">
                <a:solidFill>
                  <a:srgbClr val="142B3D"/>
                </a:solidFill>
              </a:defRPr>
            </a:lvl4pPr>
            <a:lvl5pPr algn="ctr">
              <a:defRPr sz="1800" b="0">
                <a:solidFill>
                  <a:srgbClr val="142B3D"/>
                </a:solidFill>
              </a:defRPr>
            </a:lvl5pPr>
            <a:lvl6pPr algn="ctr">
              <a:defRPr sz="1800" b="0">
                <a:solidFill>
                  <a:srgbClr val="142B3D"/>
                </a:solidFill>
              </a:defRPr>
            </a:lvl6pPr>
            <a:lvl7pPr algn="ctr">
              <a:defRPr sz="1800" b="0">
                <a:solidFill>
                  <a:srgbClr val="142B3D"/>
                </a:solidFill>
              </a:defRPr>
            </a:lvl7pPr>
            <a:lvl8pPr algn="ctr">
              <a:defRPr sz="1800" b="0">
                <a:solidFill>
                  <a:srgbClr val="142B3D"/>
                </a:solidFill>
              </a:defRPr>
            </a:lvl8pPr>
            <a:lvl9pPr algn="ctr">
              <a:defRPr sz="1800" b="0">
                <a:solidFill>
                  <a:srgbClr val="142B3D"/>
                </a:solidFill>
              </a:defRPr>
            </a:lvl9pPr>
          </a:lstStyle>
          <a:p xmlns:a="http://schemas.openxmlformats.org/drawingml/2006/main">
            <a:pPr algn="ctr">
              <a:defRPr sz="1800" b="0">
                <a:solidFill>
                  <a:srgbClr val="142B3D"/>
                </a:solidFill>
              </a:defRPr>
            </a:pPr>
            <a:r>
              <a:rPr sz="1800" b="0">
                <a:solidFill>
                  <a:srgbClr val="142B3D"/>
                </a:solidFill>
              </a:rPr>
              <a:t>Coolant</a:t>
            </a:r>
          </a:p>
        </p:txBody>
      </p:sp>
      <p:sp>
        <p:nvSpPr>
          <p:cNvPr id="19" name="">
            <a:extLst xmlns:a="http://schemas.openxmlformats.org/drawingml/2006/main">
              <a:ext uri="{FF2B5EF4-FFF2-40B4-BE49-F238E27FC236}">
                <a16:creationId xmlns:a16="http://schemas.microsoft.com/office/drawing/2014/main" id="{2F2584A7-C0CB-4E5B-B039-DADD126437DA}"/>
              </a:ext>
            </a:extLst>
          </p:cNvPr>
          <p:cNvSpPr>
            <a:spLocks xmlns:a="http://schemas.openxmlformats.org/drawingml/2006/main" noGrp="1"/>
          </p:cNvSpPr>
          <p:nvPr/>
        </p:nvSpPr>
        <p:spPr>
          <a:xfrm xmlns:a="http://schemas.openxmlformats.org/drawingml/2006/main">
            <a:off x="9429750" y="3333750"/>
            <a:ext cx="2190750" cy="571500"/>
          </a:xfrm>
          <a:prstGeom xmlns:a="http://schemas.openxmlformats.org/drawingml/2006/main" prst="rect">
            <a:avLst/>
          </a:prstGeom>
          <a:solidFill xmlns:a="http://schemas.openxmlformats.org/drawingml/2006/main">
            <a:srgbClr val="E4EBEF"/>
          </a:solidFill>
          <a:ln xmlns:a="http://schemas.openxmlformats.org/drawingml/2006/main" w="14288">
            <a:solidFill>
              <a:srgbClr val="087F95"/>
            </a:solidFill>
          </a:ln>
        </p:spPr>
        <p:txBody>
          <a:bodyPr xmlns:a="http://schemas.openxmlformats.org/drawingml/2006/main" lIns="57150" tIns="57150" rIns="57150" bIns="57150" anchor="ctr"/>
          <a:lstStyle xmlns:a="http://schemas.openxmlformats.org/drawingml/2006/main">
            <a:defPPr algn="ctr">
              <a:defRPr sz="1800" b="0">
                <a:solidFill>
                  <a:srgbClr val="142B3D"/>
                </a:solidFill>
              </a:defRPr>
            </a:defPPr>
            <a:lvl1pPr algn="ctr">
              <a:defRPr sz="1800" b="0">
                <a:solidFill>
                  <a:srgbClr val="142B3D"/>
                </a:solidFill>
              </a:defRPr>
            </a:lvl1pPr>
            <a:lvl2pPr algn="ctr">
              <a:defRPr sz="1800" b="0">
                <a:solidFill>
                  <a:srgbClr val="142B3D"/>
                </a:solidFill>
              </a:defRPr>
            </a:lvl2pPr>
            <a:lvl3pPr algn="ctr">
              <a:defRPr sz="1800" b="0">
                <a:solidFill>
                  <a:srgbClr val="142B3D"/>
                </a:solidFill>
              </a:defRPr>
            </a:lvl3pPr>
            <a:lvl4pPr algn="ctr">
              <a:defRPr sz="1800" b="0">
                <a:solidFill>
                  <a:srgbClr val="142B3D"/>
                </a:solidFill>
              </a:defRPr>
            </a:lvl4pPr>
            <a:lvl5pPr algn="ctr">
              <a:defRPr sz="1800" b="0">
                <a:solidFill>
                  <a:srgbClr val="142B3D"/>
                </a:solidFill>
              </a:defRPr>
            </a:lvl5pPr>
            <a:lvl6pPr algn="ctr">
              <a:defRPr sz="1800" b="0">
                <a:solidFill>
                  <a:srgbClr val="142B3D"/>
                </a:solidFill>
              </a:defRPr>
            </a:lvl6pPr>
            <a:lvl7pPr algn="ctr">
              <a:defRPr sz="1800" b="0">
                <a:solidFill>
                  <a:srgbClr val="142B3D"/>
                </a:solidFill>
              </a:defRPr>
            </a:lvl7pPr>
            <a:lvl8pPr algn="ctr">
              <a:defRPr sz="1800" b="0">
                <a:solidFill>
                  <a:srgbClr val="142B3D"/>
                </a:solidFill>
              </a:defRPr>
            </a:lvl8pPr>
            <a:lvl9pPr algn="ctr">
              <a:defRPr sz="1800" b="0">
                <a:solidFill>
                  <a:srgbClr val="142B3D"/>
                </a:solidFill>
              </a:defRPr>
            </a:lvl9pPr>
          </a:lstStyle>
          <a:p xmlns:a="http://schemas.openxmlformats.org/drawingml/2006/main">
            <a:pPr algn="ctr">
              <a:defRPr sz="1800" b="0">
                <a:solidFill>
                  <a:srgbClr val="142B3D"/>
                </a:solidFill>
              </a:defRPr>
            </a:pPr>
            <a:r>
              <a:rPr sz="1800" b="0">
                <a:solidFill>
                  <a:srgbClr val="142B3D"/>
                </a:solidFill>
              </a:rPr>
              <a:t>Radiator</a:t>
            </a:r>
          </a:p>
        </p:txBody>
      </p:sp>
      <p:sp>
        <p:nvSpPr>
          <p:cNvPr id="20" name="">
            <a:extLst xmlns:a="http://schemas.openxmlformats.org/drawingml/2006/main">
              <a:ext uri="{FF2B5EF4-FFF2-40B4-BE49-F238E27FC236}">
                <a16:creationId xmlns:a16="http://schemas.microsoft.com/office/drawing/2014/main" id="{645E0CED-D012-4F36-B8EC-7241925F7E0E}"/>
              </a:ext>
            </a:extLst>
          </p:cNvPr>
          <p:cNvSpPr>
            <a:spLocks xmlns:a="http://schemas.openxmlformats.org/drawingml/2006/main" noGrp="1"/>
          </p:cNvSpPr>
          <p:nvPr/>
        </p:nvSpPr>
        <p:spPr>
          <a:xfrm xmlns:a="http://schemas.openxmlformats.org/drawingml/2006/main">
            <a:off x="3333750" y="1714500"/>
            <a:ext cx="2190750" cy="571500"/>
          </a:xfrm>
          <a:prstGeom xmlns:a="http://schemas.openxmlformats.org/drawingml/2006/main" prst="rect">
            <a:avLst/>
          </a:prstGeom>
          <a:solidFill xmlns:a="http://schemas.openxmlformats.org/drawingml/2006/main">
            <a:srgbClr val="E4EBEF"/>
          </a:solidFill>
          <a:ln xmlns:a="http://schemas.openxmlformats.org/drawingml/2006/main" w="14288">
            <a:solidFill>
              <a:srgbClr val="087F95"/>
            </a:solidFill>
          </a:ln>
        </p:spPr>
        <p:txBody>
          <a:bodyPr xmlns:a="http://schemas.openxmlformats.org/drawingml/2006/main" lIns="57150" tIns="57150" rIns="57150" bIns="57150" anchor="ctr"/>
          <a:lstStyle xmlns:a="http://schemas.openxmlformats.org/drawingml/2006/main">
            <a:defPPr algn="ctr">
              <a:defRPr sz="1800" b="0">
                <a:solidFill>
                  <a:srgbClr val="142B3D"/>
                </a:solidFill>
              </a:defRPr>
            </a:defPPr>
            <a:lvl1pPr algn="ctr">
              <a:defRPr sz="1800" b="0">
                <a:solidFill>
                  <a:srgbClr val="142B3D"/>
                </a:solidFill>
              </a:defRPr>
            </a:lvl1pPr>
            <a:lvl2pPr algn="ctr">
              <a:defRPr sz="1800" b="0">
                <a:solidFill>
                  <a:srgbClr val="142B3D"/>
                </a:solidFill>
              </a:defRPr>
            </a:lvl2pPr>
            <a:lvl3pPr algn="ctr">
              <a:defRPr sz="1800" b="0">
                <a:solidFill>
                  <a:srgbClr val="142B3D"/>
                </a:solidFill>
              </a:defRPr>
            </a:lvl3pPr>
            <a:lvl4pPr algn="ctr">
              <a:defRPr sz="1800" b="0">
                <a:solidFill>
                  <a:srgbClr val="142B3D"/>
                </a:solidFill>
              </a:defRPr>
            </a:lvl4pPr>
            <a:lvl5pPr algn="ctr">
              <a:defRPr sz="1800" b="0">
                <a:solidFill>
                  <a:srgbClr val="142B3D"/>
                </a:solidFill>
              </a:defRPr>
            </a:lvl5pPr>
            <a:lvl6pPr algn="ctr">
              <a:defRPr sz="1800" b="0">
                <a:solidFill>
                  <a:srgbClr val="142B3D"/>
                </a:solidFill>
              </a:defRPr>
            </a:lvl6pPr>
            <a:lvl7pPr algn="ctr">
              <a:defRPr sz="1800" b="0">
                <a:solidFill>
                  <a:srgbClr val="142B3D"/>
                </a:solidFill>
              </a:defRPr>
            </a:lvl7pPr>
            <a:lvl8pPr algn="ctr">
              <a:defRPr sz="1800" b="0">
                <a:solidFill>
                  <a:srgbClr val="142B3D"/>
                </a:solidFill>
              </a:defRPr>
            </a:lvl8pPr>
            <a:lvl9pPr algn="ctr">
              <a:defRPr sz="1800" b="0">
                <a:solidFill>
                  <a:srgbClr val="142B3D"/>
                </a:solidFill>
              </a:defRPr>
            </a:lvl9pPr>
          </a:lstStyle>
          <a:p xmlns:a="http://schemas.openxmlformats.org/drawingml/2006/main">
            <a:pPr algn="ctr">
              <a:defRPr sz="1800" b="0">
                <a:solidFill>
                  <a:srgbClr val="142B3D"/>
                </a:solidFill>
              </a:defRPr>
            </a:pPr>
            <a:r>
              <a:rPr sz="1800" b="0">
                <a:solidFill>
                  <a:srgbClr val="142B3D"/>
                </a:solidFill>
              </a:rPr>
              <a:t>ECLSS</a:t>
            </a:r>
          </a:p>
        </p:txBody>
      </p:sp>
      <p:sp>
        <p:nvSpPr>
          <p:cNvPr id="21" name="">
            <a:extLst xmlns:a="http://schemas.openxmlformats.org/drawingml/2006/main">
              <a:ext uri="{FF2B5EF4-FFF2-40B4-BE49-F238E27FC236}">
                <a16:creationId xmlns:a16="http://schemas.microsoft.com/office/drawing/2014/main" id="{E73BB2A8-C446-40F6-A060-54C95F289EB2}"/>
              </a:ext>
            </a:extLst>
          </p:cNvPr>
          <p:cNvSpPr>
            <a:spLocks xmlns:a="http://schemas.openxmlformats.org/drawingml/2006/main" noGrp="1"/>
          </p:cNvSpPr>
          <p:nvPr/>
        </p:nvSpPr>
        <p:spPr>
          <a:xfrm xmlns:a="http://schemas.openxmlformats.org/drawingml/2006/main">
            <a:off x="6191250" y="1714500"/>
            <a:ext cx="2190750" cy="571500"/>
          </a:xfrm>
          <a:prstGeom xmlns:a="http://schemas.openxmlformats.org/drawingml/2006/main" prst="rect">
            <a:avLst/>
          </a:prstGeom>
          <a:solidFill xmlns:a="http://schemas.openxmlformats.org/drawingml/2006/main">
            <a:srgbClr val="E4EBEF"/>
          </a:solidFill>
          <a:ln xmlns:a="http://schemas.openxmlformats.org/drawingml/2006/main" w="14288">
            <a:solidFill>
              <a:srgbClr val="087F95"/>
            </a:solidFill>
          </a:ln>
        </p:spPr>
        <p:txBody>
          <a:bodyPr xmlns:a="http://schemas.openxmlformats.org/drawingml/2006/main" lIns="57150" tIns="57150" rIns="57150" bIns="57150" anchor="ctr"/>
          <a:lstStyle xmlns:a="http://schemas.openxmlformats.org/drawingml/2006/main">
            <a:defPPr algn="ctr">
              <a:defRPr sz="1800" b="0">
                <a:solidFill>
                  <a:srgbClr val="142B3D"/>
                </a:solidFill>
              </a:defRPr>
            </a:defPPr>
            <a:lvl1pPr algn="ctr">
              <a:defRPr sz="1800" b="0">
                <a:solidFill>
                  <a:srgbClr val="142B3D"/>
                </a:solidFill>
              </a:defRPr>
            </a:lvl1pPr>
            <a:lvl2pPr algn="ctr">
              <a:defRPr sz="1800" b="0">
                <a:solidFill>
                  <a:srgbClr val="142B3D"/>
                </a:solidFill>
              </a:defRPr>
            </a:lvl2pPr>
            <a:lvl3pPr algn="ctr">
              <a:defRPr sz="1800" b="0">
                <a:solidFill>
                  <a:srgbClr val="142B3D"/>
                </a:solidFill>
              </a:defRPr>
            </a:lvl3pPr>
            <a:lvl4pPr algn="ctr">
              <a:defRPr sz="1800" b="0">
                <a:solidFill>
                  <a:srgbClr val="142B3D"/>
                </a:solidFill>
              </a:defRPr>
            </a:lvl4pPr>
            <a:lvl5pPr algn="ctr">
              <a:defRPr sz="1800" b="0">
                <a:solidFill>
                  <a:srgbClr val="142B3D"/>
                </a:solidFill>
              </a:defRPr>
            </a:lvl5pPr>
            <a:lvl6pPr algn="ctr">
              <a:defRPr sz="1800" b="0">
                <a:solidFill>
                  <a:srgbClr val="142B3D"/>
                </a:solidFill>
              </a:defRPr>
            </a:lvl6pPr>
            <a:lvl7pPr algn="ctr">
              <a:defRPr sz="1800" b="0">
                <a:solidFill>
                  <a:srgbClr val="142B3D"/>
                </a:solidFill>
              </a:defRPr>
            </a:lvl7pPr>
            <a:lvl8pPr algn="ctr">
              <a:defRPr sz="1800" b="0">
                <a:solidFill>
                  <a:srgbClr val="142B3D"/>
                </a:solidFill>
              </a:defRPr>
            </a:lvl8pPr>
            <a:lvl9pPr algn="ctr">
              <a:defRPr sz="1800" b="0">
                <a:solidFill>
                  <a:srgbClr val="142B3D"/>
                </a:solidFill>
              </a:defRPr>
            </a:lvl9pPr>
          </a:lstStyle>
          <a:p xmlns:a="http://schemas.openxmlformats.org/drawingml/2006/main">
            <a:pPr algn="ctr">
              <a:defRPr sz="1800" b="0">
                <a:solidFill>
                  <a:srgbClr val="142B3D"/>
                </a:solidFill>
              </a:defRPr>
            </a:pPr>
            <a:r>
              <a:rPr sz="1800" b="0">
                <a:solidFill>
                  <a:srgbClr val="142B3D"/>
                </a:solidFill>
              </a:rPr>
              <a:t>Cabin</a:t>
            </a:r>
          </a:p>
        </p:txBody>
      </p:sp>
      <p:sp>
        <p:nvSpPr>
          <p:cNvPr id="22" name="">
            <a:extLst xmlns:a="http://schemas.openxmlformats.org/drawingml/2006/main">
              <a:ext uri="{FF2B5EF4-FFF2-40B4-BE49-F238E27FC236}">
                <a16:creationId xmlns:a16="http://schemas.microsoft.com/office/drawing/2014/main" id="{D5181CC6-05E1-4DEB-AE76-74B3BF933DCF}"/>
              </a:ext>
            </a:extLst>
          </p:cNvPr>
          <p:cNvSpPr>
            <a:spLocks xmlns:a="http://schemas.openxmlformats.org/drawingml/2006/main" noGrp="1"/>
          </p:cNvSpPr>
          <p:nvPr/>
        </p:nvSpPr>
        <p:spPr>
          <a:xfrm xmlns:a="http://schemas.openxmlformats.org/drawingml/2006/main">
            <a:off x="9429750" y="1714500"/>
            <a:ext cx="2190750" cy="571500"/>
          </a:xfrm>
          <a:prstGeom xmlns:a="http://schemas.openxmlformats.org/drawingml/2006/main" prst="rect">
            <a:avLst/>
          </a:prstGeom>
          <a:solidFill xmlns:a="http://schemas.openxmlformats.org/drawingml/2006/main">
            <a:srgbClr val="E4EBEF"/>
          </a:solidFill>
          <a:ln xmlns:a="http://schemas.openxmlformats.org/drawingml/2006/main" w="14288">
            <a:solidFill>
              <a:srgbClr val="087F95"/>
            </a:solidFill>
          </a:ln>
        </p:spPr>
        <p:txBody>
          <a:bodyPr xmlns:a="http://schemas.openxmlformats.org/drawingml/2006/main" lIns="57150" tIns="57150" rIns="57150" bIns="57150" anchor="ctr"/>
          <a:lstStyle xmlns:a="http://schemas.openxmlformats.org/drawingml/2006/main">
            <a:defPPr algn="ctr">
              <a:defRPr sz="1800" b="0">
                <a:solidFill>
                  <a:srgbClr val="142B3D"/>
                </a:solidFill>
              </a:defRPr>
            </a:defPPr>
            <a:lvl1pPr algn="ctr">
              <a:defRPr sz="1800" b="0">
                <a:solidFill>
                  <a:srgbClr val="142B3D"/>
                </a:solidFill>
              </a:defRPr>
            </a:lvl1pPr>
            <a:lvl2pPr algn="ctr">
              <a:defRPr sz="1800" b="0">
                <a:solidFill>
                  <a:srgbClr val="142B3D"/>
                </a:solidFill>
              </a:defRPr>
            </a:lvl2pPr>
            <a:lvl3pPr algn="ctr">
              <a:defRPr sz="1800" b="0">
                <a:solidFill>
                  <a:srgbClr val="142B3D"/>
                </a:solidFill>
              </a:defRPr>
            </a:lvl3pPr>
            <a:lvl4pPr algn="ctr">
              <a:defRPr sz="1800" b="0">
                <a:solidFill>
                  <a:srgbClr val="142B3D"/>
                </a:solidFill>
              </a:defRPr>
            </a:lvl4pPr>
            <a:lvl5pPr algn="ctr">
              <a:defRPr sz="1800" b="0">
                <a:solidFill>
                  <a:srgbClr val="142B3D"/>
                </a:solidFill>
              </a:defRPr>
            </a:lvl5pPr>
            <a:lvl6pPr algn="ctr">
              <a:defRPr sz="1800" b="0">
                <a:solidFill>
                  <a:srgbClr val="142B3D"/>
                </a:solidFill>
              </a:defRPr>
            </a:lvl6pPr>
            <a:lvl7pPr algn="ctr">
              <a:defRPr sz="1800" b="0">
                <a:solidFill>
                  <a:srgbClr val="142B3D"/>
                </a:solidFill>
              </a:defRPr>
            </a:lvl7pPr>
            <a:lvl8pPr algn="ctr">
              <a:defRPr sz="1800" b="0">
                <a:solidFill>
                  <a:srgbClr val="142B3D"/>
                </a:solidFill>
              </a:defRPr>
            </a:lvl8pPr>
            <a:lvl9pPr algn="ctr">
              <a:defRPr sz="1800" b="0">
                <a:solidFill>
                  <a:srgbClr val="142B3D"/>
                </a:solidFill>
              </a:defRPr>
            </a:lvl9pPr>
          </a:lstStyle>
          <a:p xmlns:a="http://schemas.openxmlformats.org/drawingml/2006/main">
            <a:pPr algn="ctr">
              <a:defRPr sz="1800" b="0">
                <a:solidFill>
                  <a:srgbClr val="142B3D"/>
                </a:solidFill>
              </a:defRPr>
            </a:pPr>
            <a:r>
              <a:rPr sz="1800" b="0">
                <a:solidFill>
                  <a:srgbClr val="142B3D"/>
                </a:solidFill>
              </a:rPr>
              <a:t>Wall / insulation</a:t>
            </a:r>
          </a:p>
        </p:txBody>
      </p:sp>
      <p:sp>
        <p:nvSpPr>
          <p:cNvPr id="23" name="">
            <a:extLst xmlns:a="http://schemas.openxmlformats.org/drawingml/2006/main">
              <a:ext uri="{FF2B5EF4-FFF2-40B4-BE49-F238E27FC236}">
                <a16:creationId xmlns:a16="http://schemas.microsoft.com/office/drawing/2014/main" id="{E4D88095-BF54-435E-9F88-A636CD9C2C41}"/>
              </a:ext>
            </a:extLst>
          </p:cNvPr>
          <p:cNvSpPr>
            <a:spLocks xmlns:a="http://schemas.openxmlformats.org/drawingml/2006/main" noGrp="1"/>
          </p:cNvSpPr>
          <p:nvPr/>
        </p:nvSpPr>
        <p:spPr>
          <a:xfrm xmlns:a="http://schemas.openxmlformats.org/drawingml/2006/main">
            <a:off x="6191250" y="4953000"/>
            <a:ext cx="2190750" cy="571500"/>
          </a:xfrm>
          <a:prstGeom xmlns:a="http://schemas.openxmlformats.org/drawingml/2006/main" prst="rect">
            <a:avLst/>
          </a:prstGeom>
          <a:solidFill xmlns:a="http://schemas.openxmlformats.org/drawingml/2006/main">
            <a:srgbClr val="E4EBEF"/>
          </a:solidFill>
          <a:ln xmlns:a="http://schemas.openxmlformats.org/drawingml/2006/main" w="14288">
            <a:solidFill>
              <a:srgbClr val="087F95"/>
            </a:solidFill>
          </a:ln>
        </p:spPr>
        <p:txBody>
          <a:bodyPr xmlns:a="http://schemas.openxmlformats.org/drawingml/2006/main" lIns="57150" tIns="57150" rIns="57150" bIns="57150" anchor="ctr"/>
          <a:lstStyle xmlns:a="http://schemas.openxmlformats.org/drawingml/2006/main">
            <a:defPPr algn="ctr">
              <a:defRPr sz="1800" b="0">
                <a:solidFill>
                  <a:srgbClr val="142B3D"/>
                </a:solidFill>
              </a:defRPr>
            </a:defPPr>
            <a:lvl1pPr algn="ctr">
              <a:defRPr sz="1800" b="0">
                <a:solidFill>
                  <a:srgbClr val="142B3D"/>
                </a:solidFill>
              </a:defRPr>
            </a:lvl1pPr>
            <a:lvl2pPr algn="ctr">
              <a:defRPr sz="1800" b="0">
                <a:solidFill>
                  <a:srgbClr val="142B3D"/>
                </a:solidFill>
              </a:defRPr>
            </a:lvl2pPr>
            <a:lvl3pPr algn="ctr">
              <a:defRPr sz="1800" b="0">
                <a:solidFill>
                  <a:srgbClr val="142B3D"/>
                </a:solidFill>
              </a:defRPr>
            </a:lvl3pPr>
            <a:lvl4pPr algn="ctr">
              <a:defRPr sz="1800" b="0">
                <a:solidFill>
                  <a:srgbClr val="142B3D"/>
                </a:solidFill>
              </a:defRPr>
            </a:lvl4pPr>
            <a:lvl5pPr algn="ctr">
              <a:defRPr sz="1800" b="0">
                <a:solidFill>
                  <a:srgbClr val="142B3D"/>
                </a:solidFill>
              </a:defRPr>
            </a:lvl5pPr>
            <a:lvl6pPr algn="ctr">
              <a:defRPr sz="1800" b="0">
                <a:solidFill>
                  <a:srgbClr val="142B3D"/>
                </a:solidFill>
              </a:defRPr>
            </a:lvl6pPr>
            <a:lvl7pPr algn="ctr">
              <a:defRPr sz="1800" b="0">
                <a:solidFill>
                  <a:srgbClr val="142B3D"/>
                </a:solidFill>
              </a:defRPr>
            </a:lvl7pPr>
            <a:lvl8pPr algn="ctr">
              <a:defRPr sz="1800" b="0">
                <a:solidFill>
                  <a:srgbClr val="142B3D"/>
                </a:solidFill>
              </a:defRPr>
            </a:lvl8pPr>
            <a:lvl9pPr algn="ctr">
              <a:defRPr sz="1800" b="0">
                <a:solidFill>
                  <a:srgbClr val="142B3D"/>
                </a:solidFill>
              </a:defRPr>
            </a:lvl9pPr>
          </a:lstStyle>
          <a:p xmlns:a="http://schemas.openxmlformats.org/drawingml/2006/main">
            <a:pPr algn="ctr">
              <a:defRPr sz="1800" b="0">
                <a:solidFill>
                  <a:srgbClr val="142B3D"/>
                </a:solidFill>
              </a:defRPr>
            </a:pPr>
            <a:r>
              <a:rPr sz="1800" b="0">
                <a:solidFill>
                  <a:srgbClr val="142B3D"/>
                </a:solidFill>
              </a:rPr>
              <a:t>Tank resources</a:t>
            </a:r>
          </a:p>
        </p:txBody>
      </p:sp>
      <p:sp>
        <p:nvSpPr>
          <p:cNvPr id="24" name="">
            <a:extLst xmlns:a="http://schemas.openxmlformats.org/drawingml/2006/main">
              <a:ext uri="{FF2B5EF4-FFF2-40B4-BE49-F238E27FC236}">
                <a16:creationId xmlns:a16="http://schemas.microsoft.com/office/drawing/2014/main" id="{F37A8DA4-70E9-4A90-9A43-90472AB19B76}"/>
              </a:ext>
            </a:extLst>
          </p:cNvPr>
          <p:cNvSpPr>
            <a:spLocks xmlns:a="http://schemas.openxmlformats.org/drawingml/2006/main" noGrp="1"/>
          </p:cNvSpPr>
          <p:nvPr/>
        </p:nvSpPr>
        <p:spPr>
          <a:xfrm xmlns:a="http://schemas.openxmlformats.org/drawingml/2006/main">
            <a:off x="9429750" y="4953000"/>
            <a:ext cx="2190750" cy="571500"/>
          </a:xfrm>
          <a:prstGeom xmlns:a="http://schemas.openxmlformats.org/drawingml/2006/main" prst="rect">
            <a:avLst/>
          </a:prstGeom>
          <a:solidFill xmlns:a="http://schemas.openxmlformats.org/drawingml/2006/main">
            <a:srgbClr val="E4EBEF"/>
          </a:solidFill>
          <a:ln xmlns:a="http://schemas.openxmlformats.org/drawingml/2006/main" w="14288">
            <a:solidFill>
              <a:srgbClr val="087F95"/>
            </a:solidFill>
          </a:ln>
        </p:spPr>
        <p:txBody>
          <a:bodyPr xmlns:a="http://schemas.openxmlformats.org/drawingml/2006/main" lIns="57150" tIns="57150" rIns="57150" bIns="57150" anchor="ctr"/>
          <a:lstStyle xmlns:a="http://schemas.openxmlformats.org/drawingml/2006/main">
            <a:defPPr algn="ctr">
              <a:defRPr sz="1800" b="0">
                <a:solidFill>
                  <a:srgbClr val="142B3D"/>
                </a:solidFill>
              </a:defRPr>
            </a:defPPr>
            <a:lvl1pPr algn="ctr">
              <a:defRPr sz="1800" b="0">
                <a:solidFill>
                  <a:srgbClr val="142B3D"/>
                </a:solidFill>
              </a:defRPr>
            </a:lvl1pPr>
            <a:lvl2pPr algn="ctr">
              <a:defRPr sz="1800" b="0">
                <a:solidFill>
                  <a:srgbClr val="142B3D"/>
                </a:solidFill>
              </a:defRPr>
            </a:lvl2pPr>
            <a:lvl3pPr algn="ctr">
              <a:defRPr sz="1800" b="0">
                <a:solidFill>
                  <a:srgbClr val="142B3D"/>
                </a:solidFill>
              </a:defRPr>
            </a:lvl3pPr>
            <a:lvl4pPr algn="ctr">
              <a:defRPr sz="1800" b="0">
                <a:solidFill>
                  <a:srgbClr val="142B3D"/>
                </a:solidFill>
              </a:defRPr>
            </a:lvl4pPr>
            <a:lvl5pPr algn="ctr">
              <a:defRPr sz="1800" b="0">
                <a:solidFill>
                  <a:srgbClr val="142B3D"/>
                </a:solidFill>
              </a:defRPr>
            </a:lvl5pPr>
            <a:lvl6pPr algn="ctr">
              <a:defRPr sz="1800" b="0">
                <a:solidFill>
                  <a:srgbClr val="142B3D"/>
                </a:solidFill>
              </a:defRPr>
            </a:lvl6pPr>
            <a:lvl7pPr algn="ctr">
              <a:defRPr sz="1800" b="0">
                <a:solidFill>
                  <a:srgbClr val="142B3D"/>
                </a:solidFill>
              </a:defRPr>
            </a:lvl7pPr>
            <a:lvl8pPr algn="ctr">
              <a:defRPr sz="1800" b="0">
                <a:solidFill>
                  <a:srgbClr val="142B3D"/>
                </a:solidFill>
              </a:defRPr>
            </a:lvl8pPr>
            <a:lvl9pPr algn="ctr">
              <a:defRPr sz="1800" b="0">
                <a:solidFill>
                  <a:srgbClr val="142B3D"/>
                </a:solidFill>
              </a:defRPr>
            </a:lvl9pPr>
          </a:lstStyle>
          <a:p xmlns:a="http://schemas.openxmlformats.org/drawingml/2006/main">
            <a:pPr algn="ctr">
              <a:defRPr sz="1800" b="0">
                <a:solidFill>
                  <a:srgbClr val="142B3D"/>
                </a:solidFill>
              </a:defRPr>
            </a:pPr>
            <a:r>
              <a:rPr sz="1800" b="0">
                <a:solidFill>
                  <a:srgbClr val="142B3D"/>
                </a:solidFill>
              </a:rPr>
              <a:t>Solar array</a:t>
            </a:r>
          </a:p>
        </p:txBody>
      </p:sp>
      <p:sp>
        <p:nvSpPr>
          <p:cNvPr id="30" name="Pump heat and controlled&#10;heat-rejection link">
            <a:extLst xmlns:a="http://schemas.openxmlformats.org/drawingml/2006/main">
              <a:ext uri="{FF2B5EF4-FFF2-40B4-BE49-F238E27FC236}">
                <a16:creationId xmlns:a16="http://schemas.microsoft.com/office/drawing/2014/main" id="{16EF8BB5-2C68-45E6-A9D7-B862BC599DCA}"/>
              </a:ext>
            </a:extLst>
          </p:cNvPr>
          <p:cNvSpPr>
            <a:spLocks xmlns:a="http://schemas.openxmlformats.org/drawingml/2006/main" noGrp="1"/>
          </p:cNvSpPr>
          <p:nvPr/>
        </p:nvSpPr>
        <p:spPr>
          <a:xfrm xmlns:a="http://schemas.openxmlformats.org/drawingml/2006/main">
            <a:off x="6191250" y="4067175"/>
            <a:ext cx="2762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575" b="0">
                <a:solidFill>
                  <a:srgbClr val="587081"/>
                </a:solidFill>
              </a:defRPr>
            </a:defPPr>
            <a:lvl1pPr>
              <a:defRPr sz="1575" b="0">
                <a:solidFill>
                  <a:srgbClr val="587081"/>
                </a:solidFill>
              </a:defRPr>
            </a:lvl1pPr>
            <a:lvl2pPr>
              <a:defRPr sz="1575" b="0">
                <a:solidFill>
                  <a:srgbClr val="587081"/>
                </a:solidFill>
              </a:defRPr>
            </a:lvl2pPr>
            <a:lvl3pPr>
              <a:defRPr sz="1575" b="0">
                <a:solidFill>
                  <a:srgbClr val="587081"/>
                </a:solidFill>
              </a:defRPr>
            </a:lvl3pPr>
            <a:lvl4pPr>
              <a:defRPr sz="1575" b="0">
                <a:solidFill>
                  <a:srgbClr val="587081"/>
                </a:solidFill>
              </a:defRPr>
            </a:lvl4pPr>
            <a:lvl5pPr>
              <a:defRPr sz="1575" b="0">
                <a:solidFill>
                  <a:srgbClr val="587081"/>
                </a:solidFill>
              </a:defRPr>
            </a:lvl5pPr>
            <a:lvl6pPr>
              <a:defRPr sz="1575" b="0">
                <a:solidFill>
                  <a:srgbClr val="587081"/>
                </a:solidFill>
              </a:defRPr>
            </a:lvl6pPr>
            <a:lvl7pPr>
              <a:defRPr sz="1575" b="0">
                <a:solidFill>
                  <a:srgbClr val="587081"/>
                </a:solidFill>
              </a:defRPr>
            </a:lvl7pPr>
            <a:lvl8pPr>
              <a:defRPr sz="1575" b="0">
                <a:solidFill>
                  <a:srgbClr val="587081"/>
                </a:solidFill>
              </a:defRPr>
            </a:lvl8pPr>
            <a:lvl9pPr>
              <a:defRPr sz="1575" b="0">
                <a:solidFill>
                  <a:srgbClr val="587081"/>
                </a:solidFill>
              </a:defRPr>
            </a:lvl9pPr>
          </a:lstStyle>
          <a:p xmlns:a="http://schemas.openxmlformats.org/drawingml/2006/main">
            <a:pPr>
              <a:defRPr sz="1575" b="0">
                <a:solidFill>
                  <a:srgbClr val="587081"/>
                </a:solidFill>
              </a:defRPr>
            </a:pPr>
            <a:r>
              <a:rPr sz="1575" b="0">
                <a:solidFill>
                  <a:srgbClr val="587081"/>
                </a:solidFill>
              </a:rPr>
              <a:t>Pump heat and controlled</a:t>
            </a:r>
          </a:p>
          <a:p xmlns:a="http://schemas.openxmlformats.org/drawingml/2006/main">
            <a:pPr>
              <a:defRPr sz="1575" b="0">
                <a:solidFill>
                  <a:srgbClr val="587081"/>
                </a:solidFill>
              </a:defRPr>
            </a:pPr>
            <a:r>
              <a:rPr sz="1575" b="0">
                <a:solidFill>
                  <a:srgbClr val="587081"/>
                </a:solidFill>
              </a:rPr>
              <a:t>heat-rejection link</a:t>
            </a:r>
          </a:p>
        </p:txBody>
      </p:sp>
      <p:sp>
        <p:nvSpPr>
          <p:cNvPr id="31" name="Emission to space&#10;Solar and Earth IR absorption">
            <a:extLst xmlns:a="http://schemas.openxmlformats.org/drawingml/2006/main">
              <a:ext uri="{FF2B5EF4-FFF2-40B4-BE49-F238E27FC236}">
                <a16:creationId xmlns:a16="http://schemas.microsoft.com/office/drawing/2014/main" id="{6B446946-180F-40E9-B673-4527BED1ABD6}"/>
              </a:ext>
            </a:extLst>
          </p:cNvPr>
          <p:cNvSpPr>
            <a:spLocks xmlns:a="http://schemas.openxmlformats.org/drawingml/2006/main" noGrp="1"/>
          </p:cNvSpPr>
          <p:nvPr/>
        </p:nvSpPr>
        <p:spPr>
          <a:xfrm xmlns:a="http://schemas.openxmlformats.org/drawingml/2006/main">
            <a:off x="9429750" y="4067175"/>
            <a:ext cx="23812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575" b="0">
                <a:solidFill>
                  <a:srgbClr val="AD7A22"/>
                </a:solidFill>
              </a:defRPr>
            </a:defPPr>
            <a:lvl1pPr>
              <a:defRPr sz="1575" b="0">
                <a:solidFill>
                  <a:srgbClr val="AD7A22"/>
                </a:solidFill>
              </a:defRPr>
            </a:lvl1pPr>
            <a:lvl2pPr>
              <a:defRPr sz="1575" b="0">
                <a:solidFill>
                  <a:srgbClr val="AD7A22"/>
                </a:solidFill>
              </a:defRPr>
            </a:lvl2pPr>
            <a:lvl3pPr>
              <a:defRPr sz="1575" b="0">
                <a:solidFill>
                  <a:srgbClr val="AD7A22"/>
                </a:solidFill>
              </a:defRPr>
            </a:lvl3pPr>
            <a:lvl4pPr>
              <a:defRPr sz="1575" b="0">
                <a:solidFill>
                  <a:srgbClr val="AD7A22"/>
                </a:solidFill>
              </a:defRPr>
            </a:lvl4pPr>
            <a:lvl5pPr>
              <a:defRPr sz="1575" b="0">
                <a:solidFill>
                  <a:srgbClr val="AD7A22"/>
                </a:solidFill>
              </a:defRPr>
            </a:lvl5pPr>
            <a:lvl6pPr>
              <a:defRPr sz="1575" b="0">
                <a:solidFill>
                  <a:srgbClr val="AD7A22"/>
                </a:solidFill>
              </a:defRPr>
            </a:lvl6pPr>
            <a:lvl7pPr>
              <a:defRPr sz="1575" b="0">
                <a:solidFill>
                  <a:srgbClr val="AD7A22"/>
                </a:solidFill>
              </a:defRPr>
            </a:lvl7pPr>
            <a:lvl8pPr>
              <a:defRPr sz="1575" b="0">
                <a:solidFill>
                  <a:srgbClr val="AD7A22"/>
                </a:solidFill>
              </a:defRPr>
            </a:lvl8pPr>
            <a:lvl9pPr>
              <a:defRPr sz="1575" b="0">
                <a:solidFill>
                  <a:srgbClr val="AD7A22"/>
                </a:solidFill>
              </a:defRPr>
            </a:lvl9pPr>
          </a:lstStyle>
          <a:p xmlns:a="http://schemas.openxmlformats.org/drawingml/2006/main">
            <a:pPr>
              <a:defRPr sz="1575" b="0">
                <a:solidFill>
                  <a:srgbClr val="AD7A22"/>
                </a:solidFill>
              </a:defRPr>
            </a:pPr>
            <a:r>
              <a:rPr sz="1575" b="0">
                <a:solidFill>
                  <a:srgbClr val="AD7A22"/>
                </a:solidFill>
              </a:rPr>
              <a:t>Emission to space</a:t>
            </a:r>
          </a:p>
          <a:p xmlns:a="http://schemas.openxmlformats.org/drawingml/2006/main">
            <a:pPr>
              <a:defRPr sz="1575" b="0">
                <a:solidFill>
                  <a:srgbClr val="AD7A22"/>
                </a:solidFill>
              </a:defRPr>
            </a:pPr>
            <a:r>
              <a:rPr sz="1575" b="0">
                <a:solidFill>
                  <a:srgbClr val="AD7A22"/>
                </a:solidFill>
              </a:rPr>
              <a:t>Solar and Earth IR absorption</a:t>
            </a:r>
          </a:p>
        </p:txBody>
      </p:sp>
      <p:sp>
        <p:nvSpPr>
          <p:cNvPr id="32" name="Resource protection">
            <a:extLst xmlns:a="http://schemas.openxmlformats.org/drawingml/2006/main">
              <a:ext uri="{FF2B5EF4-FFF2-40B4-BE49-F238E27FC236}">
                <a16:creationId xmlns:a16="http://schemas.microsoft.com/office/drawing/2014/main" id="{29819CBC-AD61-4FD4-9463-FD3BC15D4A7B}"/>
              </a:ext>
            </a:extLst>
          </p:cNvPr>
          <p:cNvSpPr>
            <a:spLocks xmlns:a="http://schemas.openxmlformats.org/drawingml/2006/main" noGrp="1"/>
          </p:cNvSpPr>
          <p:nvPr/>
        </p:nvSpPr>
        <p:spPr>
          <a:xfrm xmlns:a="http://schemas.openxmlformats.org/drawingml/2006/main">
            <a:off x="6191250" y="5591175"/>
            <a:ext cx="2667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575" b="0">
                <a:solidFill>
                  <a:srgbClr val="587081"/>
                </a:solidFill>
              </a:defRPr>
            </a:defPPr>
            <a:lvl1pPr>
              <a:defRPr sz="1575" b="0">
                <a:solidFill>
                  <a:srgbClr val="587081"/>
                </a:solidFill>
              </a:defRPr>
            </a:lvl1pPr>
            <a:lvl2pPr>
              <a:defRPr sz="1575" b="0">
                <a:solidFill>
                  <a:srgbClr val="587081"/>
                </a:solidFill>
              </a:defRPr>
            </a:lvl2pPr>
            <a:lvl3pPr>
              <a:defRPr sz="1575" b="0">
                <a:solidFill>
                  <a:srgbClr val="587081"/>
                </a:solidFill>
              </a:defRPr>
            </a:lvl3pPr>
            <a:lvl4pPr>
              <a:defRPr sz="1575" b="0">
                <a:solidFill>
                  <a:srgbClr val="587081"/>
                </a:solidFill>
              </a:defRPr>
            </a:lvl4pPr>
            <a:lvl5pPr>
              <a:defRPr sz="1575" b="0">
                <a:solidFill>
                  <a:srgbClr val="587081"/>
                </a:solidFill>
              </a:defRPr>
            </a:lvl5pPr>
            <a:lvl6pPr>
              <a:defRPr sz="1575" b="0">
                <a:solidFill>
                  <a:srgbClr val="587081"/>
                </a:solidFill>
              </a:defRPr>
            </a:lvl6pPr>
            <a:lvl7pPr>
              <a:defRPr sz="1575" b="0">
                <a:solidFill>
                  <a:srgbClr val="587081"/>
                </a:solidFill>
              </a:defRPr>
            </a:lvl7pPr>
            <a:lvl8pPr>
              <a:defRPr sz="1575" b="0">
                <a:solidFill>
                  <a:srgbClr val="587081"/>
                </a:solidFill>
              </a:defRPr>
            </a:lvl8pPr>
            <a:lvl9pPr>
              <a:defRPr sz="1575" b="0">
                <a:solidFill>
                  <a:srgbClr val="587081"/>
                </a:solidFill>
              </a:defRPr>
            </a:lvl9pPr>
          </a:lstStyle>
          <a:p xmlns:a="http://schemas.openxmlformats.org/drawingml/2006/main">
            <a:pPr>
              <a:defRPr sz="1575" b="0">
                <a:solidFill>
                  <a:srgbClr val="587081"/>
                </a:solidFill>
              </a:defRPr>
            </a:pPr>
            <a:r>
              <a:rPr sz="1575" b="0">
                <a:solidFill>
                  <a:srgbClr val="587081"/>
                </a:solidFill>
              </a:rPr>
              <a:t>Resource protection</a:t>
            </a:r>
          </a:p>
        </p:txBody>
      </p:sp>
      <p:sp>
        <p:nvSpPr>
          <p:cNvPr id="33" name="Solar and battery ledger">
            <a:extLst xmlns:a="http://schemas.openxmlformats.org/drawingml/2006/main">
              <a:ext uri="{FF2B5EF4-FFF2-40B4-BE49-F238E27FC236}">
                <a16:creationId xmlns:a16="http://schemas.microsoft.com/office/drawing/2014/main" id="{7E21DD8D-DE1A-4D7B-AD97-E86659763371}"/>
              </a:ext>
            </a:extLst>
          </p:cNvPr>
          <p:cNvSpPr>
            <a:spLocks xmlns:a="http://schemas.openxmlformats.org/drawingml/2006/main" noGrp="1"/>
          </p:cNvSpPr>
          <p:nvPr/>
        </p:nvSpPr>
        <p:spPr>
          <a:xfrm xmlns:a="http://schemas.openxmlformats.org/drawingml/2006/main">
            <a:off x="9429750" y="5591175"/>
            <a:ext cx="2476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575" b="0">
                <a:solidFill>
                  <a:srgbClr val="587081"/>
                </a:solidFill>
              </a:defRPr>
            </a:defPPr>
            <a:lvl1pPr>
              <a:defRPr sz="1575" b="0">
                <a:solidFill>
                  <a:srgbClr val="587081"/>
                </a:solidFill>
              </a:defRPr>
            </a:lvl1pPr>
            <a:lvl2pPr>
              <a:defRPr sz="1575" b="0">
                <a:solidFill>
                  <a:srgbClr val="587081"/>
                </a:solidFill>
              </a:defRPr>
            </a:lvl2pPr>
            <a:lvl3pPr>
              <a:defRPr sz="1575" b="0">
                <a:solidFill>
                  <a:srgbClr val="587081"/>
                </a:solidFill>
              </a:defRPr>
            </a:lvl3pPr>
            <a:lvl4pPr>
              <a:defRPr sz="1575" b="0">
                <a:solidFill>
                  <a:srgbClr val="587081"/>
                </a:solidFill>
              </a:defRPr>
            </a:lvl4pPr>
            <a:lvl5pPr>
              <a:defRPr sz="1575" b="0">
                <a:solidFill>
                  <a:srgbClr val="587081"/>
                </a:solidFill>
              </a:defRPr>
            </a:lvl5pPr>
            <a:lvl6pPr>
              <a:defRPr sz="1575" b="0">
                <a:solidFill>
                  <a:srgbClr val="587081"/>
                </a:solidFill>
              </a:defRPr>
            </a:lvl6pPr>
            <a:lvl7pPr>
              <a:defRPr sz="1575" b="0">
                <a:solidFill>
                  <a:srgbClr val="587081"/>
                </a:solidFill>
              </a:defRPr>
            </a:lvl7pPr>
            <a:lvl8pPr>
              <a:defRPr sz="1575" b="0">
                <a:solidFill>
                  <a:srgbClr val="587081"/>
                </a:solidFill>
              </a:defRPr>
            </a:lvl8pPr>
            <a:lvl9pPr>
              <a:defRPr sz="1575" b="0">
                <a:solidFill>
                  <a:srgbClr val="587081"/>
                </a:solidFill>
              </a:defRPr>
            </a:lvl9pPr>
          </a:lstStyle>
          <a:p xmlns:a="http://schemas.openxmlformats.org/drawingml/2006/main">
            <a:pPr>
              <a:defRPr sz="1575" b="0">
                <a:solidFill>
                  <a:srgbClr val="587081"/>
                </a:solidFill>
              </a:defRPr>
            </a:pPr>
            <a:r>
              <a:rPr sz="1575" b="0">
                <a:solidFill>
                  <a:srgbClr val="587081"/>
                </a:solidFill>
              </a:rPr>
              <a:t>Solar and battery ledger</a:t>
            </a:r>
          </a:p>
        </p:txBody>
      </p:sp>
      <p:sp>
        <p:nvSpPr>
          <p:cNvPr id="34" name="Selected heat paths shown. Native source includes every link, hea">
            <a:extLst xmlns:a="http://schemas.openxmlformats.org/drawingml/2006/main">
              <a:ext uri="{FF2B5EF4-FFF2-40B4-BE49-F238E27FC236}">
                <a16:creationId xmlns:a16="http://schemas.microsoft.com/office/drawing/2014/main" id="{698EC898-ABF9-4945-AF71-E9D94D4BE8E7}"/>
              </a:ext>
            </a:extLst>
          </p:cNvPr>
          <p:cNvSpPr>
            <a:spLocks xmlns:a="http://schemas.openxmlformats.org/drawingml/2006/main" noGrp="1"/>
          </p:cNvSpPr>
          <p:nvPr/>
        </p:nvSpPr>
        <p:spPr>
          <a:xfrm xmlns:a="http://schemas.openxmlformats.org/drawingml/2006/main">
            <a:off x="533400" y="6057900"/>
            <a:ext cx="1112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650" b="0">
                <a:solidFill>
                  <a:srgbClr val="587081"/>
                </a:solidFill>
              </a:defRPr>
            </a:defPPr>
            <a:lvl1pPr>
              <a:defRPr sz="1650" b="0">
                <a:solidFill>
                  <a:srgbClr val="587081"/>
                </a:solidFill>
              </a:defRPr>
            </a:lvl1pPr>
            <a:lvl2pPr>
              <a:defRPr sz="1650" b="0">
                <a:solidFill>
                  <a:srgbClr val="587081"/>
                </a:solidFill>
              </a:defRPr>
            </a:lvl2pPr>
            <a:lvl3pPr>
              <a:defRPr sz="1650" b="0">
                <a:solidFill>
                  <a:srgbClr val="587081"/>
                </a:solidFill>
              </a:defRPr>
            </a:lvl3pPr>
            <a:lvl4pPr>
              <a:defRPr sz="1650" b="0">
                <a:solidFill>
                  <a:srgbClr val="587081"/>
                </a:solidFill>
              </a:defRPr>
            </a:lvl4pPr>
            <a:lvl5pPr>
              <a:defRPr sz="1650" b="0">
                <a:solidFill>
                  <a:srgbClr val="587081"/>
                </a:solidFill>
              </a:defRPr>
            </a:lvl5pPr>
            <a:lvl6pPr>
              <a:defRPr sz="1650" b="0">
                <a:solidFill>
                  <a:srgbClr val="587081"/>
                </a:solidFill>
              </a:defRPr>
            </a:lvl6pPr>
            <a:lvl7pPr>
              <a:defRPr sz="1650" b="0">
                <a:solidFill>
                  <a:srgbClr val="587081"/>
                </a:solidFill>
              </a:defRPr>
            </a:lvl7pPr>
            <a:lvl8pPr>
              <a:defRPr sz="1650" b="0">
                <a:solidFill>
                  <a:srgbClr val="587081"/>
                </a:solidFill>
              </a:defRPr>
            </a:lvl8pPr>
            <a:lvl9pPr>
              <a:defRPr sz="1650" b="0">
                <a:solidFill>
                  <a:srgbClr val="587081"/>
                </a:solidFill>
              </a:defRPr>
            </a:lvl9pPr>
          </a:lstStyle>
          <a:p xmlns:a="http://schemas.openxmlformats.org/drawingml/2006/main">
            <a:pPr>
              <a:defRPr sz="1650" b="0">
                <a:solidFill>
                  <a:srgbClr val="587081"/>
                </a:solidFill>
              </a:defRPr>
            </a:pPr>
            <a:r>
              <a:rPr sz="1650" b="0">
                <a:solidFill>
                  <a:srgbClr val="587081"/>
                </a:solidFill>
              </a:rPr>
              <a:t>Selected heat paths shown. Native source includes every link, heaters and energy ledgers.</a:t>
            </a:r>
          </a:p>
        </p:txBody>
      </p:sp>
    </p:spTree>
    <p:extLst>
      <p:ext uri="{BB962C8B-B14F-4D97-AF65-F5344CB8AC3E}">
        <p14:creationId xmlns:p14="http://schemas.microsoft.com/office/powerpoint/2010/main" val="1336500259"/>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Radiator area reduces the hot-case temperatures">
            <a:extLst xmlns:a="http://schemas.openxmlformats.org/drawingml/2006/main">
              <a:ext uri="{FF2B5EF4-FFF2-40B4-BE49-F238E27FC236}">
                <a16:creationId xmlns:a16="http://schemas.microsoft.com/office/drawing/2014/main" id="{984596CF-B62B-4FE2-A0D9-7F6478079C5A}"/>
              </a:ext>
            </a:extLst>
          </p:cNvPr>
          <p:cNvSpPr>
            <a:spLocks xmlns:a="http://schemas.openxmlformats.org/drawingml/2006/main" noGrp="1"/>
          </p:cNvSpPr>
          <p:nvPr/>
        </p:nvSpPr>
        <p:spPr>
          <a:xfrm xmlns:a="http://schemas.openxmlformats.org/drawingml/2006/main">
            <a:off x="533400" y="361950"/>
            <a:ext cx="111252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3150" b="1">
                <a:solidFill>
                  <a:srgbClr val="142B3D"/>
                </a:solidFill>
              </a:defRPr>
            </a:defPPr>
            <a:lvl1pPr>
              <a:defRPr sz="3150" b="1">
                <a:solidFill>
                  <a:srgbClr val="142B3D"/>
                </a:solidFill>
              </a:defRPr>
            </a:lvl1pPr>
            <a:lvl2pPr>
              <a:defRPr sz="3150" b="1">
                <a:solidFill>
                  <a:srgbClr val="142B3D"/>
                </a:solidFill>
              </a:defRPr>
            </a:lvl2pPr>
            <a:lvl3pPr>
              <a:defRPr sz="3150" b="1">
                <a:solidFill>
                  <a:srgbClr val="142B3D"/>
                </a:solidFill>
              </a:defRPr>
            </a:lvl3pPr>
            <a:lvl4pPr>
              <a:defRPr sz="3150" b="1">
                <a:solidFill>
                  <a:srgbClr val="142B3D"/>
                </a:solidFill>
              </a:defRPr>
            </a:lvl4pPr>
            <a:lvl5pPr>
              <a:defRPr sz="3150" b="1">
                <a:solidFill>
                  <a:srgbClr val="142B3D"/>
                </a:solidFill>
              </a:defRPr>
            </a:lvl5pPr>
            <a:lvl6pPr>
              <a:defRPr sz="3150" b="1">
                <a:solidFill>
                  <a:srgbClr val="142B3D"/>
                </a:solidFill>
              </a:defRPr>
            </a:lvl6pPr>
            <a:lvl7pPr>
              <a:defRPr sz="3150" b="1">
                <a:solidFill>
                  <a:srgbClr val="142B3D"/>
                </a:solidFill>
              </a:defRPr>
            </a:lvl7pPr>
            <a:lvl8pPr>
              <a:defRPr sz="3150" b="1">
                <a:solidFill>
                  <a:srgbClr val="142B3D"/>
                </a:solidFill>
              </a:defRPr>
            </a:lvl8pPr>
            <a:lvl9pPr>
              <a:defRPr sz="3150" b="1">
                <a:solidFill>
                  <a:srgbClr val="142B3D"/>
                </a:solidFill>
              </a:defRPr>
            </a:lvl9pPr>
          </a:lstStyle>
          <a:p xmlns:a="http://schemas.openxmlformats.org/drawingml/2006/main">
            <a:pPr>
              <a:defRPr sz="3150" b="1">
                <a:solidFill>
                  <a:srgbClr val="142B3D"/>
                </a:solidFill>
              </a:defRPr>
            </a:pPr>
            <a:r>
              <a:rPr sz="3150" b="1">
                <a:solidFill>
                  <a:srgbClr val="142B3D"/>
                </a:solidFill>
              </a:rPr>
              <a:t>Radiator area reduces the hot-case temperatures</a:t>
            </a:r>
          </a:p>
        </p:txBody>
      </p:sp>
      <p:sp>
        <p:nvSpPr>
          <p:cNvPr id="2" name="Khani Solutions">
            <a:extLst xmlns:a="http://schemas.openxmlformats.org/drawingml/2006/main">
              <a:ext uri="{FF2B5EF4-FFF2-40B4-BE49-F238E27FC236}">
                <a16:creationId xmlns:a16="http://schemas.microsoft.com/office/drawing/2014/main" id="{E4D76A72-62EF-442F-8F3F-D9F70F8575EC}"/>
              </a:ext>
            </a:extLst>
          </p:cNvPr>
          <p:cNvSpPr>
            <a:spLocks xmlns:a="http://schemas.openxmlformats.org/drawingml/2006/main" noGrp="1"/>
          </p:cNvSpPr>
          <p:nvPr/>
        </p:nvSpPr>
        <p:spPr>
          <a:xfrm xmlns:a="http://schemas.openxmlformats.org/drawingml/2006/main">
            <a:off x="533400" y="6448425"/>
            <a:ext cx="2190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350" b="0">
                <a:solidFill>
                  <a:srgbClr val="587081"/>
                </a:solidFill>
              </a:defRPr>
            </a:defPPr>
            <a:lvl1pPr>
              <a:defRPr sz="1350" b="0">
                <a:solidFill>
                  <a:srgbClr val="587081"/>
                </a:solidFill>
              </a:defRPr>
            </a:lvl1pPr>
            <a:lvl2pPr>
              <a:defRPr sz="1350" b="0">
                <a:solidFill>
                  <a:srgbClr val="587081"/>
                </a:solidFill>
              </a:defRPr>
            </a:lvl2pPr>
            <a:lvl3pPr>
              <a:defRPr sz="1350" b="0">
                <a:solidFill>
                  <a:srgbClr val="587081"/>
                </a:solidFill>
              </a:defRPr>
            </a:lvl3pPr>
            <a:lvl4pPr>
              <a:defRPr sz="1350" b="0">
                <a:solidFill>
                  <a:srgbClr val="587081"/>
                </a:solidFill>
              </a:defRPr>
            </a:lvl4pPr>
            <a:lvl5pPr>
              <a:defRPr sz="1350" b="0">
                <a:solidFill>
                  <a:srgbClr val="587081"/>
                </a:solidFill>
              </a:defRPr>
            </a:lvl5pPr>
            <a:lvl6pPr>
              <a:defRPr sz="1350" b="0">
                <a:solidFill>
                  <a:srgbClr val="587081"/>
                </a:solidFill>
              </a:defRPr>
            </a:lvl6pPr>
            <a:lvl7pPr>
              <a:defRPr sz="1350" b="0">
                <a:solidFill>
                  <a:srgbClr val="587081"/>
                </a:solidFill>
              </a:defRPr>
            </a:lvl7pPr>
            <a:lvl8pPr>
              <a:defRPr sz="1350" b="0">
                <a:solidFill>
                  <a:srgbClr val="587081"/>
                </a:solidFill>
              </a:defRPr>
            </a:lvl8pPr>
            <a:lvl9pPr>
              <a:defRPr sz="1350" b="0">
                <a:solidFill>
                  <a:srgbClr val="587081"/>
                </a:solidFill>
              </a:defRPr>
            </a:lvl9pPr>
          </a:lstStyle>
          <a:p xmlns:a="http://schemas.openxmlformats.org/drawingml/2006/main">
            <a:pPr>
              <a:defRPr sz="1350" b="0">
                <a:solidFill>
                  <a:srgbClr val="587081"/>
                </a:solidFill>
              </a:defRPr>
            </a:pPr>
            <a:r>
              <a:rPr sz="1350" b="0">
                <a:solidFill>
                  <a:srgbClr val="587081"/>
                </a:solidFill>
              </a:rPr>
              <a:t>Khani Solutions</a:t>
            </a:r>
          </a:p>
        </p:txBody>
      </p:sp>
      <p:sp>
        <p:nvSpPr>
          <p:cNvPr id="3" name="07 / 18">
            <a:extLst xmlns:a="http://schemas.openxmlformats.org/drawingml/2006/main">
              <a:ext uri="{FF2B5EF4-FFF2-40B4-BE49-F238E27FC236}">
                <a16:creationId xmlns:a16="http://schemas.microsoft.com/office/drawing/2014/main" id="{53F83D21-826C-4BB0-A5A7-C1F7D5E470BF}"/>
              </a:ext>
            </a:extLst>
          </p:cNvPr>
          <p:cNvSpPr>
            <a:spLocks xmlns:a="http://schemas.openxmlformats.org/drawingml/2006/main" noGrp="1"/>
          </p:cNvSpPr>
          <p:nvPr/>
        </p:nvSpPr>
        <p:spPr>
          <a:xfrm xmlns:a="http://schemas.openxmlformats.org/drawingml/2006/main">
            <a:off x="10896600" y="6448425"/>
            <a:ext cx="857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350" b="0">
                <a:solidFill>
                  <a:srgbClr val="587081"/>
                </a:solidFill>
              </a:defRPr>
            </a:defPPr>
            <a:lvl1pPr>
              <a:defRPr sz="1350" b="0">
                <a:solidFill>
                  <a:srgbClr val="587081"/>
                </a:solidFill>
              </a:defRPr>
            </a:lvl1pPr>
            <a:lvl2pPr>
              <a:defRPr sz="1350" b="0">
                <a:solidFill>
                  <a:srgbClr val="587081"/>
                </a:solidFill>
              </a:defRPr>
            </a:lvl2pPr>
            <a:lvl3pPr>
              <a:defRPr sz="1350" b="0">
                <a:solidFill>
                  <a:srgbClr val="587081"/>
                </a:solidFill>
              </a:defRPr>
            </a:lvl3pPr>
            <a:lvl4pPr>
              <a:defRPr sz="1350" b="0">
                <a:solidFill>
                  <a:srgbClr val="587081"/>
                </a:solidFill>
              </a:defRPr>
            </a:lvl4pPr>
            <a:lvl5pPr>
              <a:defRPr sz="1350" b="0">
                <a:solidFill>
                  <a:srgbClr val="587081"/>
                </a:solidFill>
              </a:defRPr>
            </a:lvl5pPr>
            <a:lvl6pPr>
              <a:defRPr sz="1350" b="0">
                <a:solidFill>
                  <a:srgbClr val="587081"/>
                </a:solidFill>
              </a:defRPr>
            </a:lvl6pPr>
            <a:lvl7pPr>
              <a:defRPr sz="1350" b="0">
                <a:solidFill>
                  <a:srgbClr val="587081"/>
                </a:solidFill>
              </a:defRPr>
            </a:lvl7pPr>
            <a:lvl8pPr>
              <a:defRPr sz="1350" b="0">
                <a:solidFill>
                  <a:srgbClr val="587081"/>
                </a:solidFill>
              </a:defRPr>
            </a:lvl8pPr>
            <a:lvl9pPr>
              <a:defRPr sz="1350" b="0">
                <a:solidFill>
                  <a:srgbClr val="587081"/>
                </a:solidFill>
              </a:defRPr>
            </a:lvl9pPr>
          </a:lstStyle>
          <a:p xmlns:a="http://schemas.openxmlformats.org/drawingml/2006/main">
            <a:pPr>
              <a:defRPr sz="1350" b="0">
                <a:solidFill>
                  <a:srgbClr val="587081"/>
                </a:solidFill>
              </a:defRPr>
            </a:pPr>
            <a:r>
              <a:rPr sz="1350" b="0">
                <a:solidFill>
                  <a:srgbClr val="587081"/>
                </a:solidFill>
              </a:rPr>
              <a:t>07 / 18</a:t>
            </a:r>
          </a:p>
        </p:txBody>
      </p:sp>
      <p:sp>
        <p:nvSpPr>
          <p:cNvPr id="4" name="Detailed evidence on the website">
            <a:extLst xmlns:a="http://schemas.openxmlformats.org/drawingml/2006/main">
              <a:ext uri="{FF2B5EF4-FFF2-40B4-BE49-F238E27FC236}">
                <a16:creationId xmlns:a16="http://schemas.microsoft.com/office/drawing/2014/main" id="{EE691A3F-0006-43BC-B500-F9A50AF48EA4}"/>
              </a:ext>
            </a:extLst>
          </p:cNvPr>
          <p:cNvSpPr>
            <a:spLocks xmlns:a="http://schemas.openxmlformats.org/drawingml/2006/main" noGrp="1"/>
          </p:cNvSpPr>
          <p:nvPr/>
        </p:nvSpPr>
        <p:spPr>
          <a:xfrm xmlns:a="http://schemas.openxmlformats.org/drawingml/2006/main">
            <a:off x="7000875" y="6448425"/>
            <a:ext cx="34766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350" b="0">
                <a:solidFill>
                  <a:srgbClr val="087F95"/>
                </a:solidFill>
              </a:defRPr>
            </a:defPPr>
            <a:lvl1pPr>
              <a:defRPr sz="1350" b="0">
                <a:solidFill>
                  <a:srgbClr val="087F95"/>
                </a:solidFill>
              </a:defRPr>
            </a:lvl1pPr>
            <a:lvl2pPr>
              <a:defRPr sz="1350" b="0">
                <a:solidFill>
                  <a:srgbClr val="087F95"/>
                </a:solidFill>
              </a:defRPr>
            </a:lvl2pPr>
            <a:lvl3pPr>
              <a:defRPr sz="1350" b="0">
                <a:solidFill>
                  <a:srgbClr val="087F95"/>
                </a:solidFill>
              </a:defRPr>
            </a:lvl3pPr>
            <a:lvl4pPr>
              <a:defRPr sz="1350" b="0">
                <a:solidFill>
                  <a:srgbClr val="087F95"/>
                </a:solidFill>
              </a:defRPr>
            </a:lvl4pPr>
            <a:lvl5pPr>
              <a:defRPr sz="1350" b="0">
                <a:solidFill>
                  <a:srgbClr val="087F95"/>
                </a:solidFill>
              </a:defRPr>
            </a:lvl5pPr>
            <a:lvl6pPr>
              <a:defRPr sz="1350" b="0">
                <a:solidFill>
                  <a:srgbClr val="087F95"/>
                </a:solidFill>
              </a:defRPr>
            </a:lvl6pPr>
            <a:lvl7pPr>
              <a:defRPr sz="1350" b="0">
                <a:solidFill>
                  <a:srgbClr val="087F95"/>
                </a:solidFill>
              </a:defRPr>
            </a:lvl7pPr>
            <a:lvl8pPr>
              <a:defRPr sz="1350" b="0">
                <a:solidFill>
                  <a:srgbClr val="087F95"/>
                </a:solidFill>
              </a:defRPr>
            </a:lvl8pPr>
            <a:lvl9pPr>
              <a:defRPr sz="1350" b="0">
                <a:solidFill>
                  <a:srgbClr val="087F95"/>
                </a:solidFill>
              </a:defRPr>
            </a:lvl9pPr>
          </a:lstStyle>
          <a:p xmlns:a="http://schemas.openxmlformats.org/drawingml/2006/main">
            <a:pPr>
              <a:defRPr sz="1350" b="0">
                <a:solidFill>
                  <a:srgbClr val="087F95"/>
                </a:solidFill>
              </a:defRPr>
            </a:pPr>
            <a:r>
              <a:rPr sz="1350" b="0">
                <a:solidFill>
                  <a:srgbClr val="087F95"/>
                </a:solidFill>
                <a:hlinkClick xmlns:r="http://schemas.openxmlformats.org/officeDocument/2006/relationships" r:id="Rf94433cb7f2149e7"/>
              </a:rPr>
              <a:t>Detailed evidence on the website</a:t>
            </a:r>
          </a:p>
        </p:txBody>
      </p:sp>
      <p:graphicFrame>
        <p:nvGraphicFramePr>
          <p:cNvPr id="5" name="Chart">
            <a:extLst xmlns:a="http://schemas.openxmlformats.org/drawingml/2006/main">
              <a:ext uri="{FF2B5EF4-FFF2-40B4-BE49-F238E27FC236}">
                <a16:creationId xmlns:a16="http://schemas.microsoft.com/office/drawing/2014/main" id="{6456C698-82AE-4B9B-AC26-24CA07E27759}"/>
              </a:ext>
            </a:extLst>
          </p:cNvPr>
          <p:cNvGraphicFramePr/>
          <p:nvPr/>
        </p:nvGraphicFramePr>
        <p:xfrm>
          <a:off xmlns:a="http://schemas.openxmlformats.org/drawingml/2006/main" x="400050" y="1657350"/>
          <a:ext xmlns:a="http://schemas.openxmlformats.org/drawingml/2006/main" cx="8143875" cy="4048125"/>
        </p:xfrm>
        <a:graphic xmlns:a="http://schemas.openxmlformats.org/drawingml/2006/main">
          <a:graphicData uri="http://schemas.openxmlformats.org/drawingml/2006/chart">
            <c:chart xmlns:r="http://schemas.openxmlformats.org/officeDocument/2006/relationships" xmlns:c="http://schemas.openxmlformats.org/drawingml/2006/chart" r:id="R7b6aa49a15ee4887"/>
          </a:graphicData>
        </a:graphic>
      </p:graphicFrame>
      <p:sp>
        <p:nvSpPr>
          <p:cNvPr id="6" name="69.8 / 45.7 °C">
            <a:extLst xmlns:a="http://schemas.openxmlformats.org/drawingml/2006/main">
              <a:ext uri="{FF2B5EF4-FFF2-40B4-BE49-F238E27FC236}">
                <a16:creationId xmlns:a16="http://schemas.microsoft.com/office/drawing/2014/main" id="{AFD9A024-D79E-441A-8EBD-A17332EAB043}"/>
              </a:ext>
            </a:extLst>
          </p:cNvPr>
          <p:cNvSpPr>
            <a:spLocks xmlns:a="http://schemas.openxmlformats.org/drawingml/2006/main" noGrp="1"/>
          </p:cNvSpPr>
          <p:nvPr/>
        </p:nvSpPr>
        <p:spPr>
          <a:xfrm xmlns:a="http://schemas.openxmlformats.org/drawingml/2006/main">
            <a:off x="8982075" y="1743075"/>
            <a:ext cx="2714625"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700" b="1">
                <a:solidFill>
                  <a:srgbClr val="087F95"/>
                </a:solidFill>
              </a:defRPr>
            </a:defPPr>
            <a:lvl1pPr>
              <a:defRPr sz="2700" b="1">
                <a:solidFill>
                  <a:srgbClr val="087F95"/>
                </a:solidFill>
              </a:defRPr>
            </a:lvl1pPr>
            <a:lvl2pPr>
              <a:defRPr sz="2700" b="1">
                <a:solidFill>
                  <a:srgbClr val="087F95"/>
                </a:solidFill>
              </a:defRPr>
            </a:lvl2pPr>
            <a:lvl3pPr>
              <a:defRPr sz="2700" b="1">
                <a:solidFill>
                  <a:srgbClr val="087F95"/>
                </a:solidFill>
              </a:defRPr>
            </a:lvl3pPr>
            <a:lvl4pPr>
              <a:defRPr sz="2700" b="1">
                <a:solidFill>
                  <a:srgbClr val="087F95"/>
                </a:solidFill>
              </a:defRPr>
            </a:lvl4pPr>
            <a:lvl5pPr>
              <a:defRPr sz="2700" b="1">
                <a:solidFill>
                  <a:srgbClr val="087F95"/>
                </a:solidFill>
              </a:defRPr>
            </a:lvl5pPr>
            <a:lvl6pPr>
              <a:defRPr sz="2700" b="1">
                <a:solidFill>
                  <a:srgbClr val="087F95"/>
                </a:solidFill>
              </a:defRPr>
            </a:lvl6pPr>
            <a:lvl7pPr>
              <a:defRPr sz="2700" b="1">
                <a:solidFill>
                  <a:srgbClr val="087F95"/>
                </a:solidFill>
              </a:defRPr>
            </a:lvl7pPr>
            <a:lvl8pPr>
              <a:defRPr sz="2700" b="1">
                <a:solidFill>
                  <a:srgbClr val="087F95"/>
                </a:solidFill>
              </a:defRPr>
            </a:lvl8pPr>
            <a:lvl9pPr>
              <a:defRPr sz="2700" b="1">
                <a:solidFill>
                  <a:srgbClr val="087F95"/>
                </a:solidFill>
              </a:defRPr>
            </a:lvl9pPr>
          </a:lstStyle>
          <a:p xmlns:a="http://schemas.openxmlformats.org/drawingml/2006/main">
            <a:pPr>
              <a:defRPr sz="2700" b="1">
                <a:solidFill>
                  <a:srgbClr val="087F95"/>
                </a:solidFill>
              </a:defRPr>
            </a:pPr>
            <a:r>
              <a:rPr sz="2700" b="1">
                <a:solidFill>
                  <a:srgbClr val="087F95"/>
                </a:solidFill>
              </a:rPr>
              <a:t>69.8 / 45.7 °C</a:t>
            </a:r>
          </a:p>
        </p:txBody>
      </p:sp>
      <p:sp>
        <p:nvSpPr>
          <p:cNvPr id="7" name="Avionics peak, 6 m² / 10 m²">
            <a:extLst xmlns:a="http://schemas.openxmlformats.org/drawingml/2006/main">
              <a:ext uri="{FF2B5EF4-FFF2-40B4-BE49-F238E27FC236}">
                <a16:creationId xmlns:a16="http://schemas.microsoft.com/office/drawing/2014/main" id="{EA397D36-57DD-445B-9E42-E3C1FA60D4BA}"/>
              </a:ext>
            </a:extLst>
          </p:cNvPr>
          <p:cNvSpPr>
            <a:spLocks xmlns:a="http://schemas.openxmlformats.org/drawingml/2006/main" noGrp="1"/>
          </p:cNvSpPr>
          <p:nvPr/>
        </p:nvSpPr>
        <p:spPr>
          <a:xfrm xmlns:a="http://schemas.openxmlformats.org/drawingml/2006/main">
            <a:off x="8982075" y="2333625"/>
            <a:ext cx="2714625"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650" b="0">
                <a:solidFill>
                  <a:srgbClr val="587081"/>
                </a:solidFill>
              </a:defRPr>
            </a:defPPr>
            <a:lvl1pPr>
              <a:defRPr sz="1650" b="0">
                <a:solidFill>
                  <a:srgbClr val="587081"/>
                </a:solidFill>
              </a:defRPr>
            </a:lvl1pPr>
            <a:lvl2pPr>
              <a:defRPr sz="1650" b="0">
                <a:solidFill>
                  <a:srgbClr val="587081"/>
                </a:solidFill>
              </a:defRPr>
            </a:lvl2pPr>
            <a:lvl3pPr>
              <a:defRPr sz="1650" b="0">
                <a:solidFill>
                  <a:srgbClr val="587081"/>
                </a:solidFill>
              </a:defRPr>
            </a:lvl3pPr>
            <a:lvl4pPr>
              <a:defRPr sz="1650" b="0">
                <a:solidFill>
                  <a:srgbClr val="587081"/>
                </a:solidFill>
              </a:defRPr>
            </a:lvl4pPr>
            <a:lvl5pPr>
              <a:defRPr sz="1650" b="0">
                <a:solidFill>
                  <a:srgbClr val="587081"/>
                </a:solidFill>
              </a:defRPr>
            </a:lvl5pPr>
            <a:lvl6pPr>
              <a:defRPr sz="1650" b="0">
                <a:solidFill>
                  <a:srgbClr val="587081"/>
                </a:solidFill>
              </a:defRPr>
            </a:lvl6pPr>
            <a:lvl7pPr>
              <a:defRPr sz="1650" b="0">
                <a:solidFill>
                  <a:srgbClr val="587081"/>
                </a:solidFill>
              </a:defRPr>
            </a:lvl7pPr>
            <a:lvl8pPr>
              <a:defRPr sz="1650" b="0">
                <a:solidFill>
                  <a:srgbClr val="587081"/>
                </a:solidFill>
              </a:defRPr>
            </a:lvl8pPr>
            <a:lvl9pPr>
              <a:defRPr sz="1650" b="0">
                <a:solidFill>
                  <a:srgbClr val="587081"/>
                </a:solidFill>
              </a:defRPr>
            </a:lvl9pPr>
          </a:lstStyle>
          <a:p xmlns:a="http://schemas.openxmlformats.org/drawingml/2006/main">
            <a:pPr>
              <a:defRPr sz="1650" b="0">
                <a:solidFill>
                  <a:srgbClr val="587081"/>
                </a:solidFill>
              </a:defRPr>
            </a:pPr>
            <a:r>
              <a:rPr sz="1650" b="0">
                <a:solidFill>
                  <a:srgbClr val="587081"/>
                </a:solidFill>
              </a:rPr>
              <a:t>Avionics peak, 6 m² / 10 m²</a:t>
            </a:r>
          </a:p>
        </p:txBody>
      </p:sp>
      <p:sp>
        <p:nvSpPr>
          <p:cNvPr id="8" name="72.6 / 48.6 °C">
            <a:extLst xmlns:a="http://schemas.openxmlformats.org/drawingml/2006/main">
              <a:ext uri="{FF2B5EF4-FFF2-40B4-BE49-F238E27FC236}">
                <a16:creationId xmlns:a16="http://schemas.microsoft.com/office/drawing/2014/main" id="{E527813C-F689-4ADC-A52B-470BE8115645}"/>
              </a:ext>
            </a:extLst>
          </p:cNvPr>
          <p:cNvSpPr>
            <a:spLocks xmlns:a="http://schemas.openxmlformats.org/drawingml/2006/main" noGrp="1"/>
          </p:cNvSpPr>
          <p:nvPr/>
        </p:nvSpPr>
        <p:spPr>
          <a:xfrm xmlns:a="http://schemas.openxmlformats.org/drawingml/2006/main">
            <a:off x="8982075" y="3352800"/>
            <a:ext cx="2714625"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700" b="1">
                <a:solidFill>
                  <a:srgbClr val="087F95"/>
                </a:solidFill>
              </a:defRPr>
            </a:defPPr>
            <a:lvl1pPr>
              <a:defRPr sz="2700" b="1">
                <a:solidFill>
                  <a:srgbClr val="087F95"/>
                </a:solidFill>
              </a:defRPr>
            </a:lvl1pPr>
            <a:lvl2pPr>
              <a:defRPr sz="2700" b="1">
                <a:solidFill>
                  <a:srgbClr val="087F95"/>
                </a:solidFill>
              </a:defRPr>
            </a:lvl2pPr>
            <a:lvl3pPr>
              <a:defRPr sz="2700" b="1">
                <a:solidFill>
                  <a:srgbClr val="087F95"/>
                </a:solidFill>
              </a:defRPr>
            </a:lvl3pPr>
            <a:lvl4pPr>
              <a:defRPr sz="2700" b="1">
                <a:solidFill>
                  <a:srgbClr val="087F95"/>
                </a:solidFill>
              </a:defRPr>
            </a:lvl4pPr>
            <a:lvl5pPr>
              <a:defRPr sz="2700" b="1">
                <a:solidFill>
                  <a:srgbClr val="087F95"/>
                </a:solidFill>
              </a:defRPr>
            </a:lvl5pPr>
            <a:lvl6pPr>
              <a:defRPr sz="2700" b="1">
                <a:solidFill>
                  <a:srgbClr val="087F95"/>
                </a:solidFill>
              </a:defRPr>
            </a:lvl6pPr>
            <a:lvl7pPr>
              <a:defRPr sz="2700" b="1">
                <a:solidFill>
                  <a:srgbClr val="087F95"/>
                </a:solidFill>
              </a:defRPr>
            </a:lvl7pPr>
            <a:lvl8pPr>
              <a:defRPr sz="2700" b="1">
                <a:solidFill>
                  <a:srgbClr val="087F95"/>
                </a:solidFill>
              </a:defRPr>
            </a:lvl8pPr>
            <a:lvl9pPr>
              <a:defRPr sz="2700" b="1">
                <a:solidFill>
                  <a:srgbClr val="087F95"/>
                </a:solidFill>
              </a:defRPr>
            </a:lvl9pPr>
          </a:lstStyle>
          <a:p xmlns:a="http://schemas.openxmlformats.org/drawingml/2006/main">
            <a:pPr>
              <a:defRPr sz="2700" b="1">
                <a:solidFill>
                  <a:srgbClr val="087F95"/>
                </a:solidFill>
              </a:defRPr>
            </a:pPr>
            <a:r>
              <a:rPr sz="2700" b="1">
                <a:solidFill>
                  <a:srgbClr val="087F95"/>
                </a:solidFill>
              </a:rPr>
              <a:t>72.6 / 48.6 °C</a:t>
            </a:r>
          </a:p>
        </p:txBody>
      </p:sp>
      <p:sp>
        <p:nvSpPr>
          <p:cNvPr id="9" name="Payload peak, 6 m² / 10 m²">
            <a:extLst xmlns:a="http://schemas.openxmlformats.org/drawingml/2006/main">
              <a:ext uri="{FF2B5EF4-FFF2-40B4-BE49-F238E27FC236}">
                <a16:creationId xmlns:a16="http://schemas.microsoft.com/office/drawing/2014/main" id="{6852560B-62A6-40C0-9CBB-270CF83F6136}"/>
              </a:ext>
            </a:extLst>
          </p:cNvPr>
          <p:cNvSpPr>
            <a:spLocks xmlns:a="http://schemas.openxmlformats.org/drawingml/2006/main" noGrp="1"/>
          </p:cNvSpPr>
          <p:nvPr/>
        </p:nvSpPr>
        <p:spPr>
          <a:xfrm xmlns:a="http://schemas.openxmlformats.org/drawingml/2006/main">
            <a:off x="8982075" y="3943350"/>
            <a:ext cx="2714625"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650" b="0">
                <a:solidFill>
                  <a:srgbClr val="587081"/>
                </a:solidFill>
              </a:defRPr>
            </a:defPPr>
            <a:lvl1pPr>
              <a:defRPr sz="1650" b="0">
                <a:solidFill>
                  <a:srgbClr val="587081"/>
                </a:solidFill>
              </a:defRPr>
            </a:lvl1pPr>
            <a:lvl2pPr>
              <a:defRPr sz="1650" b="0">
                <a:solidFill>
                  <a:srgbClr val="587081"/>
                </a:solidFill>
              </a:defRPr>
            </a:lvl2pPr>
            <a:lvl3pPr>
              <a:defRPr sz="1650" b="0">
                <a:solidFill>
                  <a:srgbClr val="587081"/>
                </a:solidFill>
              </a:defRPr>
            </a:lvl3pPr>
            <a:lvl4pPr>
              <a:defRPr sz="1650" b="0">
                <a:solidFill>
                  <a:srgbClr val="587081"/>
                </a:solidFill>
              </a:defRPr>
            </a:lvl4pPr>
            <a:lvl5pPr>
              <a:defRPr sz="1650" b="0">
                <a:solidFill>
                  <a:srgbClr val="587081"/>
                </a:solidFill>
              </a:defRPr>
            </a:lvl5pPr>
            <a:lvl6pPr>
              <a:defRPr sz="1650" b="0">
                <a:solidFill>
                  <a:srgbClr val="587081"/>
                </a:solidFill>
              </a:defRPr>
            </a:lvl6pPr>
            <a:lvl7pPr>
              <a:defRPr sz="1650" b="0">
                <a:solidFill>
                  <a:srgbClr val="587081"/>
                </a:solidFill>
              </a:defRPr>
            </a:lvl7pPr>
            <a:lvl8pPr>
              <a:defRPr sz="1650" b="0">
                <a:solidFill>
                  <a:srgbClr val="587081"/>
                </a:solidFill>
              </a:defRPr>
            </a:lvl8pPr>
            <a:lvl9pPr>
              <a:defRPr sz="1650" b="0">
                <a:solidFill>
                  <a:srgbClr val="587081"/>
                </a:solidFill>
              </a:defRPr>
            </a:lvl9pPr>
          </a:lstStyle>
          <a:p xmlns:a="http://schemas.openxmlformats.org/drawingml/2006/main">
            <a:pPr>
              <a:defRPr sz="1650" b="0">
                <a:solidFill>
                  <a:srgbClr val="587081"/>
                </a:solidFill>
              </a:defRPr>
            </a:pPr>
            <a:r>
              <a:rPr sz="1650" b="0">
                <a:solidFill>
                  <a:srgbClr val="587081"/>
                </a:solidFill>
              </a:rPr>
              <a:t>Payload peak, 6 m² / 10 m²</a:t>
            </a:r>
          </a:p>
        </p:txBody>
      </p:sp>
      <p:sp>
        <p:nvSpPr>
          <p:cNvPr id="10" name="10 m² still exceeds&#10;3 assigned temperature limits">
            <a:extLst xmlns:a="http://schemas.openxmlformats.org/drawingml/2006/main">
              <a:ext uri="{FF2B5EF4-FFF2-40B4-BE49-F238E27FC236}">
                <a16:creationId xmlns:a16="http://schemas.microsoft.com/office/drawing/2014/main" id="{5E601B36-1FB5-4E73-8B3A-21A9AE5EF414}"/>
              </a:ext>
            </a:extLst>
          </p:cNvPr>
          <p:cNvSpPr>
            <a:spLocks xmlns:a="http://schemas.openxmlformats.org/drawingml/2006/main" noGrp="1"/>
          </p:cNvSpPr>
          <p:nvPr/>
        </p:nvSpPr>
        <p:spPr>
          <a:xfrm xmlns:a="http://schemas.openxmlformats.org/drawingml/2006/main">
            <a:off x="8982075" y="5000625"/>
            <a:ext cx="271462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875" b="1">
                <a:solidFill>
                  <a:srgbClr val="B34C4C"/>
                </a:solidFill>
              </a:defRPr>
            </a:defPPr>
            <a:lvl1pPr>
              <a:defRPr sz="1875" b="1">
                <a:solidFill>
                  <a:srgbClr val="B34C4C"/>
                </a:solidFill>
              </a:defRPr>
            </a:lvl1pPr>
            <a:lvl2pPr>
              <a:defRPr sz="1875" b="1">
                <a:solidFill>
                  <a:srgbClr val="B34C4C"/>
                </a:solidFill>
              </a:defRPr>
            </a:lvl2pPr>
            <a:lvl3pPr>
              <a:defRPr sz="1875" b="1">
                <a:solidFill>
                  <a:srgbClr val="B34C4C"/>
                </a:solidFill>
              </a:defRPr>
            </a:lvl3pPr>
            <a:lvl4pPr>
              <a:defRPr sz="1875" b="1">
                <a:solidFill>
                  <a:srgbClr val="B34C4C"/>
                </a:solidFill>
              </a:defRPr>
            </a:lvl4pPr>
            <a:lvl5pPr>
              <a:defRPr sz="1875" b="1">
                <a:solidFill>
                  <a:srgbClr val="B34C4C"/>
                </a:solidFill>
              </a:defRPr>
            </a:lvl5pPr>
            <a:lvl6pPr>
              <a:defRPr sz="1875" b="1">
                <a:solidFill>
                  <a:srgbClr val="B34C4C"/>
                </a:solidFill>
              </a:defRPr>
            </a:lvl6pPr>
            <a:lvl7pPr>
              <a:defRPr sz="1875" b="1">
                <a:solidFill>
                  <a:srgbClr val="B34C4C"/>
                </a:solidFill>
              </a:defRPr>
            </a:lvl7pPr>
            <a:lvl8pPr>
              <a:defRPr sz="1875" b="1">
                <a:solidFill>
                  <a:srgbClr val="B34C4C"/>
                </a:solidFill>
              </a:defRPr>
            </a:lvl8pPr>
            <a:lvl9pPr>
              <a:defRPr sz="1875" b="1">
                <a:solidFill>
                  <a:srgbClr val="B34C4C"/>
                </a:solidFill>
              </a:defRPr>
            </a:lvl9pPr>
          </a:lstStyle>
          <a:p xmlns:a="http://schemas.openxmlformats.org/drawingml/2006/main">
            <a:pPr>
              <a:defRPr sz="1875" b="1">
                <a:solidFill>
                  <a:srgbClr val="B34C4C"/>
                </a:solidFill>
              </a:defRPr>
            </a:pPr>
            <a:r>
              <a:rPr sz="1875" b="1">
                <a:solidFill>
                  <a:srgbClr val="B34C4C"/>
                </a:solidFill>
              </a:rPr>
              <a:t>10 m² still exceeds</a:t>
            </a:r>
          </a:p>
          <a:p xmlns:a="http://schemas.openxmlformats.org/drawingml/2006/main">
            <a:pPr>
              <a:defRPr sz="1875" b="1">
                <a:solidFill>
                  <a:srgbClr val="B34C4C"/>
                </a:solidFill>
              </a:defRPr>
            </a:pPr>
            <a:r>
              <a:rPr sz="1875" b="1">
                <a:solidFill>
                  <a:srgbClr val="B34C4C"/>
                </a:solidFill>
              </a:rPr>
              <a:t>3 assigned temperature limits</a:t>
            </a:r>
          </a:p>
        </p:txBody>
      </p:sp>
      <p:sp>
        <p:nvSpPr>
          <p:cNvPr id="11" name="Same full-load orbit and interfaces. Only radiator area changes.">
            <a:extLst xmlns:a="http://schemas.openxmlformats.org/drawingml/2006/main">
              <a:ext uri="{FF2B5EF4-FFF2-40B4-BE49-F238E27FC236}">
                <a16:creationId xmlns:a16="http://schemas.microsoft.com/office/drawing/2014/main" id="{E8608E7E-F6BA-461C-AFB8-A0589DA8FE2C}"/>
              </a:ext>
            </a:extLst>
          </p:cNvPr>
          <p:cNvSpPr>
            <a:spLocks xmlns:a="http://schemas.openxmlformats.org/drawingml/2006/main" noGrp="1"/>
          </p:cNvSpPr>
          <p:nvPr/>
        </p:nvSpPr>
        <p:spPr>
          <a:xfrm xmlns:a="http://schemas.openxmlformats.org/drawingml/2006/main">
            <a:off x="533400" y="5943600"/>
            <a:ext cx="11125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875" b="0">
                <a:solidFill>
                  <a:srgbClr val="587081"/>
                </a:solidFill>
              </a:defRPr>
            </a:defPPr>
            <a:lvl1pPr>
              <a:defRPr sz="1875" b="0">
                <a:solidFill>
                  <a:srgbClr val="587081"/>
                </a:solidFill>
              </a:defRPr>
            </a:lvl1pPr>
            <a:lvl2pPr>
              <a:defRPr sz="1875" b="0">
                <a:solidFill>
                  <a:srgbClr val="587081"/>
                </a:solidFill>
              </a:defRPr>
            </a:lvl2pPr>
            <a:lvl3pPr>
              <a:defRPr sz="1875" b="0">
                <a:solidFill>
                  <a:srgbClr val="587081"/>
                </a:solidFill>
              </a:defRPr>
            </a:lvl3pPr>
            <a:lvl4pPr>
              <a:defRPr sz="1875" b="0">
                <a:solidFill>
                  <a:srgbClr val="587081"/>
                </a:solidFill>
              </a:defRPr>
            </a:lvl4pPr>
            <a:lvl5pPr>
              <a:defRPr sz="1875" b="0">
                <a:solidFill>
                  <a:srgbClr val="587081"/>
                </a:solidFill>
              </a:defRPr>
            </a:lvl5pPr>
            <a:lvl6pPr>
              <a:defRPr sz="1875" b="0">
                <a:solidFill>
                  <a:srgbClr val="587081"/>
                </a:solidFill>
              </a:defRPr>
            </a:lvl6pPr>
            <a:lvl7pPr>
              <a:defRPr sz="1875" b="0">
                <a:solidFill>
                  <a:srgbClr val="587081"/>
                </a:solidFill>
              </a:defRPr>
            </a:lvl7pPr>
            <a:lvl8pPr>
              <a:defRPr sz="1875" b="0">
                <a:solidFill>
                  <a:srgbClr val="587081"/>
                </a:solidFill>
              </a:defRPr>
            </a:lvl8pPr>
            <a:lvl9pPr>
              <a:defRPr sz="1875" b="0">
                <a:solidFill>
                  <a:srgbClr val="587081"/>
                </a:solidFill>
              </a:defRPr>
            </a:lvl9pPr>
          </a:lstStyle>
          <a:p xmlns:a="http://schemas.openxmlformats.org/drawingml/2006/main">
            <a:pPr>
              <a:defRPr sz="1875" b="0">
                <a:solidFill>
                  <a:srgbClr val="587081"/>
                </a:solidFill>
              </a:defRPr>
            </a:pPr>
            <a:r>
              <a:rPr sz="1875" b="0">
                <a:solidFill>
                  <a:srgbClr val="587081"/>
                </a:solidFill>
              </a:rPr>
              <a:t>Same full-load orbit and interfaces. Only radiator area changes.</a:t>
            </a:r>
          </a:p>
        </p:txBody>
      </p:sp>
    </p:spTree>
    <p:extLst>
      <p:ext uri="{BB962C8B-B14F-4D97-AF65-F5344CB8AC3E}">
        <p14:creationId xmlns:p14="http://schemas.microsoft.com/office/powerpoint/2010/main" val="506754064"/>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Bypass control reduces low-load overcooling">
            <a:extLst xmlns:a="http://schemas.openxmlformats.org/drawingml/2006/main">
              <a:ext uri="{FF2B5EF4-FFF2-40B4-BE49-F238E27FC236}">
                <a16:creationId xmlns:a16="http://schemas.microsoft.com/office/drawing/2014/main" id="{3C934FB9-170D-4BE0-8619-3017817BDE5C}"/>
              </a:ext>
            </a:extLst>
          </p:cNvPr>
          <p:cNvSpPr>
            <a:spLocks xmlns:a="http://schemas.openxmlformats.org/drawingml/2006/main" noGrp="1"/>
          </p:cNvSpPr>
          <p:nvPr/>
        </p:nvSpPr>
        <p:spPr>
          <a:xfrm xmlns:a="http://schemas.openxmlformats.org/drawingml/2006/main">
            <a:off x="533400" y="361950"/>
            <a:ext cx="111252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3150" b="1">
                <a:solidFill>
                  <a:srgbClr val="142B3D"/>
                </a:solidFill>
              </a:defRPr>
            </a:defPPr>
            <a:lvl1pPr>
              <a:defRPr sz="3150" b="1">
                <a:solidFill>
                  <a:srgbClr val="142B3D"/>
                </a:solidFill>
              </a:defRPr>
            </a:lvl1pPr>
            <a:lvl2pPr>
              <a:defRPr sz="3150" b="1">
                <a:solidFill>
                  <a:srgbClr val="142B3D"/>
                </a:solidFill>
              </a:defRPr>
            </a:lvl2pPr>
            <a:lvl3pPr>
              <a:defRPr sz="3150" b="1">
                <a:solidFill>
                  <a:srgbClr val="142B3D"/>
                </a:solidFill>
              </a:defRPr>
            </a:lvl3pPr>
            <a:lvl4pPr>
              <a:defRPr sz="3150" b="1">
                <a:solidFill>
                  <a:srgbClr val="142B3D"/>
                </a:solidFill>
              </a:defRPr>
            </a:lvl4pPr>
            <a:lvl5pPr>
              <a:defRPr sz="3150" b="1">
                <a:solidFill>
                  <a:srgbClr val="142B3D"/>
                </a:solidFill>
              </a:defRPr>
            </a:lvl5pPr>
            <a:lvl6pPr>
              <a:defRPr sz="3150" b="1">
                <a:solidFill>
                  <a:srgbClr val="142B3D"/>
                </a:solidFill>
              </a:defRPr>
            </a:lvl6pPr>
            <a:lvl7pPr>
              <a:defRPr sz="3150" b="1">
                <a:solidFill>
                  <a:srgbClr val="142B3D"/>
                </a:solidFill>
              </a:defRPr>
            </a:lvl7pPr>
            <a:lvl8pPr>
              <a:defRPr sz="3150" b="1">
                <a:solidFill>
                  <a:srgbClr val="142B3D"/>
                </a:solidFill>
              </a:defRPr>
            </a:lvl8pPr>
            <a:lvl9pPr>
              <a:defRPr sz="3150" b="1">
                <a:solidFill>
                  <a:srgbClr val="142B3D"/>
                </a:solidFill>
              </a:defRPr>
            </a:lvl9pPr>
          </a:lstStyle>
          <a:p xmlns:a="http://schemas.openxmlformats.org/drawingml/2006/main">
            <a:pPr>
              <a:defRPr sz="3150" b="1">
                <a:solidFill>
                  <a:srgbClr val="142B3D"/>
                </a:solidFill>
              </a:defRPr>
            </a:pPr>
            <a:r>
              <a:rPr sz="3150" b="1">
                <a:solidFill>
                  <a:srgbClr val="142B3D"/>
                </a:solidFill>
              </a:rPr>
              <a:t>Bypass control reduces low-load overcooling</a:t>
            </a:r>
          </a:p>
        </p:txBody>
      </p:sp>
      <p:sp>
        <p:nvSpPr>
          <p:cNvPr id="2" name="Khani Solutions">
            <a:extLst xmlns:a="http://schemas.openxmlformats.org/drawingml/2006/main">
              <a:ext uri="{FF2B5EF4-FFF2-40B4-BE49-F238E27FC236}">
                <a16:creationId xmlns:a16="http://schemas.microsoft.com/office/drawing/2014/main" id="{80B826DD-F3EF-4C40-AF81-0EF21C1572BC}"/>
              </a:ext>
            </a:extLst>
          </p:cNvPr>
          <p:cNvSpPr>
            <a:spLocks xmlns:a="http://schemas.openxmlformats.org/drawingml/2006/main" noGrp="1"/>
          </p:cNvSpPr>
          <p:nvPr/>
        </p:nvSpPr>
        <p:spPr>
          <a:xfrm xmlns:a="http://schemas.openxmlformats.org/drawingml/2006/main">
            <a:off x="533400" y="6448425"/>
            <a:ext cx="2190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350" b="0">
                <a:solidFill>
                  <a:srgbClr val="587081"/>
                </a:solidFill>
              </a:defRPr>
            </a:defPPr>
            <a:lvl1pPr>
              <a:defRPr sz="1350" b="0">
                <a:solidFill>
                  <a:srgbClr val="587081"/>
                </a:solidFill>
              </a:defRPr>
            </a:lvl1pPr>
            <a:lvl2pPr>
              <a:defRPr sz="1350" b="0">
                <a:solidFill>
                  <a:srgbClr val="587081"/>
                </a:solidFill>
              </a:defRPr>
            </a:lvl2pPr>
            <a:lvl3pPr>
              <a:defRPr sz="1350" b="0">
                <a:solidFill>
                  <a:srgbClr val="587081"/>
                </a:solidFill>
              </a:defRPr>
            </a:lvl3pPr>
            <a:lvl4pPr>
              <a:defRPr sz="1350" b="0">
                <a:solidFill>
                  <a:srgbClr val="587081"/>
                </a:solidFill>
              </a:defRPr>
            </a:lvl4pPr>
            <a:lvl5pPr>
              <a:defRPr sz="1350" b="0">
                <a:solidFill>
                  <a:srgbClr val="587081"/>
                </a:solidFill>
              </a:defRPr>
            </a:lvl5pPr>
            <a:lvl6pPr>
              <a:defRPr sz="1350" b="0">
                <a:solidFill>
                  <a:srgbClr val="587081"/>
                </a:solidFill>
              </a:defRPr>
            </a:lvl6pPr>
            <a:lvl7pPr>
              <a:defRPr sz="1350" b="0">
                <a:solidFill>
                  <a:srgbClr val="587081"/>
                </a:solidFill>
              </a:defRPr>
            </a:lvl7pPr>
            <a:lvl8pPr>
              <a:defRPr sz="1350" b="0">
                <a:solidFill>
                  <a:srgbClr val="587081"/>
                </a:solidFill>
              </a:defRPr>
            </a:lvl8pPr>
            <a:lvl9pPr>
              <a:defRPr sz="1350" b="0">
                <a:solidFill>
                  <a:srgbClr val="587081"/>
                </a:solidFill>
              </a:defRPr>
            </a:lvl9pPr>
          </a:lstStyle>
          <a:p xmlns:a="http://schemas.openxmlformats.org/drawingml/2006/main">
            <a:pPr>
              <a:defRPr sz="1350" b="0">
                <a:solidFill>
                  <a:srgbClr val="587081"/>
                </a:solidFill>
              </a:defRPr>
            </a:pPr>
            <a:r>
              <a:rPr sz="1350" b="0">
                <a:solidFill>
                  <a:srgbClr val="587081"/>
                </a:solidFill>
              </a:rPr>
              <a:t>Khani Solutions</a:t>
            </a:r>
          </a:p>
        </p:txBody>
      </p:sp>
      <p:sp>
        <p:nvSpPr>
          <p:cNvPr id="3" name="08 / 18">
            <a:extLst xmlns:a="http://schemas.openxmlformats.org/drawingml/2006/main">
              <a:ext uri="{FF2B5EF4-FFF2-40B4-BE49-F238E27FC236}">
                <a16:creationId xmlns:a16="http://schemas.microsoft.com/office/drawing/2014/main" id="{2FA356DC-B325-48A5-AD60-BBE8BB18164E}"/>
              </a:ext>
            </a:extLst>
          </p:cNvPr>
          <p:cNvSpPr>
            <a:spLocks xmlns:a="http://schemas.openxmlformats.org/drawingml/2006/main" noGrp="1"/>
          </p:cNvSpPr>
          <p:nvPr/>
        </p:nvSpPr>
        <p:spPr>
          <a:xfrm xmlns:a="http://schemas.openxmlformats.org/drawingml/2006/main">
            <a:off x="10896600" y="6448425"/>
            <a:ext cx="857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350" b="0">
                <a:solidFill>
                  <a:srgbClr val="587081"/>
                </a:solidFill>
              </a:defRPr>
            </a:defPPr>
            <a:lvl1pPr>
              <a:defRPr sz="1350" b="0">
                <a:solidFill>
                  <a:srgbClr val="587081"/>
                </a:solidFill>
              </a:defRPr>
            </a:lvl1pPr>
            <a:lvl2pPr>
              <a:defRPr sz="1350" b="0">
                <a:solidFill>
                  <a:srgbClr val="587081"/>
                </a:solidFill>
              </a:defRPr>
            </a:lvl2pPr>
            <a:lvl3pPr>
              <a:defRPr sz="1350" b="0">
                <a:solidFill>
                  <a:srgbClr val="587081"/>
                </a:solidFill>
              </a:defRPr>
            </a:lvl3pPr>
            <a:lvl4pPr>
              <a:defRPr sz="1350" b="0">
                <a:solidFill>
                  <a:srgbClr val="587081"/>
                </a:solidFill>
              </a:defRPr>
            </a:lvl4pPr>
            <a:lvl5pPr>
              <a:defRPr sz="1350" b="0">
                <a:solidFill>
                  <a:srgbClr val="587081"/>
                </a:solidFill>
              </a:defRPr>
            </a:lvl5pPr>
            <a:lvl6pPr>
              <a:defRPr sz="1350" b="0">
                <a:solidFill>
                  <a:srgbClr val="587081"/>
                </a:solidFill>
              </a:defRPr>
            </a:lvl6pPr>
            <a:lvl7pPr>
              <a:defRPr sz="1350" b="0">
                <a:solidFill>
                  <a:srgbClr val="587081"/>
                </a:solidFill>
              </a:defRPr>
            </a:lvl7pPr>
            <a:lvl8pPr>
              <a:defRPr sz="1350" b="0">
                <a:solidFill>
                  <a:srgbClr val="587081"/>
                </a:solidFill>
              </a:defRPr>
            </a:lvl8pPr>
            <a:lvl9pPr>
              <a:defRPr sz="1350" b="0">
                <a:solidFill>
                  <a:srgbClr val="587081"/>
                </a:solidFill>
              </a:defRPr>
            </a:lvl9pPr>
          </a:lstStyle>
          <a:p xmlns:a="http://schemas.openxmlformats.org/drawingml/2006/main">
            <a:pPr>
              <a:defRPr sz="1350" b="0">
                <a:solidFill>
                  <a:srgbClr val="587081"/>
                </a:solidFill>
              </a:defRPr>
            </a:pPr>
            <a:r>
              <a:rPr sz="1350" b="0">
                <a:solidFill>
                  <a:srgbClr val="587081"/>
                </a:solidFill>
              </a:rPr>
              <a:t>08 / 18</a:t>
            </a:r>
          </a:p>
        </p:txBody>
      </p:sp>
      <p:sp>
        <p:nvSpPr>
          <p:cNvPr id="4" name="Detailed evidence on the website">
            <a:extLst xmlns:a="http://schemas.openxmlformats.org/drawingml/2006/main">
              <a:ext uri="{FF2B5EF4-FFF2-40B4-BE49-F238E27FC236}">
                <a16:creationId xmlns:a16="http://schemas.microsoft.com/office/drawing/2014/main" id="{BE303056-8BD4-4B12-8C43-BE35ED54907C}"/>
              </a:ext>
            </a:extLst>
          </p:cNvPr>
          <p:cNvSpPr>
            <a:spLocks xmlns:a="http://schemas.openxmlformats.org/drawingml/2006/main" noGrp="1"/>
          </p:cNvSpPr>
          <p:nvPr/>
        </p:nvSpPr>
        <p:spPr>
          <a:xfrm xmlns:a="http://schemas.openxmlformats.org/drawingml/2006/main">
            <a:off x="7000875" y="6448425"/>
            <a:ext cx="34766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350" b="0">
                <a:solidFill>
                  <a:srgbClr val="087F95"/>
                </a:solidFill>
              </a:defRPr>
            </a:defPPr>
            <a:lvl1pPr>
              <a:defRPr sz="1350" b="0">
                <a:solidFill>
                  <a:srgbClr val="087F95"/>
                </a:solidFill>
              </a:defRPr>
            </a:lvl1pPr>
            <a:lvl2pPr>
              <a:defRPr sz="1350" b="0">
                <a:solidFill>
                  <a:srgbClr val="087F95"/>
                </a:solidFill>
              </a:defRPr>
            </a:lvl2pPr>
            <a:lvl3pPr>
              <a:defRPr sz="1350" b="0">
                <a:solidFill>
                  <a:srgbClr val="087F95"/>
                </a:solidFill>
              </a:defRPr>
            </a:lvl3pPr>
            <a:lvl4pPr>
              <a:defRPr sz="1350" b="0">
                <a:solidFill>
                  <a:srgbClr val="087F95"/>
                </a:solidFill>
              </a:defRPr>
            </a:lvl4pPr>
            <a:lvl5pPr>
              <a:defRPr sz="1350" b="0">
                <a:solidFill>
                  <a:srgbClr val="087F95"/>
                </a:solidFill>
              </a:defRPr>
            </a:lvl5pPr>
            <a:lvl6pPr>
              <a:defRPr sz="1350" b="0">
                <a:solidFill>
                  <a:srgbClr val="087F95"/>
                </a:solidFill>
              </a:defRPr>
            </a:lvl6pPr>
            <a:lvl7pPr>
              <a:defRPr sz="1350" b="0">
                <a:solidFill>
                  <a:srgbClr val="087F95"/>
                </a:solidFill>
              </a:defRPr>
            </a:lvl7pPr>
            <a:lvl8pPr>
              <a:defRPr sz="1350" b="0">
                <a:solidFill>
                  <a:srgbClr val="087F95"/>
                </a:solidFill>
              </a:defRPr>
            </a:lvl8pPr>
            <a:lvl9pPr>
              <a:defRPr sz="1350" b="0">
                <a:solidFill>
                  <a:srgbClr val="087F95"/>
                </a:solidFill>
              </a:defRPr>
            </a:lvl9pPr>
          </a:lstStyle>
          <a:p xmlns:a="http://schemas.openxmlformats.org/drawingml/2006/main">
            <a:pPr>
              <a:defRPr sz="1350" b="0">
                <a:solidFill>
                  <a:srgbClr val="087F95"/>
                </a:solidFill>
              </a:defRPr>
            </a:pPr>
            <a:r>
              <a:rPr sz="1350" b="0">
                <a:solidFill>
                  <a:srgbClr val="087F95"/>
                </a:solidFill>
                <a:hlinkClick xmlns:r="http://schemas.openxmlformats.org/officeDocument/2006/relationships" r:id="R40000714ee2f4123"/>
              </a:rPr>
              <a:t>Detailed evidence on the website</a:t>
            </a:r>
          </a:p>
        </p:txBody>
      </p:sp>
      <p:graphicFrame>
        <p:nvGraphicFramePr>
          <p:cNvPr id="5" name="Chart">
            <a:extLst xmlns:a="http://schemas.openxmlformats.org/drawingml/2006/main">
              <a:ext uri="{FF2B5EF4-FFF2-40B4-BE49-F238E27FC236}">
                <a16:creationId xmlns:a16="http://schemas.microsoft.com/office/drawing/2014/main" id="{2A84DC78-D213-433C-BA6F-3D2026CA08A3}"/>
              </a:ext>
            </a:extLst>
          </p:cNvPr>
          <p:cNvGraphicFramePr/>
          <p:nvPr/>
        </p:nvGraphicFramePr>
        <p:xfrm>
          <a:off xmlns:a="http://schemas.openxmlformats.org/drawingml/2006/main" x="400050" y="1657350"/>
          <a:ext xmlns:a="http://schemas.openxmlformats.org/drawingml/2006/main" cx="8143875" cy="4095750"/>
        </p:xfrm>
        <a:graphic xmlns:a="http://schemas.openxmlformats.org/drawingml/2006/main">
          <a:graphicData uri="http://schemas.openxmlformats.org/drawingml/2006/chart">
            <c:chart xmlns:r="http://schemas.openxmlformats.org/officeDocument/2006/relationships" xmlns:c="http://schemas.openxmlformats.org/drawingml/2006/chart" r:id="Rcbd53c1f78ec4557"/>
          </a:graphicData>
        </a:graphic>
      </p:graphicFrame>
      <p:sp>
        <p:nvSpPr>
          <p:cNvPr id="6" name="10–600">
            <a:extLst xmlns:a="http://schemas.openxmlformats.org/drawingml/2006/main">
              <a:ext uri="{FF2B5EF4-FFF2-40B4-BE49-F238E27FC236}">
                <a16:creationId xmlns:a16="http://schemas.microsoft.com/office/drawing/2014/main" id="{87337C37-3B7A-4344-A34E-D4B24D928B62}"/>
              </a:ext>
            </a:extLst>
          </p:cNvPr>
          <p:cNvSpPr>
            <a:spLocks xmlns:a="http://schemas.openxmlformats.org/drawingml/2006/main" noGrp="1"/>
          </p:cNvSpPr>
          <p:nvPr/>
        </p:nvSpPr>
        <p:spPr>
          <a:xfrm xmlns:a="http://schemas.openxmlformats.org/drawingml/2006/main">
            <a:off x="8982075" y="1752600"/>
            <a:ext cx="2714625"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3600" b="1">
                <a:solidFill>
                  <a:srgbClr val="087F95"/>
                </a:solidFill>
              </a:defRPr>
            </a:defPPr>
            <a:lvl1pPr>
              <a:defRPr sz="3600" b="1">
                <a:solidFill>
                  <a:srgbClr val="087F95"/>
                </a:solidFill>
              </a:defRPr>
            </a:lvl1pPr>
            <a:lvl2pPr>
              <a:defRPr sz="3600" b="1">
                <a:solidFill>
                  <a:srgbClr val="087F95"/>
                </a:solidFill>
              </a:defRPr>
            </a:lvl2pPr>
            <a:lvl3pPr>
              <a:defRPr sz="3600" b="1">
                <a:solidFill>
                  <a:srgbClr val="087F95"/>
                </a:solidFill>
              </a:defRPr>
            </a:lvl3pPr>
            <a:lvl4pPr>
              <a:defRPr sz="3600" b="1">
                <a:solidFill>
                  <a:srgbClr val="087F95"/>
                </a:solidFill>
              </a:defRPr>
            </a:lvl4pPr>
            <a:lvl5pPr>
              <a:defRPr sz="3600" b="1">
                <a:solidFill>
                  <a:srgbClr val="087F95"/>
                </a:solidFill>
              </a:defRPr>
            </a:lvl5pPr>
            <a:lvl6pPr>
              <a:defRPr sz="3600" b="1">
                <a:solidFill>
                  <a:srgbClr val="087F95"/>
                </a:solidFill>
              </a:defRPr>
            </a:lvl6pPr>
            <a:lvl7pPr>
              <a:defRPr sz="3600" b="1">
                <a:solidFill>
                  <a:srgbClr val="087F95"/>
                </a:solidFill>
              </a:defRPr>
            </a:lvl7pPr>
            <a:lvl8pPr>
              <a:defRPr sz="3600" b="1">
                <a:solidFill>
                  <a:srgbClr val="087F95"/>
                </a:solidFill>
              </a:defRPr>
            </a:lvl8pPr>
            <a:lvl9pPr>
              <a:defRPr sz="3600" b="1">
                <a:solidFill>
                  <a:srgbClr val="087F95"/>
                </a:solidFill>
              </a:defRPr>
            </a:lvl9pPr>
          </a:lstStyle>
          <a:p xmlns:a="http://schemas.openxmlformats.org/drawingml/2006/main">
            <a:pPr>
              <a:defRPr sz="3600" b="1">
                <a:solidFill>
                  <a:srgbClr val="087F95"/>
                </a:solidFill>
              </a:defRPr>
            </a:pPr>
            <a:r>
              <a:rPr sz="3600" b="1">
                <a:solidFill>
                  <a:srgbClr val="087F95"/>
                </a:solidFill>
              </a:rPr>
              <a:t>10–600</a:t>
            </a:r>
          </a:p>
        </p:txBody>
      </p:sp>
      <p:sp>
        <p:nvSpPr>
          <p:cNvPr id="7" name="Controlled conductance [W/K]">
            <a:extLst xmlns:a="http://schemas.openxmlformats.org/drawingml/2006/main">
              <a:ext uri="{FF2B5EF4-FFF2-40B4-BE49-F238E27FC236}">
                <a16:creationId xmlns:a16="http://schemas.microsoft.com/office/drawing/2014/main" id="{E04366E8-7A0D-4585-9BA5-F626B998599C}"/>
              </a:ext>
            </a:extLst>
          </p:cNvPr>
          <p:cNvSpPr>
            <a:spLocks xmlns:a="http://schemas.openxmlformats.org/drawingml/2006/main" noGrp="1"/>
          </p:cNvSpPr>
          <p:nvPr/>
        </p:nvSpPr>
        <p:spPr>
          <a:xfrm xmlns:a="http://schemas.openxmlformats.org/drawingml/2006/main">
            <a:off x="8982075" y="2343150"/>
            <a:ext cx="2714625"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650" b="0">
                <a:solidFill>
                  <a:srgbClr val="587081"/>
                </a:solidFill>
              </a:defRPr>
            </a:defPPr>
            <a:lvl1pPr>
              <a:defRPr sz="1650" b="0">
                <a:solidFill>
                  <a:srgbClr val="587081"/>
                </a:solidFill>
              </a:defRPr>
            </a:lvl1pPr>
            <a:lvl2pPr>
              <a:defRPr sz="1650" b="0">
                <a:solidFill>
                  <a:srgbClr val="587081"/>
                </a:solidFill>
              </a:defRPr>
            </a:lvl2pPr>
            <a:lvl3pPr>
              <a:defRPr sz="1650" b="0">
                <a:solidFill>
                  <a:srgbClr val="587081"/>
                </a:solidFill>
              </a:defRPr>
            </a:lvl3pPr>
            <a:lvl4pPr>
              <a:defRPr sz="1650" b="0">
                <a:solidFill>
                  <a:srgbClr val="587081"/>
                </a:solidFill>
              </a:defRPr>
            </a:lvl4pPr>
            <a:lvl5pPr>
              <a:defRPr sz="1650" b="0">
                <a:solidFill>
                  <a:srgbClr val="587081"/>
                </a:solidFill>
              </a:defRPr>
            </a:lvl5pPr>
            <a:lvl6pPr>
              <a:defRPr sz="1650" b="0">
                <a:solidFill>
                  <a:srgbClr val="587081"/>
                </a:solidFill>
              </a:defRPr>
            </a:lvl6pPr>
            <a:lvl7pPr>
              <a:defRPr sz="1650" b="0">
                <a:solidFill>
                  <a:srgbClr val="587081"/>
                </a:solidFill>
              </a:defRPr>
            </a:lvl7pPr>
            <a:lvl8pPr>
              <a:defRPr sz="1650" b="0">
                <a:solidFill>
                  <a:srgbClr val="587081"/>
                </a:solidFill>
              </a:defRPr>
            </a:lvl8pPr>
            <a:lvl9pPr>
              <a:defRPr sz="1650" b="0">
                <a:solidFill>
                  <a:srgbClr val="587081"/>
                </a:solidFill>
              </a:defRPr>
            </a:lvl9pPr>
          </a:lstStyle>
          <a:p xmlns:a="http://schemas.openxmlformats.org/drawingml/2006/main">
            <a:pPr>
              <a:defRPr sz="1650" b="0">
                <a:solidFill>
                  <a:srgbClr val="587081"/>
                </a:solidFill>
              </a:defRPr>
            </a:pPr>
            <a:r>
              <a:rPr sz="1650" b="0">
                <a:solidFill>
                  <a:srgbClr val="587081"/>
                </a:solidFill>
              </a:rPr>
              <a:t>Controlled conductance [W/K]</a:t>
            </a:r>
          </a:p>
        </p:txBody>
      </p:sp>
      <p:sp>
        <p:nvSpPr>
          <p:cNvPr id="8" name="Both cases use the same&#10;10 m² radiator, lower loads&#10;and colder ab">
            <a:extLst xmlns:a="http://schemas.openxmlformats.org/drawingml/2006/main">
              <a:ext uri="{FF2B5EF4-FFF2-40B4-BE49-F238E27FC236}">
                <a16:creationId xmlns:a16="http://schemas.microsoft.com/office/drawing/2014/main" id="{527C782D-02C7-4D1E-9B42-BF4103F5EC77}"/>
              </a:ext>
            </a:extLst>
          </p:cNvPr>
          <p:cNvSpPr>
            <a:spLocks xmlns:a="http://schemas.openxmlformats.org/drawingml/2006/main" noGrp="1"/>
          </p:cNvSpPr>
          <p:nvPr/>
        </p:nvSpPr>
        <p:spPr>
          <a:xfrm xmlns:a="http://schemas.openxmlformats.org/drawingml/2006/main">
            <a:off x="8982075" y="3486150"/>
            <a:ext cx="2714625" cy="1438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875" b="0">
                <a:solidFill>
                  <a:srgbClr val="142B3D"/>
                </a:solidFill>
              </a:defRPr>
            </a:defPPr>
            <a:lvl1pPr>
              <a:defRPr sz="1875" b="0">
                <a:solidFill>
                  <a:srgbClr val="142B3D"/>
                </a:solidFill>
              </a:defRPr>
            </a:lvl1pPr>
            <a:lvl2pPr>
              <a:defRPr sz="1875" b="0">
                <a:solidFill>
                  <a:srgbClr val="142B3D"/>
                </a:solidFill>
              </a:defRPr>
            </a:lvl2pPr>
            <a:lvl3pPr>
              <a:defRPr sz="1875" b="0">
                <a:solidFill>
                  <a:srgbClr val="142B3D"/>
                </a:solidFill>
              </a:defRPr>
            </a:lvl3pPr>
            <a:lvl4pPr>
              <a:defRPr sz="1875" b="0">
                <a:solidFill>
                  <a:srgbClr val="142B3D"/>
                </a:solidFill>
              </a:defRPr>
            </a:lvl4pPr>
            <a:lvl5pPr>
              <a:defRPr sz="1875" b="0">
                <a:solidFill>
                  <a:srgbClr val="142B3D"/>
                </a:solidFill>
              </a:defRPr>
            </a:lvl5pPr>
            <a:lvl6pPr>
              <a:defRPr sz="1875" b="0">
                <a:solidFill>
                  <a:srgbClr val="142B3D"/>
                </a:solidFill>
              </a:defRPr>
            </a:lvl6pPr>
            <a:lvl7pPr>
              <a:defRPr sz="1875" b="0">
                <a:solidFill>
                  <a:srgbClr val="142B3D"/>
                </a:solidFill>
              </a:defRPr>
            </a:lvl7pPr>
            <a:lvl8pPr>
              <a:defRPr sz="1875" b="0">
                <a:solidFill>
                  <a:srgbClr val="142B3D"/>
                </a:solidFill>
              </a:defRPr>
            </a:lvl8pPr>
            <a:lvl9pPr>
              <a:defRPr sz="1875" b="0">
                <a:solidFill>
                  <a:srgbClr val="142B3D"/>
                </a:solidFill>
              </a:defRPr>
            </a:lvl9pPr>
          </a:lstStyle>
          <a:p xmlns:a="http://schemas.openxmlformats.org/drawingml/2006/main">
            <a:pPr>
              <a:defRPr sz="1875" b="0">
                <a:solidFill>
                  <a:srgbClr val="142B3D"/>
                </a:solidFill>
              </a:defRPr>
            </a:pPr>
            <a:r>
              <a:rPr sz="1875" b="0">
                <a:solidFill>
                  <a:srgbClr val="142B3D"/>
                </a:solidFill>
              </a:rPr>
              <a:t>Both cases use the same</a:t>
            </a:r>
          </a:p>
          <a:p xmlns:a="http://schemas.openxmlformats.org/drawingml/2006/main">
            <a:pPr>
              <a:defRPr sz="1875" b="0">
                <a:solidFill>
                  <a:srgbClr val="142B3D"/>
                </a:solidFill>
              </a:defRPr>
            </a:pPr>
            <a:r>
              <a:rPr sz="1875" b="0">
                <a:solidFill>
                  <a:srgbClr val="142B3D"/>
                </a:solidFill>
              </a:rPr>
              <a:t>10 m² radiator, lower loads</a:t>
            </a:r>
          </a:p>
          <a:p xmlns:a="http://schemas.openxmlformats.org/drawingml/2006/main">
            <a:pPr>
              <a:defRPr sz="1875" b="0">
                <a:solidFill>
                  <a:srgbClr val="142B3D"/>
                </a:solidFill>
              </a:defRPr>
            </a:pPr>
            <a:r>
              <a:rPr sz="1875" b="0">
                <a:solidFill>
                  <a:srgbClr val="142B3D"/>
                </a:solidFill>
              </a:rPr>
              <a:t>and colder absorbed environment</a:t>
            </a:r>
          </a:p>
        </p:txBody>
      </p:sp>
      <p:sp>
        <p:nvSpPr>
          <p:cNvPr id="9" name="Less rejected heat preserves&#10;internal waste heat">
            <a:extLst xmlns:a="http://schemas.openxmlformats.org/drawingml/2006/main">
              <a:ext uri="{FF2B5EF4-FFF2-40B4-BE49-F238E27FC236}">
                <a16:creationId xmlns:a16="http://schemas.microsoft.com/office/drawing/2014/main" id="{2EBED061-5612-4434-A9AA-E65910B937BA}"/>
              </a:ext>
            </a:extLst>
          </p:cNvPr>
          <p:cNvSpPr>
            <a:spLocks xmlns:a="http://schemas.openxmlformats.org/drawingml/2006/main" noGrp="1"/>
          </p:cNvSpPr>
          <p:nvPr/>
        </p:nvSpPr>
        <p:spPr>
          <a:xfrm xmlns:a="http://schemas.openxmlformats.org/drawingml/2006/main">
            <a:off x="8982075" y="5181600"/>
            <a:ext cx="271462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950" b="1">
                <a:solidFill>
                  <a:srgbClr val="087F95"/>
                </a:solidFill>
              </a:defRPr>
            </a:defPPr>
            <a:lvl1pPr>
              <a:defRPr sz="1950" b="1">
                <a:solidFill>
                  <a:srgbClr val="087F95"/>
                </a:solidFill>
              </a:defRPr>
            </a:lvl1pPr>
            <a:lvl2pPr>
              <a:defRPr sz="1950" b="1">
                <a:solidFill>
                  <a:srgbClr val="087F95"/>
                </a:solidFill>
              </a:defRPr>
            </a:lvl2pPr>
            <a:lvl3pPr>
              <a:defRPr sz="1950" b="1">
                <a:solidFill>
                  <a:srgbClr val="087F95"/>
                </a:solidFill>
              </a:defRPr>
            </a:lvl3pPr>
            <a:lvl4pPr>
              <a:defRPr sz="1950" b="1">
                <a:solidFill>
                  <a:srgbClr val="087F95"/>
                </a:solidFill>
              </a:defRPr>
            </a:lvl4pPr>
            <a:lvl5pPr>
              <a:defRPr sz="1950" b="1">
                <a:solidFill>
                  <a:srgbClr val="087F95"/>
                </a:solidFill>
              </a:defRPr>
            </a:lvl5pPr>
            <a:lvl6pPr>
              <a:defRPr sz="1950" b="1">
                <a:solidFill>
                  <a:srgbClr val="087F95"/>
                </a:solidFill>
              </a:defRPr>
            </a:lvl6pPr>
            <a:lvl7pPr>
              <a:defRPr sz="1950" b="1">
                <a:solidFill>
                  <a:srgbClr val="087F95"/>
                </a:solidFill>
              </a:defRPr>
            </a:lvl7pPr>
            <a:lvl8pPr>
              <a:defRPr sz="1950" b="1">
                <a:solidFill>
                  <a:srgbClr val="087F95"/>
                </a:solidFill>
              </a:defRPr>
            </a:lvl8pPr>
            <a:lvl9pPr>
              <a:defRPr sz="1950" b="1">
                <a:solidFill>
                  <a:srgbClr val="087F95"/>
                </a:solidFill>
              </a:defRPr>
            </a:lvl9pPr>
          </a:lstStyle>
          <a:p xmlns:a="http://schemas.openxmlformats.org/drawingml/2006/main">
            <a:pPr>
              <a:defRPr sz="1950" b="1">
                <a:solidFill>
                  <a:srgbClr val="087F95"/>
                </a:solidFill>
              </a:defRPr>
            </a:pPr>
            <a:r>
              <a:rPr sz="1950" b="1">
                <a:solidFill>
                  <a:srgbClr val="087F95"/>
                </a:solidFill>
              </a:rPr>
              <a:t>Less rejected heat preserves</a:t>
            </a:r>
          </a:p>
          <a:p xmlns:a="http://schemas.openxmlformats.org/drawingml/2006/main">
            <a:pPr>
              <a:defRPr sz="1950" b="1">
                <a:solidFill>
                  <a:srgbClr val="087F95"/>
                </a:solidFill>
              </a:defRPr>
            </a:pPr>
            <a:r>
              <a:rPr sz="1950" b="1">
                <a:solidFill>
                  <a:srgbClr val="087F95"/>
                </a:solidFill>
              </a:rPr>
              <a:t>internal waste heat</a:t>
            </a:r>
          </a:p>
        </p:txBody>
      </p:sp>
    </p:spTree>
    <p:extLst>
      <p:ext uri="{BB962C8B-B14F-4D97-AF65-F5344CB8AC3E}">
        <p14:creationId xmlns:p14="http://schemas.microsoft.com/office/powerpoint/2010/main" val="885412810"/>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Heater demand changes the electrical energy budget">
            <a:extLst xmlns:a="http://schemas.openxmlformats.org/drawingml/2006/main">
              <a:ext uri="{FF2B5EF4-FFF2-40B4-BE49-F238E27FC236}">
                <a16:creationId xmlns:a16="http://schemas.microsoft.com/office/drawing/2014/main" id="{8B5A7686-12BD-4438-BC04-722BECDBB1A8}"/>
              </a:ext>
            </a:extLst>
          </p:cNvPr>
          <p:cNvSpPr>
            <a:spLocks xmlns:a="http://schemas.openxmlformats.org/drawingml/2006/main" noGrp="1"/>
          </p:cNvSpPr>
          <p:nvPr/>
        </p:nvSpPr>
        <p:spPr>
          <a:xfrm xmlns:a="http://schemas.openxmlformats.org/drawingml/2006/main">
            <a:off x="533400" y="361950"/>
            <a:ext cx="111252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3150" b="1">
                <a:solidFill>
                  <a:srgbClr val="142B3D"/>
                </a:solidFill>
              </a:defRPr>
            </a:defPPr>
            <a:lvl1pPr>
              <a:defRPr sz="3150" b="1">
                <a:solidFill>
                  <a:srgbClr val="142B3D"/>
                </a:solidFill>
              </a:defRPr>
            </a:lvl1pPr>
            <a:lvl2pPr>
              <a:defRPr sz="3150" b="1">
                <a:solidFill>
                  <a:srgbClr val="142B3D"/>
                </a:solidFill>
              </a:defRPr>
            </a:lvl2pPr>
            <a:lvl3pPr>
              <a:defRPr sz="3150" b="1">
                <a:solidFill>
                  <a:srgbClr val="142B3D"/>
                </a:solidFill>
              </a:defRPr>
            </a:lvl3pPr>
            <a:lvl4pPr>
              <a:defRPr sz="3150" b="1">
                <a:solidFill>
                  <a:srgbClr val="142B3D"/>
                </a:solidFill>
              </a:defRPr>
            </a:lvl4pPr>
            <a:lvl5pPr>
              <a:defRPr sz="3150" b="1">
                <a:solidFill>
                  <a:srgbClr val="142B3D"/>
                </a:solidFill>
              </a:defRPr>
            </a:lvl5pPr>
            <a:lvl6pPr>
              <a:defRPr sz="3150" b="1">
                <a:solidFill>
                  <a:srgbClr val="142B3D"/>
                </a:solidFill>
              </a:defRPr>
            </a:lvl6pPr>
            <a:lvl7pPr>
              <a:defRPr sz="3150" b="1">
                <a:solidFill>
                  <a:srgbClr val="142B3D"/>
                </a:solidFill>
              </a:defRPr>
            </a:lvl7pPr>
            <a:lvl8pPr>
              <a:defRPr sz="3150" b="1">
                <a:solidFill>
                  <a:srgbClr val="142B3D"/>
                </a:solidFill>
              </a:defRPr>
            </a:lvl8pPr>
            <a:lvl9pPr>
              <a:defRPr sz="3150" b="1">
                <a:solidFill>
                  <a:srgbClr val="142B3D"/>
                </a:solidFill>
              </a:defRPr>
            </a:lvl9pPr>
          </a:lstStyle>
          <a:p xmlns:a="http://schemas.openxmlformats.org/drawingml/2006/main">
            <a:pPr>
              <a:defRPr sz="3150" b="1">
                <a:solidFill>
                  <a:srgbClr val="142B3D"/>
                </a:solidFill>
              </a:defRPr>
            </a:pPr>
            <a:r>
              <a:rPr sz="3150" b="1">
                <a:solidFill>
                  <a:srgbClr val="142B3D"/>
                </a:solidFill>
              </a:rPr>
              <a:t>Heater demand changes the electrical energy budget</a:t>
            </a:r>
          </a:p>
        </p:txBody>
      </p:sp>
      <p:sp>
        <p:nvSpPr>
          <p:cNvPr id="2" name="Khani Solutions">
            <a:extLst xmlns:a="http://schemas.openxmlformats.org/drawingml/2006/main">
              <a:ext uri="{FF2B5EF4-FFF2-40B4-BE49-F238E27FC236}">
                <a16:creationId xmlns:a16="http://schemas.microsoft.com/office/drawing/2014/main" id="{EF298405-4CDA-4066-8518-213B9879CE1C}"/>
              </a:ext>
            </a:extLst>
          </p:cNvPr>
          <p:cNvSpPr>
            <a:spLocks xmlns:a="http://schemas.openxmlformats.org/drawingml/2006/main" noGrp="1"/>
          </p:cNvSpPr>
          <p:nvPr/>
        </p:nvSpPr>
        <p:spPr>
          <a:xfrm xmlns:a="http://schemas.openxmlformats.org/drawingml/2006/main">
            <a:off x="533400" y="6448425"/>
            <a:ext cx="2190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350" b="0">
                <a:solidFill>
                  <a:srgbClr val="587081"/>
                </a:solidFill>
              </a:defRPr>
            </a:defPPr>
            <a:lvl1pPr>
              <a:defRPr sz="1350" b="0">
                <a:solidFill>
                  <a:srgbClr val="587081"/>
                </a:solidFill>
              </a:defRPr>
            </a:lvl1pPr>
            <a:lvl2pPr>
              <a:defRPr sz="1350" b="0">
                <a:solidFill>
                  <a:srgbClr val="587081"/>
                </a:solidFill>
              </a:defRPr>
            </a:lvl2pPr>
            <a:lvl3pPr>
              <a:defRPr sz="1350" b="0">
                <a:solidFill>
                  <a:srgbClr val="587081"/>
                </a:solidFill>
              </a:defRPr>
            </a:lvl3pPr>
            <a:lvl4pPr>
              <a:defRPr sz="1350" b="0">
                <a:solidFill>
                  <a:srgbClr val="587081"/>
                </a:solidFill>
              </a:defRPr>
            </a:lvl4pPr>
            <a:lvl5pPr>
              <a:defRPr sz="1350" b="0">
                <a:solidFill>
                  <a:srgbClr val="587081"/>
                </a:solidFill>
              </a:defRPr>
            </a:lvl5pPr>
            <a:lvl6pPr>
              <a:defRPr sz="1350" b="0">
                <a:solidFill>
                  <a:srgbClr val="587081"/>
                </a:solidFill>
              </a:defRPr>
            </a:lvl6pPr>
            <a:lvl7pPr>
              <a:defRPr sz="1350" b="0">
                <a:solidFill>
                  <a:srgbClr val="587081"/>
                </a:solidFill>
              </a:defRPr>
            </a:lvl7pPr>
            <a:lvl8pPr>
              <a:defRPr sz="1350" b="0">
                <a:solidFill>
                  <a:srgbClr val="587081"/>
                </a:solidFill>
              </a:defRPr>
            </a:lvl8pPr>
            <a:lvl9pPr>
              <a:defRPr sz="1350" b="0">
                <a:solidFill>
                  <a:srgbClr val="587081"/>
                </a:solidFill>
              </a:defRPr>
            </a:lvl9pPr>
          </a:lstStyle>
          <a:p xmlns:a="http://schemas.openxmlformats.org/drawingml/2006/main">
            <a:pPr>
              <a:defRPr sz="1350" b="0">
                <a:solidFill>
                  <a:srgbClr val="587081"/>
                </a:solidFill>
              </a:defRPr>
            </a:pPr>
            <a:r>
              <a:rPr sz="1350" b="0">
                <a:solidFill>
                  <a:srgbClr val="587081"/>
                </a:solidFill>
              </a:rPr>
              <a:t>Khani Solutions</a:t>
            </a:r>
          </a:p>
        </p:txBody>
      </p:sp>
      <p:sp>
        <p:nvSpPr>
          <p:cNvPr id="3" name="09 / 18">
            <a:extLst xmlns:a="http://schemas.openxmlformats.org/drawingml/2006/main">
              <a:ext uri="{FF2B5EF4-FFF2-40B4-BE49-F238E27FC236}">
                <a16:creationId xmlns:a16="http://schemas.microsoft.com/office/drawing/2014/main" id="{6CF85C41-6A2B-4E97-BB80-FEA6F1156EF9}"/>
              </a:ext>
            </a:extLst>
          </p:cNvPr>
          <p:cNvSpPr>
            <a:spLocks xmlns:a="http://schemas.openxmlformats.org/drawingml/2006/main" noGrp="1"/>
          </p:cNvSpPr>
          <p:nvPr/>
        </p:nvSpPr>
        <p:spPr>
          <a:xfrm xmlns:a="http://schemas.openxmlformats.org/drawingml/2006/main">
            <a:off x="10896600" y="6448425"/>
            <a:ext cx="857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350" b="0">
                <a:solidFill>
                  <a:srgbClr val="587081"/>
                </a:solidFill>
              </a:defRPr>
            </a:defPPr>
            <a:lvl1pPr>
              <a:defRPr sz="1350" b="0">
                <a:solidFill>
                  <a:srgbClr val="587081"/>
                </a:solidFill>
              </a:defRPr>
            </a:lvl1pPr>
            <a:lvl2pPr>
              <a:defRPr sz="1350" b="0">
                <a:solidFill>
                  <a:srgbClr val="587081"/>
                </a:solidFill>
              </a:defRPr>
            </a:lvl2pPr>
            <a:lvl3pPr>
              <a:defRPr sz="1350" b="0">
                <a:solidFill>
                  <a:srgbClr val="587081"/>
                </a:solidFill>
              </a:defRPr>
            </a:lvl3pPr>
            <a:lvl4pPr>
              <a:defRPr sz="1350" b="0">
                <a:solidFill>
                  <a:srgbClr val="587081"/>
                </a:solidFill>
              </a:defRPr>
            </a:lvl4pPr>
            <a:lvl5pPr>
              <a:defRPr sz="1350" b="0">
                <a:solidFill>
                  <a:srgbClr val="587081"/>
                </a:solidFill>
              </a:defRPr>
            </a:lvl5pPr>
            <a:lvl6pPr>
              <a:defRPr sz="1350" b="0">
                <a:solidFill>
                  <a:srgbClr val="587081"/>
                </a:solidFill>
              </a:defRPr>
            </a:lvl6pPr>
            <a:lvl7pPr>
              <a:defRPr sz="1350" b="0">
                <a:solidFill>
                  <a:srgbClr val="587081"/>
                </a:solidFill>
              </a:defRPr>
            </a:lvl7pPr>
            <a:lvl8pPr>
              <a:defRPr sz="1350" b="0">
                <a:solidFill>
                  <a:srgbClr val="587081"/>
                </a:solidFill>
              </a:defRPr>
            </a:lvl8pPr>
            <a:lvl9pPr>
              <a:defRPr sz="1350" b="0">
                <a:solidFill>
                  <a:srgbClr val="587081"/>
                </a:solidFill>
              </a:defRPr>
            </a:lvl9pPr>
          </a:lstStyle>
          <a:p xmlns:a="http://schemas.openxmlformats.org/drawingml/2006/main">
            <a:pPr>
              <a:defRPr sz="1350" b="0">
                <a:solidFill>
                  <a:srgbClr val="587081"/>
                </a:solidFill>
              </a:defRPr>
            </a:pPr>
            <a:r>
              <a:rPr sz="1350" b="0">
                <a:solidFill>
                  <a:srgbClr val="587081"/>
                </a:solidFill>
              </a:rPr>
              <a:t>09 / 18</a:t>
            </a:r>
          </a:p>
        </p:txBody>
      </p:sp>
      <p:sp>
        <p:nvSpPr>
          <p:cNvPr id="4" name="Detailed evidence on the website">
            <a:extLst xmlns:a="http://schemas.openxmlformats.org/drawingml/2006/main">
              <a:ext uri="{FF2B5EF4-FFF2-40B4-BE49-F238E27FC236}">
                <a16:creationId xmlns:a16="http://schemas.microsoft.com/office/drawing/2014/main" id="{A4DF17C0-5256-4514-B0F2-B64DA3098319}"/>
              </a:ext>
            </a:extLst>
          </p:cNvPr>
          <p:cNvSpPr>
            <a:spLocks xmlns:a="http://schemas.openxmlformats.org/drawingml/2006/main" noGrp="1"/>
          </p:cNvSpPr>
          <p:nvPr/>
        </p:nvSpPr>
        <p:spPr>
          <a:xfrm xmlns:a="http://schemas.openxmlformats.org/drawingml/2006/main">
            <a:off x="7000875" y="6448425"/>
            <a:ext cx="34766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350" b="0">
                <a:solidFill>
                  <a:srgbClr val="087F95"/>
                </a:solidFill>
              </a:defRPr>
            </a:defPPr>
            <a:lvl1pPr>
              <a:defRPr sz="1350" b="0">
                <a:solidFill>
                  <a:srgbClr val="087F95"/>
                </a:solidFill>
              </a:defRPr>
            </a:lvl1pPr>
            <a:lvl2pPr>
              <a:defRPr sz="1350" b="0">
                <a:solidFill>
                  <a:srgbClr val="087F95"/>
                </a:solidFill>
              </a:defRPr>
            </a:lvl2pPr>
            <a:lvl3pPr>
              <a:defRPr sz="1350" b="0">
                <a:solidFill>
                  <a:srgbClr val="087F95"/>
                </a:solidFill>
              </a:defRPr>
            </a:lvl3pPr>
            <a:lvl4pPr>
              <a:defRPr sz="1350" b="0">
                <a:solidFill>
                  <a:srgbClr val="087F95"/>
                </a:solidFill>
              </a:defRPr>
            </a:lvl4pPr>
            <a:lvl5pPr>
              <a:defRPr sz="1350" b="0">
                <a:solidFill>
                  <a:srgbClr val="087F95"/>
                </a:solidFill>
              </a:defRPr>
            </a:lvl5pPr>
            <a:lvl6pPr>
              <a:defRPr sz="1350" b="0">
                <a:solidFill>
                  <a:srgbClr val="087F95"/>
                </a:solidFill>
              </a:defRPr>
            </a:lvl6pPr>
            <a:lvl7pPr>
              <a:defRPr sz="1350" b="0">
                <a:solidFill>
                  <a:srgbClr val="087F95"/>
                </a:solidFill>
              </a:defRPr>
            </a:lvl7pPr>
            <a:lvl8pPr>
              <a:defRPr sz="1350" b="0">
                <a:solidFill>
                  <a:srgbClr val="087F95"/>
                </a:solidFill>
              </a:defRPr>
            </a:lvl8pPr>
            <a:lvl9pPr>
              <a:defRPr sz="1350" b="0">
                <a:solidFill>
                  <a:srgbClr val="087F95"/>
                </a:solidFill>
              </a:defRPr>
            </a:lvl9pPr>
          </a:lstStyle>
          <a:p xmlns:a="http://schemas.openxmlformats.org/drawingml/2006/main">
            <a:pPr>
              <a:defRPr sz="1350" b="0">
                <a:solidFill>
                  <a:srgbClr val="087F95"/>
                </a:solidFill>
              </a:defRPr>
            </a:pPr>
            <a:r>
              <a:rPr sz="1350" b="0">
                <a:solidFill>
                  <a:srgbClr val="087F95"/>
                </a:solidFill>
                <a:hlinkClick xmlns:r="http://schemas.openxmlformats.org/officeDocument/2006/relationships" r:id="R3b5e54e720574f4d"/>
              </a:rPr>
              <a:t>Detailed evidence on the website</a:t>
            </a:r>
          </a:p>
        </p:txBody>
      </p:sp>
      <p:graphicFrame>
        <p:nvGraphicFramePr>
          <p:cNvPr id="5" name="Chart">
            <a:extLst xmlns:a="http://schemas.openxmlformats.org/drawingml/2006/main">
              <a:ext uri="{FF2B5EF4-FFF2-40B4-BE49-F238E27FC236}">
                <a16:creationId xmlns:a16="http://schemas.microsoft.com/office/drawing/2014/main" id="{2EB3A81D-BA52-451D-A1C7-9CBF1290838E}"/>
              </a:ext>
            </a:extLst>
          </p:cNvPr>
          <p:cNvGraphicFramePr/>
          <p:nvPr/>
        </p:nvGraphicFramePr>
        <p:xfrm>
          <a:off xmlns:a="http://schemas.openxmlformats.org/drawingml/2006/main" x="381000" y="1781175"/>
          <a:ext xmlns:a="http://schemas.openxmlformats.org/drawingml/2006/main" cx="5105400" cy="3552825"/>
        </p:xfrm>
        <a:graphic xmlns:a="http://schemas.openxmlformats.org/drawingml/2006/main">
          <a:graphicData uri="http://schemas.openxmlformats.org/drawingml/2006/chart">
            <c:chart xmlns:r="http://schemas.openxmlformats.org/officeDocument/2006/relationships" xmlns:c="http://schemas.openxmlformats.org/drawingml/2006/chart" r:id="Rc78c9fbf650f4f91"/>
          </a:graphicData>
        </a:graphic>
      </p:graphicFrame>
      <p:graphicFrame>
        <p:nvGraphicFramePr>
          <p:cNvPr id="6" name="Chart">
            <a:extLst xmlns:a="http://schemas.openxmlformats.org/drawingml/2006/main">
              <a:ext uri="{FF2B5EF4-FFF2-40B4-BE49-F238E27FC236}">
                <a16:creationId xmlns:a16="http://schemas.microsoft.com/office/drawing/2014/main" id="{89B9B972-93F8-4F27-B343-B59BE250F20D}"/>
              </a:ext>
            </a:extLst>
          </p:cNvPr>
          <p:cNvGraphicFramePr/>
          <p:nvPr/>
        </p:nvGraphicFramePr>
        <p:xfrm>
          <a:off xmlns:a="http://schemas.openxmlformats.org/drawingml/2006/main" x="5791200" y="1781175"/>
          <a:ext xmlns:a="http://schemas.openxmlformats.org/drawingml/2006/main" cx="5962650" cy="3552825"/>
        </p:xfrm>
        <a:graphic xmlns:a="http://schemas.openxmlformats.org/drawingml/2006/main">
          <a:graphicData uri="http://schemas.openxmlformats.org/drawingml/2006/chart">
            <c:chart xmlns:r="http://schemas.openxmlformats.org/officeDocument/2006/relationships" xmlns:c="http://schemas.openxmlformats.org/drawingml/2006/chart" r:id="R8fdc8901c23b467c"/>
          </a:graphicData>
        </a:graphic>
      </p:graphicFrame>
      <p:sp>
        <p:nvSpPr>
          <p:cNvPr id="7" name="8.97 kWh less heater energy in the matched cold example">
            <a:extLst xmlns:a="http://schemas.openxmlformats.org/drawingml/2006/main">
              <a:ext uri="{FF2B5EF4-FFF2-40B4-BE49-F238E27FC236}">
                <a16:creationId xmlns:a16="http://schemas.microsoft.com/office/drawing/2014/main" id="{852DAE21-3BB3-42C7-B8C0-0FA2B09A7194}"/>
              </a:ext>
            </a:extLst>
          </p:cNvPr>
          <p:cNvSpPr>
            <a:spLocks xmlns:a="http://schemas.openxmlformats.org/drawingml/2006/main" noGrp="1"/>
          </p:cNvSpPr>
          <p:nvPr/>
        </p:nvSpPr>
        <p:spPr>
          <a:xfrm xmlns:a="http://schemas.openxmlformats.org/drawingml/2006/main">
            <a:off x="533400" y="5657850"/>
            <a:ext cx="11125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250" b="1">
                <a:solidFill>
                  <a:srgbClr val="087F95"/>
                </a:solidFill>
              </a:defRPr>
            </a:defPPr>
            <a:lvl1pPr>
              <a:defRPr sz="2250" b="1">
                <a:solidFill>
                  <a:srgbClr val="087F95"/>
                </a:solidFill>
              </a:defRPr>
            </a:lvl1pPr>
            <a:lvl2pPr>
              <a:defRPr sz="2250" b="1">
                <a:solidFill>
                  <a:srgbClr val="087F95"/>
                </a:solidFill>
              </a:defRPr>
            </a:lvl2pPr>
            <a:lvl3pPr>
              <a:defRPr sz="2250" b="1">
                <a:solidFill>
                  <a:srgbClr val="087F95"/>
                </a:solidFill>
              </a:defRPr>
            </a:lvl3pPr>
            <a:lvl4pPr>
              <a:defRPr sz="2250" b="1">
                <a:solidFill>
                  <a:srgbClr val="087F95"/>
                </a:solidFill>
              </a:defRPr>
            </a:lvl4pPr>
            <a:lvl5pPr>
              <a:defRPr sz="2250" b="1">
                <a:solidFill>
                  <a:srgbClr val="087F95"/>
                </a:solidFill>
              </a:defRPr>
            </a:lvl5pPr>
            <a:lvl6pPr>
              <a:defRPr sz="2250" b="1">
                <a:solidFill>
                  <a:srgbClr val="087F95"/>
                </a:solidFill>
              </a:defRPr>
            </a:lvl6pPr>
            <a:lvl7pPr>
              <a:defRPr sz="2250" b="1">
                <a:solidFill>
                  <a:srgbClr val="087F95"/>
                </a:solidFill>
              </a:defRPr>
            </a:lvl7pPr>
            <a:lvl8pPr>
              <a:defRPr sz="2250" b="1">
                <a:solidFill>
                  <a:srgbClr val="087F95"/>
                </a:solidFill>
              </a:defRPr>
            </a:lvl8pPr>
            <a:lvl9pPr>
              <a:defRPr sz="2250" b="1">
                <a:solidFill>
                  <a:srgbClr val="087F95"/>
                </a:solidFill>
              </a:defRPr>
            </a:lvl9pPr>
          </a:lstStyle>
          <a:p xmlns:a="http://schemas.openxmlformats.org/drawingml/2006/main">
            <a:pPr>
              <a:defRPr sz="2250" b="1">
                <a:solidFill>
                  <a:srgbClr val="087F95"/>
                </a:solidFill>
              </a:defRPr>
            </a:pPr>
            <a:r>
              <a:rPr sz="2250" b="1">
                <a:solidFill>
                  <a:srgbClr val="087F95"/>
                </a:solidFill>
              </a:rPr>
              <a:t>8.97 kWh less heater energy in the matched cold example</a:t>
            </a:r>
          </a:p>
        </p:txBody>
      </p:sp>
      <p:sp>
        <p:nvSpPr>
          <p:cNvPr id="8" name="Storage capacity, solar availability and electrical efficiencies ">
            <a:extLst xmlns:a="http://schemas.openxmlformats.org/drawingml/2006/main">
              <a:ext uri="{FF2B5EF4-FFF2-40B4-BE49-F238E27FC236}">
                <a16:creationId xmlns:a16="http://schemas.microsoft.com/office/drawing/2014/main" id="{7418AA77-76B5-4B21-8D55-45F008B8A0E8}"/>
              </a:ext>
            </a:extLst>
          </p:cNvPr>
          <p:cNvSpPr>
            <a:spLocks xmlns:a="http://schemas.openxmlformats.org/drawingml/2006/main" noGrp="1"/>
          </p:cNvSpPr>
          <p:nvPr/>
        </p:nvSpPr>
        <p:spPr>
          <a:xfrm xmlns:a="http://schemas.openxmlformats.org/drawingml/2006/main">
            <a:off x="533400" y="6076950"/>
            <a:ext cx="1112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650" b="0">
                <a:solidFill>
                  <a:srgbClr val="587081"/>
                </a:solidFill>
              </a:defRPr>
            </a:defPPr>
            <a:lvl1pPr>
              <a:defRPr sz="1650" b="0">
                <a:solidFill>
                  <a:srgbClr val="587081"/>
                </a:solidFill>
              </a:defRPr>
            </a:lvl1pPr>
            <a:lvl2pPr>
              <a:defRPr sz="1650" b="0">
                <a:solidFill>
                  <a:srgbClr val="587081"/>
                </a:solidFill>
              </a:defRPr>
            </a:lvl2pPr>
            <a:lvl3pPr>
              <a:defRPr sz="1650" b="0">
                <a:solidFill>
                  <a:srgbClr val="587081"/>
                </a:solidFill>
              </a:defRPr>
            </a:lvl3pPr>
            <a:lvl4pPr>
              <a:defRPr sz="1650" b="0">
                <a:solidFill>
                  <a:srgbClr val="587081"/>
                </a:solidFill>
              </a:defRPr>
            </a:lvl4pPr>
            <a:lvl5pPr>
              <a:defRPr sz="1650" b="0">
                <a:solidFill>
                  <a:srgbClr val="587081"/>
                </a:solidFill>
              </a:defRPr>
            </a:lvl5pPr>
            <a:lvl6pPr>
              <a:defRPr sz="1650" b="0">
                <a:solidFill>
                  <a:srgbClr val="587081"/>
                </a:solidFill>
              </a:defRPr>
            </a:lvl6pPr>
            <a:lvl7pPr>
              <a:defRPr sz="1650" b="0">
                <a:solidFill>
                  <a:srgbClr val="587081"/>
                </a:solidFill>
              </a:defRPr>
            </a:lvl7pPr>
            <a:lvl8pPr>
              <a:defRPr sz="1650" b="0">
                <a:solidFill>
                  <a:srgbClr val="587081"/>
                </a:solidFill>
              </a:defRPr>
            </a:lvl8pPr>
            <a:lvl9pPr>
              <a:defRPr sz="1650" b="0">
                <a:solidFill>
                  <a:srgbClr val="587081"/>
                </a:solidFill>
              </a:defRPr>
            </a:lvl9pPr>
          </a:lstStyle>
          <a:p xmlns:a="http://schemas.openxmlformats.org/drawingml/2006/main">
            <a:pPr>
              <a:defRPr sz="1650" b="0">
                <a:solidFill>
                  <a:srgbClr val="587081"/>
                </a:solidFill>
              </a:defRPr>
            </a:pPr>
            <a:r>
              <a:rPr sz="1650" b="0">
                <a:solidFill>
                  <a:srgbClr val="587081"/>
                </a:solidFill>
              </a:rPr>
              <a:t>Storage capacity, solar availability and electrical efficiencies are assigned inputs.</a:t>
            </a:r>
          </a:p>
        </p:txBody>
      </p:sp>
    </p:spTree>
    <p:extLst>
      <p:ext uri="{BB962C8B-B14F-4D97-AF65-F5344CB8AC3E}">
        <p14:creationId xmlns:p14="http://schemas.microsoft.com/office/powerpoint/2010/main" val="1084450772"/>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Contact conductance changes the local hot spot">
            <a:extLst xmlns:a="http://schemas.openxmlformats.org/drawingml/2006/main">
              <a:ext uri="{FF2B5EF4-FFF2-40B4-BE49-F238E27FC236}">
                <a16:creationId xmlns:a16="http://schemas.microsoft.com/office/drawing/2014/main" id="{D26370FD-7A5B-4CFE-8D84-C32C6A921577}"/>
              </a:ext>
            </a:extLst>
          </p:cNvPr>
          <p:cNvSpPr>
            <a:spLocks xmlns:a="http://schemas.openxmlformats.org/drawingml/2006/main" noGrp="1"/>
          </p:cNvSpPr>
          <p:nvPr/>
        </p:nvSpPr>
        <p:spPr>
          <a:xfrm xmlns:a="http://schemas.openxmlformats.org/drawingml/2006/main">
            <a:off x="533400" y="361950"/>
            <a:ext cx="111252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3150" b="1">
                <a:solidFill>
                  <a:srgbClr val="142B3D"/>
                </a:solidFill>
              </a:defRPr>
            </a:defPPr>
            <a:lvl1pPr>
              <a:defRPr sz="3150" b="1">
                <a:solidFill>
                  <a:srgbClr val="142B3D"/>
                </a:solidFill>
              </a:defRPr>
            </a:lvl1pPr>
            <a:lvl2pPr>
              <a:defRPr sz="3150" b="1">
                <a:solidFill>
                  <a:srgbClr val="142B3D"/>
                </a:solidFill>
              </a:defRPr>
            </a:lvl2pPr>
            <a:lvl3pPr>
              <a:defRPr sz="3150" b="1">
                <a:solidFill>
                  <a:srgbClr val="142B3D"/>
                </a:solidFill>
              </a:defRPr>
            </a:lvl3pPr>
            <a:lvl4pPr>
              <a:defRPr sz="3150" b="1">
                <a:solidFill>
                  <a:srgbClr val="142B3D"/>
                </a:solidFill>
              </a:defRPr>
            </a:lvl4pPr>
            <a:lvl5pPr>
              <a:defRPr sz="3150" b="1">
                <a:solidFill>
                  <a:srgbClr val="142B3D"/>
                </a:solidFill>
              </a:defRPr>
            </a:lvl5pPr>
            <a:lvl6pPr>
              <a:defRPr sz="3150" b="1">
                <a:solidFill>
                  <a:srgbClr val="142B3D"/>
                </a:solidFill>
              </a:defRPr>
            </a:lvl6pPr>
            <a:lvl7pPr>
              <a:defRPr sz="3150" b="1">
                <a:solidFill>
                  <a:srgbClr val="142B3D"/>
                </a:solidFill>
              </a:defRPr>
            </a:lvl7pPr>
            <a:lvl8pPr>
              <a:defRPr sz="3150" b="1">
                <a:solidFill>
                  <a:srgbClr val="142B3D"/>
                </a:solidFill>
              </a:defRPr>
            </a:lvl8pPr>
            <a:lvl9pPr>
              <a:defRPr sz="3150" b="1">
                <a:solidFill>
                  <a:srgbClr val="142B3D"/>
                </a:solidFill>
              </a:defRPr>
            </a:lvl9pPr>
          </a:lstStyle>
          <a:p xmlns:a="http://schemas.openxmlformats.org/drawingml/2006/main">
            <a:pPr>
              <a:defRPr sz="3150" b="1">
                <a:solidFill>
                  <a:srgbClr val="142B3D"/>
                </a:solidFill>
              </a:defRPr>
            </a:pPr>
            <a:r>
              <a:rPr sz="3150" b="1">
                <a:solidFill>
                  <a:srgbClr val="142B3D"/>
                </a:solidFill>
              </a:rPr>
              <a:t>Contact conductance changes the local hot spot</a:t>
            </a:r>
          </a:p>
        </p:txBody>
      </p:sp>
      <p:sp>
        <p:nvSpPr>
          <p:cNvPr id="2" name="Khani Solutions">
            <a:extLst xmlns:a="http://schemas.openxmlformats.org/drawingml/2006/main">
              <a:ext uri="{FF2B5EF4-FFF2-40B4-BE49-F238E27FC236}">
                <a16:creationId xmlns:a16="http://schemas.microsoft.com/office/drawing/2014/main" id="{04A75923-F708-4AC1-A2B9-9A5967C7143A}"/>
              </a:ext>
            </a:extLst>
          </p:cNvPr>
          <p:cNvSpPr>
            <a:spLocks xmlns:a="http://schemas.openxmlformats.org/drawingml/2006/main" noGrp="1"/>
          </p:cNvSpPr>
          <p:nvPr/>
        </p:nvSpPr>
        <p:spPr>
          <a:xfrm xmlns:a="http://schemas.openxmlformats.org/drawingml/2006/main">
            <a:off x="533400" y="6448425"/>
            <a:ext cx="2190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350" b="0">
                <a:solidFill>
                  <a:srgbClr val="587081"/>
                </a:solidFill>
              </a:defRPr>
            </a:defPPr>
            <a:lvl1pPr>
              <a:defRPr sz="1350" b="0">
                <a:solidFill>
                  <a:srgbClr val="587081"/>
                </a:solidFill>
              </a:defRPr>
            </a:lvl1pPr>
            <a:lvl2pPr>
              <a:defRPr sz="1350" b="0">
                <a:solidFill>
                  <a:srgbClr val="587081"/>
                </a:solidFill>
              </a:defRPr>
            </a:lvl2pPr>
            <a:lvl3pPr>
              <a:defRPr sz="1350" b="0">
                <a:solidFill>
                  <a:srgbClr val="587081"/>
                </a:solidFill>
              </a:defRPr>
            </a:lvl3pPr>
            <a:lvl4pPr>
              <a:defRPr sz="1350" b="0">
                <a:solidFill>
                  <a:srgbClr val="587081"/>
                </a:solidFill>
              </a:defRPr>
            </a:lvl4pPr>
            <a:lvl5pPr>
              <a:defRPr sz="1350" b="0">
                <a:solidFill>
                  <a:srgbClr val="587081"/>
                </a:solidFill>
              </a:defRPr>
            </a:lvl5pPr>
            <a:lvl6pPr>
              <a:defRPr sz="1350" b="0">
                <a:solidFill>
                  <a:srgbClr val="587081"/>
                </a:solidFill>
              </a:defRPr>
            </a:lvl6pPr>
            <a:lvl7pPr>
              <a:defRPr sz="1350" b="0">
                <a:solidFill>
                  <a:srgbClr val="587081"/>
                </a:solidFill>
              </a:defRPr>
            </a:lvl7pPr>
            <a:lvl8pPr>
              <a:defRPr sz="1350" b="0">
                <a:solidFill>
                  <a:srgbClr val="587081"/>
                </a:solidFill>
              </a:defRPr>
            </a:lvl8pPr>
            <a:lvl9pPr>
              <a:defRPr sz="1350" b="0">
                <a:solidFill>
                  <a:srgbClr val="587081"/>
                </a:solidFill>
              </a:defRPr>
            </a:lvl9pPr>
          </a:lstStyle>
          <a:p xmlns:a="http://schemas.openxmlformats.org/drawingml/2006/main">
            <a:pPr>
              <a:defRPr sz="1350" b="0">
                <a:solidFill>
                  <a:srgbClr val="587081"/>
                </a:solidFill>
              </a:defRPr>
            </a:pPr>
            <a:r>
              <a:rPr sz="1350" b="0">
                <a:solidFill>
                  <a:srgbClr val="587081"/>
                </a:solidFill>
              </a:rPr>
              <a:t>Khani Solutions</a:t>
            </a:r>
          </a:p>
        </p:txBody>
      </p:sp>
      <p:sp>
        <p:nvSpPr>
          <p:cNvPr id="3" name="10 / 18">
            <a:extLst xmlns:a="http://schemas.openxmlformats.org/drawingml/2006/main">
              <a:ext uri="{FF2B5EF4-FFF2-40B4-BE49-F238E27FC236}">
                <a16:creationId xmlns:a16="http://schemas.microsoft.com/office/drawing/2014/main" id="{E11078BE-06E0-4BBC-84DD-0E3E61408C17}"/>
              </a:ext>
            </a:extLst>
          </p:cNvPr>
          <p:cNvSpPr>
            <a:spLocks xmlns:a="http://schemas.openxmlformats.org/drawingml/2006/main" noGrp="1"/>
          </p:cNvSpPr>
          <p:nvPr/>
        </p:nvSpPr>
        <p:spPr>
          <a:xfrm xmlns:a="http://schemas.openxmlformats.org/drawingml/2006/main">
            <a:off x="10896600" y="6448425"/>
            <a:ext cx="857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350" b="0">
                <a:solidFill>
                  <a:srgbClr val="587081"/>
                </a:solidFill>
              </a:defRPr>
            </a:defPPr>
            <a:lvl1pPr>
              <a:defRPr sz="1350" b="0">
                <a:solidFill>
                  <a:srgbClr val="587081"/>
                </a:solidFill>
              </a:defRPr>
            </a:lvl1pPr>
            <a:lvl2pPr>
              <a:defRPr sz="1350" b="0">
                <a:solidFill>
                  <a:srgbClr val="587081"/>
                </a:solidFill>
              </a:defRPr>
            </a:lvl2pPr>
            <a:lvl3pPr>
              <a:defRPr sz="1350" b="0">
                <a:solidFill>
                  <a:srgbClr val="587081"/>
                </a:solidFill>
              </a:defRPr>
            </a:lvl3pPr>
            <a:lvl4pPr>
              <a:defRPr sz="1350" b="0">
                <a:solidFill>
                  <a:srgbClr val="587081"/>
                </a:solidFill>
              </a:defRPr>
            </a:lvl4pPr>
            <a:lvl5pPr>
              <a:defRPr sz="1350" b="0">
                <a:solidFill>
                  <a:srgbClr val="587081"/>
                </a:solidFill>
              </a:defRPr>
            </a:lvl5pPr>
            <a:lvl6pPr>
              <a:defRPr sz="1350" b="0">
                <a:solidFill>
                  <a:srgbClr val="587081"/>
                </a:solidFill>
              </a:defRPr>
            </a:lvl6pPr>
            <a:lvl7pPr>
              <a:defRPr sz="1350" b="0">
                <a:solidFill>
                  <a:srgbClr val="587081"/>
                </a:solidFill>
              </a:defRPr>
            </a:lvl7pPr>
            <a:lvl8pPr>
              <a:defRPr sz="1350" b="0">
                <a:solidFill>
                  <a:srgbClr val="587081"/>
                </a:solidFill>
              </a:defRPr>
            </a:lvl8pPr>
            <a:lvl9pPr>
              <a:defRPr sz="1350" b="0">
                <a:solidFill>
                  <a:srgbClr val="587081"/>
                </a:solidFill>
              </a:defRPr>
            </a:lvl9pPr>
          </a:lstStyle>
          <a:p xmlns:a="http://schemas.openxmlformats.org/drawingml/2006/main">
            <a:pPr>
              <a:defRPr sz="1350" b="0">
                <a:solidFill>
                  <a:srgbClr val="587081"/>
                </a:solidFill>
              </a:defRPr>
            </a:pPr>
            <a:r>
              <a:rPr sz="1350" b="0">
                <a:solidFill>
                  <a:srgbClr val="587081"/>
                </a:solidFill>
              </a:rPr>
              <a:t>10 / 18</a:t>
            </a:r>
          </a:p>
        </p:txBody>
      </p:sp>
      <p:sp>
        <p:nvSpPr>
          <p:cNvPr id="4" name="Detailed evidence on the website">
            <a:extLst xmlns:a="http://schemas.openxmlformats.org/drawingml/2006/main">
              <a:ext uri="{FF2B5EF4-FFF2-40B4-BE49-F238E27FC236}">
                <a16:creationId xmlns:a16="http://schemas.microsoft.com/office/drawing/2014/main" id="{323AB5EC-427B-4BD8-9487-C94E5BFE8E53}"/>
              </a:ext>
            </a:extLst>
          </p:cNvPr>
          <p:cNvSpPr>
            <a:spLocks xmlns:a="http://schemas.openxmlformats.org/drawingml/2006/main" noGrp="1"/>
          </p:cNvSpPr>
          <p:nvPr/>
        </p:nvSpPr>
        <p:spPr>
          <a:xfrm xmlns:a="http://schemas.openxmlformats.org/drawingml/2006/main">
            <a:off x="7000875" y="6448425"/>
            <a:ext cx="34766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350" b="0">
                <a:solidFill>
                  <a:srgbClr val="087F95"/>
                </a:solidFill>
              </a:defRPr>
            </a:defPPr>
            <a:lvl1pPr>
              <a:defRPr sz="1350" b="0">
                <a:solidFill>
                  <a:srgbClr val="087F95"/>
                </a:solidFill>
              </a:defRPr>
            </a:lvl1pPr>
            <a:lvl2pPr>
              <a:defRPr sz="1350" b="0">
                <a:solidFill>
                  <a:srgbClr val="087F95"/>
                </a:solidFill>
              </a:defRPr>
            </a:lvl2pPr>
            <a:lvl3pPr>
              <a:defRPr sz="1350" b="0">
                <a:solidFill>
                  <a:srgbClr val="087F95"/>
                </a:solidFill>
              </a:defRPr>
            </a:lvl3pPr>
            <a:lvl4pPr>
              <a:defRPr sz="1350" b="0">
                <a:solidFill>
                  <a:srgbClr val="087F95"/>
                </a:solidFill>
              </a:defRPr>
            </a:lvl4pPr>
            <a:lvl5pPr>
              <a:defRPr sz="1350" b="0">
                <a:solidFill>
                  <a:srgbClr val="087F95"/>
                </a:solidFill>
              </a:defRPr>
            </a:lvl5pPr>
            <a:lvl6pPr>
              <a:defRPr sz="1350" b="0">
                <a:solidFill>
                  <a:srgbClr val="087F95"/>
                </a:solidFill>
              </a:defRPr>
            </a:lvl6pPr>
            <a:lvl7pPr>
              <a:defRPr sz="1350" b="0">
                <a:solidFill>
                  <a:srgbClr val="087F95"/>
                </a:solidFill>
              </a:defRPr>
            </a:lvl7pPr>
            <a:lvl8pPr>
              <a:defRPr sz="1350" b="0">
                <a:solidFill>
                  <a:srgbClr val="087F95"/>
                </a:solidFill>
              </a:defRPr>
            </a:lvl8pPr>
            <a:lvl9pPr>
              <a:defRPr sz="1350" b="0">
                <a:solidFill>
                  <a:srgbClr val="087F95"/>
                </a:solidFill>
              </a:defRPr>
            </a:lvl9pPr>
          </a:lstStyle>
          <a:p xmlns:a="http://schemas.openxmlformats.org/drawingml/2006/main">
            <a:pPr>
              <a:defRPr sz="1350" b="0">
                <a:solidFill>
                  <a:srgbClr val="087F95"/>
                </a:solidFill>
              </a:defRPr>
            </a:pPr>
            <a:r>
              <a:rPr sz="1350" b="0">
                <a:solidFill>
                  <a:srgbClr val="087F95"/>
                </a:solidFill>
                <a:hlinkClick xmlns:r="http://schemas.openxmlformats.org/officeDocument/2006/relationships" r:id="R83823292fd3d4042"/>
              </a:rPr>
              <a:t>Detailed evidence on the website</a:t>
            </a:r>
          </a:p>
        </p:txBody>
      </p:sp>
      <p:pic>
        <p:nvPicPr>
          <p:cNvPr id="5" name="">
            <a:extLst xmlns:a="http://schemas.openxmlformats.org/drawingml/2006/main">
              <a:ext uri="{FF2B5EF4-FFF2-40B4-BE49-F238E27FC236}">
                <a16:creationId xmlns:a16="http://schemas.microsoft.com/office/drawing/2014/main" id="{1DFEE443-125B-4ECA-A56B-3969F4C374AB}"/>
              </a:ext>
            </a:extLst>
          </p:cNvPr>
          <p:cNvPicPr>
            <a:picLocks xmlns:a="http://schemas.openxmlformats.org/drawingml/2006/main" noChangeAspect="1"/>
          </p:cNvPicPr>
          <p:nvPr/>
        </p:nvPicPr>
        <p:blipFill>
          <a:blip xmlns:r="http://schemas.openxmlformats.org/officeDocument/2006/relationships" xmlns:a="http://schemas.openxmlformats.org/drawingml/2006/main" r:embed="Reba4f69c94a947f5"/>
          <a:stretch xmlns:a="http://schemas.openxmlformats.org/drawingml/2006/main"/>
        </p:blipFill>
        <p:spPr>
          <a:xfrm xmlns:a="http://schemas.openxmlformats.org/drawingml/2006/main">
            <a:off x="1219200" y="1609725"/>
            <a:ext cx="9753600" cy="3810000"/>
          </a:xfrm>
          <a:prstGeom xmlns:a="http://schemas.openxmlformats.org/drawingml/2006/main" prst="rect">
            <a:avLst/>
          </a:prstGeom>
        </p:spPr>
      </p:pic>
      <p:sp>
        <p:nvSpPr>
          <p:cNvPr id="6" name="46.59 / 40.06 °C">
            <a:extLst xmlns:a="http://schemas.openxmlformats.org/drawingml/2006/main">
              <a:ext uri="{FF2B5EF4-FFF2-40B4-BE49-F238E27FC236}">
                <a16:creationId xmlns:a16="http://schemas.microsoft.com/office/drawing/2014/main" id="{9B245318-31B7-4BBC-B6B2-D66825F2907E}"/>
              </a:ext>
            </a:extLst>
          </p:cNvPr>
          <p:cNvSpPr>
            <a:spLocks xmlns:a="http://schemas.openxmlformats.org/drawingml/2006/main" noGrp="1"/>
          </p:cNvSpPr>
          <p:nvPr/>
        </p:nvSpPr>
        <p:spPr>
          <a:xfrm xmlns:a="http://schemas.openxmlformats.org/drawingml/2006/main">
            <a:off x="533400" y="5495925"/>
            <a:ext cx="7239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925" b="1">
                <a:solidFill>
                  <a:srgbClr val="087F95"/>
                </a:solidFill>
              </a:defRPr>
            </a:defPPr>
            <a:lvl1pPr>
              <a:defRPr sz="2925" b="1">
                <a:solidFill>
                  <a:srgbClr val="087F95"/>
                </a:solidFill>
              </a:defRPr>
            </a:lvl1pPr>
            <a:lvl2pPr>
              <a:defRPr sz="2925" b="1">
                <a:solidFill>
                  <a:srgbClr val="087F95"/>
                </a:solidFill>
              </a:defRPr>
            </a:lvl2pPr>
            <a:lvl3pPr>
              <a:defRPr sz="2925" b="1">
                <a:solidFill>
                  <a:srgbClr val="087F95"/>
                </a:solidFill>
              </a:defRPr>
            </a:lvl3pPr>
            <a:lvl4pPr>
              <a:defRPr sz="2925" b="1">
                <a:solidFill>
                  <a:srgbClr val="087F95"/>
                </a:solidFill>
              </a:defRPr>
            </a:lvl4pPr>
            <a:lvl5pPr>
              <a:defRPr sz="2925" b="1">
                <a:solidFill>
                  <a:srgbClr val="087F95"/>
                </a:solidFill>
              </a:defRPr>
            </a:lvl5pPr>
            <a:lvl6pPr>
              <a:defRPr sz="2925" b="1">
                <a:solidFill>
                  <a:srgbClr val="087F95"/>
                </a:solidFill>
              </a:defRPr>
            </a:lvl6pPr>
            <a:lvl7pPr>
              <a:defRPr sz="2925" b="1">
                <a:solidFill>
                  <a:srgbClr val="087F95"/>
                </a:solidFill>
              </a:defRPr>
            </a:lvl7pPr>
            <a:lvl8pPr>
              <a:defRPr sz="2925" b="1">
                <a:solidFill>
                  <a:srgbClr val="087F95"/>
                </a:solidFill>
              </a:defRPr>
            </a:lvl8pPr>
            <a:lvl9pPr>
              <a:defRPr sz="2925" b="1">
                <a:solidFill>
                  <a:srgbClr val="087F95"/>
                </a:solidFill>
              </a:defRPr>
            </a:lvl9pPr>
          </a:lstStyle>
          <a:p xmlns:a="http://schemas.openxmlformats.org/drawingml/2006/main">
            <a:pPr>
              <a:defRPr sz="2925" b="1">
                <a:solidFill>
                  <a:srgbClr val="087F95"/>
                </a:solidFill>
              </a:defRPr>
            </a:pPr>
            <a:r>
              <a:rPr sz="2925" b="1">
                <a:solidFill>
                  <a:srgbClr val="087F95"/>
                </a:solidFill>
              </a:rPr>
              <a:t>46.59 / 40.06 °C</a:t>
            </a:r>
          </a:p>
        </p:txBody>
      </p:sp>
      <p:sp>
        <p:nvSpPr>
          <p:cNvPr id="7" name="Peak solid temperature, 500 / 2000 W m⁻² K⁻¹">
            <a:extLst xmlns:a="http://schemas.openxmlformats.org/drawingml/2006/main">
              <a:ext uri="{FF2B5EF4-FFF2-40B4-BE49-F238E27FC236}">
                <a16:creationId xmlns:a16="http://schemas.microsoft.com/office/drawing/2014/main" id="{BC080B1E-4FF7-4630-8219-AEA8285DCF3C}"/>
              </a:ext>
            </a:extLst>
          </p:cNvPr>
          <p:cNvSpPr>
            <a:spLocks xmlns:a="http://schemas.openxmlformats.org/drawingml/2006/main" noGrp="1"/>
          </p:cNvSpPr>
          <p:nvPr/>
        </p:nvSpPr>
        <p:spPr>
          <a:xfrm xmlns:a="http://schemas.openxmlformats.org/drawingml/2006/main">
            <a:off x="533400" y="5981700"/>
            <a:ext cx="7334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650" b="0">
                <a:solidFill>
                  <a:srgbClr val="587081"/>
                </a:solidFill>
              </a:defRPr>
            </a:defPPr>
            <a:lvl1pPr>
              <a:defRPr sz="1650" b="0">
                <a:solidFill>
                  <a:srgbClr val="587081"/>
                </a:solidFill>
              </a:defRPr>
            </a:lvl1pPr>
            <a:lvl2pPr>
              <a:defRPr sz="1650" b="0">
                <a:solidFill>
                  <a:srgbClr val="587081"/>
                </a:solidFill>
              </a:defRPr>
            </a:lvl2pPr>
            <a:lvl3pPr>
              <a:defRPr sz="1650" b="0">
                <a:solidFill>
                  <a:srgbClr val="587081"/>
                </a:solidFill>
              </a:defRPr>
            </a:lvl3pPr>
            <a:lvl4pPr>
              <a:defRPr sz="1650" b="0">
                <a:solidFill>
                  <a:srgbClr val="587081"/>
                </a:solidFill>
              </a:defRPr>
            </a:lvl4pPr>
            <a:lvl5pPr>
              <a:defRPr sz="1650" b="0">
                <a:solidFill>
                  <a:srgbClr val="587081"/>
                </a:solidFill>
              </a:defRPr>
            </a:lvl5pPr>
            <a:lvl6pPr>
              <a:defRPr sz="1650" b="0">
                <a:solidFill>
                  <a:srgbClr val="587081"/>
                </a:solidFill>
              </a:defRPr>
            </a:lvl6pPr>
            <a:lvl7pPr>
              <a:defRPr sz="1650" b="0">
                <a:solidFill>
                  <a:srgbClr val="587081"/>
                </a:solidFill>
              </a:defRPr>
            </a:lvl7pPr>
            <a:lvl8pPr>
              <a:defRPr sz="1650" b="0">
                <a:solidFill>
                  <a:srgbClr val="587081"/>
                </a:solidFill>
              </a:defRPr>
            </a:lvl8pPr>
            <a:lvl9pPr>
              <a:defRPr sz="1650" b="0">
                <a:solidFill>
                  <a:srgbClr val="587081"/>
                </a:solidFill>
              </a:defRPr>
            </a:lvl9pPr>
          </a:lstStyle>
          <a:p xmlns:a="http://schemas.openxmlformats.org/drawingml/2006/main">
            <a:pPr>
              <a:defRPr sz="1650" b="0">
                <a:solidFill>
                  <a:srgbClr val="587081"/>
                </a:solidFill>
              </a:defRPr>
            </a:pPr>
            <a:r>
              <a:rPr sz="1650" b="0">
                <a:solidFill>
                  <a:srgbClr val="587081"/>
                </a:solidFill>
              </a:rPr>
              <a:t>Peak solid temperature, 500 / 2000 W m⁻² K⁻¹</a:t>
            </a:r>
          </a:p>
        </p:txBody>
      </p:sp>
      <p:sp>
        <p:nvSpPr>
          <p:cNvPr id="8" name="80 W input. 20 °C coolant.&#10;300 × 200 × 6 mm panel.">
            <a:extLst xmlns:a="http://schemas.openxmlformats.org/drawingml/2006/main">
              <a:ext uri="{FF2B5EF4-FFF2-40B4-BE49-F238E27FC236}">
                <a16:creationId xmlns:a16="http://schemas.microsoft.com/office/drawing/2014/main" id="{23B4AFB6-C826-4825-A904-3B197DD34158}"/>
              </a:ext>
            </a:extLst>
          </p:cNvPr>
          <p:cNvSpPr>
            <a:spLocks xmlns:a="http://schemas.openxmlformats.org/drawingml/2006/main" noGrp="1"/>
          </p:cNvSpPr>
          <p:nvPr/>
        </p:nvSpPr>
        <p:spPr>
          <a:xfrm xmlns:a="http://schemas.openxmlformats.org/drawingml/2006/main">
            <a:off x="8248650" y="5562600"/>
            <a:ext cx="3409950" cy="676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875" b="0">
                <a:solidFill>
                  <a:srgbClr val="587081"/>
                </a:solidFill>
              </a:defRPr>
            </a:defPPr>
            <a:lvl1pPr>
              <a:defRPr sz="1875" b="0">
                <a:solidFill>
                  <a:srgbClr val="587081"/>
                </a:solidFill>
              </a:defRPr>
            </a:lvl1pPr>
            <a:lvl2pPr>
              <a:defRPr sz="1875" b="0">
                <a:solidFill>
                  <a:srgbClr val="587081"/>
                </a:solidFill>
              </a:defRPr>
            </a:lvl2pPr>
            <a:lvl3pPr>
              <a:defRPr sz="1875" b="0">
                <a:solidFill>
                  <a:srgbClr val="587081"/>
                </a:solidFill>
              </a:defRPr>
            </a:lvl3pPr>
            <a:lvl4pPr>
              <a:defRPr sz="1875" b="0">
                <a:solidFill>
                  <a:srgbClr val="587081"/>
                </a:solidFill>
              </a:defRPr>
            </a:lvl4pPr>
            <a:lvl5pPr>
              <a:defRPr sz="1875" b="0">
                <a:solidFill>
                  <a:srgbClr val="587081"/>
                </a:solidFill>
              </a:defRPr>
            </a:lvl5pPr>
            <a:lvl6pPr>
              <a:defRPr sz="1875" b="0">
                <a:solidFill>
                  <a:srgbClr val="587081"/>
                </a:solidFill>
              </a:defRPr>
            </a:lvl6pPr>
            <a:lvl7pPr>
              <a:defRPr sz="1875" b="0">
                <a:solidFill>
                  <a:srgbClr val="587081"/>
                </a:solidFill>
              </a:defRPr>
            </a:lvl7pPr>
            <a:lvl8pPr>
              <a:defRPr sz="1875" b="0">
                <a:solidFill>
                  <a:srgbClr val="587081"/>
                </a:solidFill>
              </a:defRPr>
            </a:lvl8pPr>
            <a:lvl9pPr>
              <a:defRPr sz="1875" b="0">
                <a:solidFill>
                  <a:srgbClr val="587081"/>
                </a:solidFill>
              </a:defRPr>
            </a:lvl9pPr>
          </a:lstStyle>
          <a:p xmlns:a="http://schemas.openxmlformats.org/drawingml/2006/main">
            <a:pPr>
              <a:defRPr sz="1875" b="0">
                <a:solidFill>
                  <a:srgbClr val="587081"/>
                </a:solidFill>
              </a:defRPr>
            </a:pPr>
            <a:r>
              <a:rPr sz="1875" b="0">
                <a:solidFill>
                  <a:srgbClr val="587081"/>
                </a:solidFill>
              </a:rPr>
              <a:t>80 W input. 20 °C coolant.</a:t>
            </a:r>
          </a:p>
          <a:p xmlns:a="http://schemas.openxmlformats.org/drawingml/2006/main">
            <a:pPr>
              <a:defRPr sz="1875" b="0">
                <a:solidFill>
                  <a:srgbClr val="587081"/>
                </a:solidFill>
              </a:defRPr>
            </a:pPr>
            <a:r>
              <a:rPr sz="1875" b="0">
                <a:solidFill>
                  <a:srgbClr val="587081"/>
                </a:solidFill>
              </a:rPr>
              <a:t>300 × 200 × 6 mm panel.</a:t>
            </a:r>
          </a:p>
        </p:txBody>
      </p:sp>
    </p:spTree>
    <p:extLst>
      <p:ext uri="{BB962C8B-B14F-4D97-AF65-F5344CB8AC3E}">
        <p14:creationId xmlns:p14="http://schemas.microsoft.com/office/powerpoint/2010/main" val="646698917"/>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Mounting restraint changes thermal stress">
            <a:extLst xmlns:a="http://schemas.openxmlformats.org/drawingml/2006/main">
              <a:ext uri="{FF2B5EF4-FFF2-40B4-BE49-F238E27FC236}">
                <a16:creationId xmlns:a16="http://schemas.microsoft.com/office/drawing/2014/main" id="{0F81DABA-33FB-44B2-9910-157F1B06A01F}"/>
              </a:ext>
            </a:extLst>
          </p:cNvPr>
          <p:cNvSpPr>
            <a:spLocks xmlns:a="http://schemas.openxmlformats.org/drawingml/2006/main" noGrp="1"/>
          </p:cNvSpPr>
          <p:nvPr/>
        </p:nvSpPr>
        <p:spPr>
          <a:xfrm xmlns:a="http://schemas.openxmlformats.org/drawingml/2006/main">
            <a:off x="533400" y="361950"/>
            <a:ext cx="111252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3150" b="1">
                <a:solidFill>
                  <a:srgbClr val="142B3D"/>
                </a:solidFill>
              </a:defRPr>
            </a:defPPr>
            <a:lvl1pPr>
              <a:defRPr sz="3150" b="1">
                <a:solidFill>
                  <a:srgbClr val="142B3D"/>
                </a:solidFill>
              </a:defRPr>
            </a:lvl1pPr>
            <a:lvl2pPr>
              <a:defRPr sz="3150" b="1">
                <a:solidFill>
                  <a:srgbClr val="142B3D"/>
                </a:solidFill>
              </a:defRPr>
            </a:lvl2pPr>
            <a:lvl3pPr>
              <a:defRPr sz="3150" b="1">
                <a:solidFill>
                  <a:srgbClr val="142B3D"/>
                </a:solidFill>
              </a:defRPr>
            </a:lvl3pPr>
            <a:lvl4pPr>
              <a:defRPr sz="3150" b="1">
                <a:solidFill>
                  <a:srgbClr val="142B3D"/>
                </a:solidFill>
              </a:defRPr>
            </a:lvl4pPr>
            <a:lvl5pPr>
              <a:defRPr sz="3150" b="1">
                <a:solidFill>
                  <a:srgbClr val="142B3D"/>
                </a:solidFill>
              </a:defRPr>
            </a:lvl5pPr>
            <a:lvl6pPr>
              <a:defRPr sz="3150" b="1">
                <a:solidFill>
                  <a:srgbClr val="142B3D"/>
                </a:solidFill>
              </a:defRPr>
            </a:lvl6pPr>
            <a:lvl7pPr>
              <a:defRPr sz="3150" b="1">
                <a:solidFill>
                  <a:srgbClr val="142B3D"/>
                </a:solidFill>
              </a:defRPr>
            </a:lvl7pPr>
            <a:lvl8pPr>
              <a:defRPr sz="3150" b="1">
                <a:solidFill>
                  <a:srgbClr val="142B3D"/>
                </a:solidFill>
              </a:defRPr>
            </a:lvl8pPr>
            <a:lvl9pPr>
              <a:defRPr sz="3150" b="1">
                <a:solidFill>
                  <a:srgbClr val="142B3D"/>
                </a:solidFill>
              </a:defRPr>
            </a:lvl9pPr>
          </a:lstStyle>
          <a:p xmlns:a="http://schemas.openxmlformats.org/drawingml/2006/main">
            <a:pPr>
              <a:defRPr sz="3150" b="1">
                <a:solidFill>
                  <a:srgbClr val="142B3D"/>
                </a:solidFill>
              </a:defRPr>
            </a:pPr>
            <a:r>
              <a:rPr sz="3150" b="1">
                <a:solidFill>
                  <a:srgbClr val="142B3D"/>
                </a:solidFill>
              </a:rPr>
              <a:t>Mounting restraint changes thermal stress</a:t>
            </a:r>
          </a:p>
        </p:txBody>
      </p:sp>
      <p:sp>
        <p:nvSpPr>
          <p:cNvPr id="2" name="Khani Solutions">
            <a:extLst xmlns:a="http://schemas.openxmlformats.org/drawingml/2006/main">
              <a:ext uri="{FF2B5EF4-FFF2-40B4-BE49-F238E27FC236}">
                <a16:creationId xmlns:a16="http://schemas.microsoft.com/office/drawing/2014/main" id="{53D806CA-5187-4C98-8044-B864B5D816A9}"/>
              </a:ext>
            </a:extLst>
          </p:cNvPr>
          <p:cNvSpPr>
            <a:spLocks xmlns:a="http://schemas.openxmlformats.org/drawingml/2006/main" noGrp="1"/>
          </p:cNvSpPr>
          <p:nvPr/>
        </p:nvSpPr>
        <p:spPr>
          <a:xfrm xmlns:a="http://schemas.openxmlformats.org/drawingml/2006/main">
            <a:off x="533400" y="6448425"/>
            <a:ext cx="2190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350" b="0">
                <a:solidFill>
                  <a:srgbClr val="587081"/>
                </a:solidFill>
              </a:defRPr>
            </a:defPPr>
            <a:lvl1pPr>
              <a:defRPr sz="1350" b="0">
                <a:solidFill>
                  <a:srgbClr val="587081"/>
                </a:solidFill>
              </a:defRPr>
            </a:lvl1pPr>
            <a:lvl2pPr>
              <a:defRPr sz="1350" b="0">
                <a:solidFill>
                  <a:srgbClr val="587081"/>
                </a:solidFill>
              </a:defRPr>
            </a:lvl2pPr>
            <a:lvl3pPr>
              <a:defRPr sz="1350" b="0">
                <a:solidFill>
                  <a:srgbClr val="587081"/>
                </a:solidFill>
              </a:defRPr>
            </a:lvl3pPr>
            <a:lvl4pPr>
              <a:defRPr sz="1350" b="0">
                <a:solidFill>
                  <a:srgbClr val="587081"/>
                </a:solidFill>
              </a:defRPr>
            </a:lvl4pPr>
            <a:lvl5pPr>
              <a:defRPr sz="1350" b="0">
                <a:solidFill>
                  <a:srgbClr val="587081"/>
                </a:solidFill>
              </a:defRPr>
            </a:lvl5pPr>
            <a:lvl6pPr>
              <a:defRPr sz="1350" b="0">
                <a:solidFill>
                  <a:srgbClr val="587081"/>
                </a:solidFill>
              </a:defRPr>
            </a:lvl6pPr>
            <a:lvl7pPr>
              <a:defRPr sz="1350" b="0">
                <a:solidFill>
                  <a:srgbClr val="587081"/>
                </a:solidFill>
              </a:defRPr>
            </a:lvl7pPr>
            <a:lvl8pPr>
              <a:defRPr sz="1350" b="0">
                <a:solidFill>
                  <a:srgbClr val="587081"/>
                </a:solidFill>
              </a:defRPr>
            </a:lvl8pPr>
            <a:lvl9pPr>
              <a:defRPr sz="1350" b="0">
                <a:solidFill>
                  <a:srgbClr val="587081"/>
                </a:solidFill>
              </a:defRPr>
            </a:lvl9pPr>
          </a:lstStyle>
          <a:p xmlns:a="http://schemas.openxmlformats.org/drawingml/2006/main">
            <a:pPr>
              <a:defRPr sz="1350" b="0">
                <a:solidFill>
                  <a:srgbClr val="587081"/>
                </a:solidFill>
              </a:defRPr>
            </a:pPr>
            <a:r>
              <a:rPr sz="1350" b="0">
                <a:solidFill>
                  <a:srgbClr val="587081"/>
                </a:solidFill>
              </a:rPr>
              <a:t>Khani Solutions</a:t>
            </a:r>
          </a:p>
        </p:txBody>
      </p:sp>
      <p:sp>
        <p:nvSpPr>
          <p:cNvPr id="3" name="11 / 18">
            <a:extLst xmlns:a="http://schemas.openxmlformats.org/drawingml/2006/main">
              <a:ext uri="{FF2B5EF4-FFF2-40B4-BE49-F238E27FC236}">
                <a16:creationId xmlns:a16="http://schemas.microsoft.com/office/drawing/2014/main" id="{A0608B94-B7AA-4B54-BDF3-15C4E26B92AA}"/>
              </a:ext>
            </a:extLst>
          </p:cNvPr>
          <p:cNvSpPr>
            <a:spLocks xmlns:a="http://schemas.openxmlformats.org/drawingml/2006/main" noGrp="1"/>
          </p:cNvSpPr>
          <p:nvPr/>
        </p:nvSpPr>
        <p:spPr>
          <a:xfrm xmlns:a="http://schemas.openxmlformats.org/drawingml/2006/main">
            <a:off x="10896600" y="6448425"/>
            <a:ext cx="857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350" b="0">
                <a:solidFill>
                  <a:srgbClr val="587081"/>
                </a:solidFill>
              </a:defRPr>
            </a:defPPr>
            <a:lvl1pPr>
              <a:defRPr sz="1350" b="0">
                <a:solidFill>
                  <a:srgbClr val="587081"/>
                </a:solidFill>
              </a:defRPr>
            </a:lvl1pPr>
            <a:lvl2pPr>
              <a:defRPr sz="1350" b="0">
                <a:solidFill>
                  <a:srgbClr val="587081"/>
                </a:solidFill>
              </a:defRPr>
            </a:lvl2pPr>
            <a:lvl3pPr>
              <a:defRPr sz="1350" b="0">
                <a:solidFill>
                  <a:srgbClr val="587081"/>
                </a:solidFill>
              </a:defRPr>
            </a:lvl3pPr>
            <a:lvl4pPr>
              <a:defRPr sz="1350" b="0">
                <a:solidFill>
                  <a:srgbClr val="587081"/>
                </a:solidFill>
              </a:defRPr>
            </a:lvl4pPr>
            <a:lvl5pPr>
              <a:defRPr sz="1350" b="0">
                <a:solidFill>
                  <a:srgbClr val="587081"/>
                </a:solidFill>
              </a:defRPr>
            </a:lvl5pPr>
            <a:lvl6pPr>
              <a:defRPr sz="1350" b="0">
                <a:solidFill>
                  <a:srgbClr val="587081"/>
                </a:solidFill>
              </a:defRPr>
            </a:lvl6pPr>
            <a:lvl7pPr>
              <a:defRPr sz="1350" b="0">
                <a:solidFill>
                  <a:srgbClr val="587081"/>
                </a:solidFill>
              </a:defRPr>
            </a:lvl7pPr>
            <a:lvl8pPr>
              <a:defRPr sz="1350" b="0">
                <a:solidFill>
                  <a:srgbClr val="587081"/>
                </a:solidFill>
              </a:defRPr>
            </a:lvl8pPr>
            <a:lvl9pPr>
              <a:defRPr sz="1350" b="0">
                <a:solidFill>
                  <a:srgbClr val="587081"/>
                </a:solidFill>
              </a:defRPr>
            </a:lvl9pPr>
          </a:lstStyle>
          <a:p xmlns:a="http://schemas.openxmlformats.org/drawingml/2006/main">
            <a:pPr>
              <a:defRPr sz="1350" b="0">
                <a:solidFill>
                  <a:srgbClr val="587081"/>
                </a:solidFill>
              </a:defRPr>
            </a:pPr>
            <a:r>
              <a:rPr sz="1350" b="0">
                <a:solidFill>
                  <a:srgbClr val="587081"/>
                </a:solidFill>
              </a:rPr>
              <a:t>11 / 18</a:t>
            </a:r>
          </a:p>
        </p:txBody>
      </p:sp>
      <p:sp>
        <p:nvSpPr>
          <p:cNvPr id="4" name="Detailed evidence on the website">
            <a:extLst xmlns:a="http://schemas.openxmlformats.org/drawingml/2006/main">
              <a:ext uri="{FF2B5EF4-FFF2-40B4-BE49-F238E27FC236}">
                <a16:creationId xmlns:a16="http://schemas.microsoft.com/office/drawing/2014/main" id="{FEB0494A-E1B5-444C-97FB-0C2D6F7FFE9C}"/>
              </a:ext>
            </a:extLst>
          </p:cNvPr>
          <p:cNvSpPr>
            <a:spLocks xmlns:a="http://schemas.openxmlformats.org/drawingml/2006/main" noGrp="1"/>
          </p:cNvSpPr>
          <p:nvPr/>
        </p:nvSpPr>
        <p:spPr>
          <a:xfrm xmlns:a="http://schemas.openxmlformats.org/drawingml/2006/main">
            <a:off x="7000875" y="6448425"/>
            <a:ext cx="34766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350" b="0">
                <a:solidFill>
                  <a:srgbClr val="087F95"/>
                </a:solidFill>
              </a:defRPr>
            </a:defPPr>
            <a:lvl1pPr>
              <a:defRPr sz="1350" b="0">
                <a:solidFill>
                  <a:srgbClr val="087F95"/>
                </a:solidFill>
              </a:defRPr>
            </a:lvl1pPr>
            <a:lvl2pPr>
              <a:defRPr sz="1350" b="0">
                <a:solidFill>
                  <a:srgbClr val="087F95"/>
                </a:solidFill>
              </a:defRPr>
            </a:lvl2pPr>
            <a:lvl3pPr>
              <a:defRPr sz="1350" b="0">
                <a:solidFill>
                  <a:srgbClr val="087F95"/>
                </a:solidFill>
              </a:defRPr>
            </a:lvl3pPr>
            <a:lvl4pPr>
              <a:defRPr sz="1350" b="0">
                <a:solidFill>
                  <a:srgbClr val="087F95"/>
                </a:solidFill>
              </a:defRPr>
            </a:lvl4pPr>
            <a:lvl5pPr>
              <a:defRPr sz="1350" b="0">
                <a:solidFill>
                  <a:srgbClr val="087F95"/>
                </a:solidFill>
              </a:defRPr>
            </a:lvl5pPr>
            <a:lvl6pPr>
              <a:defRPr sz="1350" b="0">
                <a:solidFill>
                  <a:srgbClr val="087F95"/>
                </a:solidFill>
              </a:defRPr>
            </a:lvl6pPr>
            <a:lvl7pPr>
              <a:defRPr sz="1350" b="0">
                <a:solidFill>
                  <a:srgbClr val="087F95"/>
                </a:solidFill>
              </a:defRPr>
            </a:lvl7pPr>
            <a:lvl8pPr>
              <a:defRPr sz="1350" b="0">
                <a:solidFill>
                  <a:srgbClr val="087F95"/>
                </a:solidFill>
              </a:defRPr>
            </a:lvl8pPr>
            <a:lvl9pPr>
              <a:defRPr sz="1350" b="0">
                <a:solidFill>
                  <a:srgbClr val="087F95"/>
                </a:solidFill>
              </a:defRPr>
            </a:lvl9pPr>
          </a:lstStyle>
          <a:p xmlns:a="http://schemas.openxmlformats.org/drawingml/2006/main">
            <a:pPr>
              <a:defRPr sz="1350" b="0">
                <a:solidFill>
                  <a:srgbClr val="087F95"/>
                </a:solidFill>
              </a:defRPr>
            </a:pPr>
            <a:r>
              <a:rPr sz="1350" b="0">
                <a:solidFill>
                  <a:srgbClr val="087F95"/>
                </a:solidFill>
                <a:hlinkClick xmlns:r="http://schemas.openxmlformats.org/officeDocument/2006/relationships" r:id="R1f09bffd20c84886"/>
              </a:rPr>
              <a:t>Detailed evidence on the website</a:t>
            </a:r>
          </a:p>
        </p:txBody>
      </p:sp>
      <p:pic>
        <p:nvPicPr>
          <p:cNvPr id="5" name="">
            <a:extLst xmlns:a="http://schemas.openxmlformats.org/drawingml/2006/main">
              <a:ext uri="{FF2B5EF4-FFF2-40B4-BE49-F238E27FC236}">
                <a16:creationId xmlns:a16="http://schemas.microsoft.com/office/drawing/2014/main" id="{C441D225-DC44-4669-AAD9-86852E869E52}"/>
              </a:ext>
            </a:extLst>
          </p:cNvPr>
          <p:cNvPicPr>
            <a:picLocks xmlns:a="http://schemas.openxmlformats.org/drawingml/2006/main" noChangeAspect="1"/>
          </p:cNvPicPr>
          <p:nvPr/>
        </p:nvPicPr>
        <p:blipFill>
          <a:blip xmlns:r="http://schemas.openxmlformats.org/officeDocument/2006/relationships" xmlns:a="http://schemas.openxmlformats.org/drawingml/2006/main" r:embed="Rd189993832854365"/>
          <a:stretch xmlns:a="http://schemas.openxmlformats.org/drawingml/2006/main"/>
        </p:blipFill>
        <p:spPr>
          <a:xfrm xmlns:a="http://schemas.openxmlformats.org/drawingml/2006/main">
            <a:off x="1706880" y="1562100"/>
            <a:ext cx="8778240" cy="3429000"/>
          </a:xfrm>
          <a:prstGeom xmlns:a="http://schemas.openxmlformats.org/drawingml/2006/main" prst="rect">
            <a:avLst/>
          </a:prstGeom>
        </p:spPr>
      </p:pic>
      <p:graphicFrame>
        <p:nvGraphicFramePr>
          <p:cNvPr id="6" name="">
            <a:extLst xmlns:a="http://schemas.openxmlformats.org/drawingml/2006/main">
              <a:ext uri="{FF2B5EF4-FFF2-40B4-BE49-F238E27FC236}">
                <a16:creationId xmlns:a16="http://schemas.microsoft.com/office/drawing/2014/main" id="{35622331-2E4E-4DA3-BB7F-61DA76F64C50}"/>
              </a:ext>
            </a:extLst>
          </p:cNvPr>
          <p:cNvGraphicFramePr/>
          <p:nvPr/>
        </p:nvGraphicFramePr>
        <p:xfrm>
          <a:off xmlns:a="http://schemas.openxmlformats.org/drawingml/2006/main" x="533400" y="5067300"/>
          <a:ext xmlns:a="http://schemas.openxmlformats.org/drawingml/2006/main" cx="11125200" cy="1085850"/>
        </p:xfrm>
        <a:graphic xmlns:a="http://schemas.openxmlformats.org/drawingml/2006/main">
          <a:graphicData uri="http://schemas.openxmlformats.org/drawingml/2006/table">
            <a:tbl>
              <a:tblPr firstRow="1" bandRow="0"/>
              <a:tblGrid>
                <a:gridCol w="2762250"/>
                <a:gridCol w="2667000"/>
                <a:gridCol w="2667000"/>
                <a:gridCol w="3028950"/>
              </a:tblGrid>
              <a:tr h="361950">
                <a:tc>
                  <a:txBody>
                    <a:bodyPr/>
                    <a:lstStyle/>
                    <a:p>
                      <a:r>
                        <a:rPr sz="1500" b="1">
                          <a:solidFill>
                            <a:srgbClr val="FFFFFF"/>
                          </a:solidFill>
                        </a:rPr>
                        <a:t>Restraint</a:t>
                      </a:r>
                    </a:p>
                  </a:txBody>
                  <a:tcPr marL="95250" marR="95250" marT="76200" marB="76200" anchor="ctr">
                    <a:lnL w="7620">
                      <a:solidFill>
                        <a:srgbClr val="E4EBEF"/>
                      </a:solidFill>
                      <a:prstDash val="solid"/>
                    </a:lnL>
                    <a:lnR w="7620">
                      <a:solidFill>
                        <a:srgbClr val="E4EBEF"/>
                      </a:solidFill>
                      <a:prstDash val="solid"/>
                    </a:lnR>
                    <a:lnT w="7620">
                      <a:solidFill>
                        <a:srgbClr val="E4EBEF"/>
                      </a:solidFill>
                      <a:prstDash val="solid"/>
                    </a:lnT>
                    <a:lnB w="7620">
                      <a:solidFill>
                        <a:srgbClr val="E4EBEF"/>
                      </a:solidFill>
                      <a:prstDash val="solid"/>
                    </a:lnB>
                    <a:solidFill>
                      <a:srgbClr val="142B3D"/>
                    </a:solidFill>
                  </a:tcPr>
                </a:tc>
                <a:tc>
                  <a:txBody>
                    <a:bodyPr/>
                    <a:lstStyle/>
                    <a:p>
                      <a:r>
                        <a:rPr sz="1500" b="1">
                          <a:solidFill>
                            <a:srgbClr val="FFFFFF"/>
                          </a:solidFill>
                        </a:rPr>
                        <a:t>95th percentile stress</a:t>
                      </a:r>
                    </a:p>
                  </a:txBody>
                  <a:tcPr marL="95250" marR="95250" marT="76200" marB="76200" anchor="ctr">
                    <a:lnR w="7620">
                      <a:solidFill>
                        <a:srgbClr val="E4EBEF"/>
                      </a:solidFill>
                      <a:prstDash val="solid"/>
                    </a:lnR>
                    <a:lnT w="7620">
                      <a:solidFill>
                        <a:srgbClr val="E4EBEF"/>
                      </a:solidFill>
                      <a:prstDash val="solid"/>
                    </a:lnT>
                    <a:lnB w="7620">
                      <a:solidFill>
                        <a:srgbClr val="E4EBEF"/>
                      </a:solidFill>
                      <a:prstDash val="solid"/>
                    </a:lnB>
                    <a:solidFill>
                      <a:srgbClr val="142B3D"/>
                    </a:solidFill>
                  </a:tcPr>
                </a:tc>
                <a:tc>
                  <a:txBody>
                    <a:bodyPr/>
                    <a:lstStyle/>
                    <a:p>
                      <a:r>
                        <a:rPr sz="1500" b="1">
                          <a:solidFill>
                            <a:srgbClr val="FFFFFF"/>
                          </a:solidFill>
                        </a:rPr>
                        <a:t>Peak stress</a:t>
                      </a:r>
                    </a:p>
                  </a:txBody>
                  <a:tcPr marL="95250" marR="95250" marT="76200" marB="76200" anchor="ctr">
                    <a:lnR w="7620">
                      <a:solidFill>
                        <a:srgbClr val="E4EBEF"/>
                      </a:solidFill>
                      <a:prstDash val="solid"/>
                    </a:lnR>
                    <a:lnT w="7620">
                      <a:solidFill>
                        <a:srgbClr val="E4EBEF"/>
                      </a:solidFill>
                      <a:prstDash val="solid"/>
                    </a:lnT>
                    <a:lnB w="7620">
                      <a:solidFill>
                        <a:srgbClr val="E4EBEF"/>
                      </a:solidFill>
                      <a:prstDash val="solid"/>
                    </a:lnB>
                    <a:solidFill>
                      <a:srgbClr val="142B3D"/>
                    </a:solidFill>
                  </a:tcPr>
                </a:tc>
                <a:tc>
                  <a:txBody>
                    <a:bodyPr/>
                    <a:lstStyle/>
                    <a:p>
                      <a:r>
                        <a:rPr sz="1500" b="1">
                          <a:solidFill>
                            <a:srgbClr val="FFFFFF"/>
                          </a:solidFill>
                        </a:rPr>
                        <a:t>Maximum movement</a:t>
                      </a:r>
                    </a:p>
                  </a:txBody>
                  <a:tcPr marL="95250" marR="95250" marT="76200" marB="76200" anchor="ctr">
                    <a:lnR w="7620">
                      <a:solidFill>
                        <a:srgbClr val="E4EBEF"/>
                      </a:solidFill>
                      <a:prstDash val="solid"/>
                    </a:lnR>
                    <a:lnT w="7620">
                      <a:solidFill>
                        <a:srgbClr val="E4EBEF"/>
                      </a:solidFill>
                      <a:prstDash val="solid"/>
                    </a:lnT>
                    <a:lnB w="7620">
                      <a:solidFill>
                        <a:srgbClr val="E4EBEF"/>
                      </a:solidFill>
                      <a:prstDash val="solid"/>
                    </a:lnB>
                    <a:solidFill>
                      <a:srgbClr val="142B3D"/>
                    </a:solidFill>
                  </a:tcPr>
                </a:tc>
              </a:tr>
              <a:tr h="361950">
                <a:tc>
                  <a:txBody>
                    <a:bodyPr/>
                    <a:lstStyle/>
                    <a:p>
                      <a:r>
                        <a:rPr sz="1500">
                          <a:solidFill>
                            <a:srgbClr val="142B3D"/>
                          </a:solidFill>
                        </a:rPr>
                        <a:t>Both ends clamped</a:t>
                      </a:r>
                    </a:p>
                  </a:txBody>
                  <a:tcPr marL="95250" marR="95250" marT="76200" marB="76200" anchor="ctr">
                    <a:lnL w="7620">
                      <a:solidFill>
                        <a:srgbClr val="E4EBEF"/>
                      </a:solidFill>
                      <a:prstDash val="solid"/>
                    </a:lnL>
                    <a:lnR w="7620">
                      <a:solidFill>
                        <a:srgbClr val="E4EBEF"/>
                      </a:solidFill>
                      <a:prstDash val="solid"/>
                    </a:lnR>
                    <a:lnB w="7620">
                      <a:solidFill>
                        <a:srgbClr val="E4EBEF"/>
                      </a:solidFill>
                      <a:prstDash val="solid"/>
                    </a:lnB>
                    <a:solidFill>
                      <a:srgbClr val="FFFFFF"/>
                    </a:solidFill>
                  </a:tcPr>
                </a:tc>
                <a:tc>
                  <a:txBody>
                    <a:bodyPr/>
                    <a:lstStyle/>
                    <a:p>
                      <a:r>
                        <a:rPr sz="1500">
                          <a:solidFill>
                            <a:srgbClr val="142B3D"/>
                          </a:solidFill>
                        </a:rPr>
                        <a:t>33.11 MPa</a:t>
                      </a:r>
                    </a:p>
                  </a:txBody>
                  <a:tcPr marL="95250" marR="95250" marT="76200" marB="76200" anchor="ctr">
                    <a:lnR w="7620">
                      <a:solidFill>
                        <a:srgbClr val="E4EBEF"/>
                      </a:solidFill>
                      <a:prstDash val="solid"/>
                    </a:lnR>
                    <a:lnB w="7620">
                      <a:solidFill>
                        <a:srgbClr val="E4EBEF"/>
                      </a:solidFill>
                      <a:prstDash val="solid"/>
                    </a:lnB>
                    <a:solidFill>
                      <a:srgbClr val="FFFFFF"/>
                    </a:solidFill>
                  </a:tcPr>
                </a:tc>
                <a:tc>
                  <a:txBody>
                    <a:bodyPr/>
                    <a:lstStyle/>
                    <a:p>
                      <a:r>
                        <a:rPr sz="1500">
                          <a:solidFill>
                            <a:srgbClr val="142B3D"/>
                          </a:solidFill>
                        </a:rPr>
                        <a:t>57.25 MPa</a:t>
                      </a:r>
                    </a:p>
                  </a:txBody>
                  <a:tcPr marL="95250" marR="95250" marT="76200" marB="76200" anchor="ctr">
                    <a:lnR w="7620">
                      <a:solidFill>
                        <a:srgbClr val="E4EBEF"/>
                      </a:solidFill>
                      <a:prstDash val="solid"/>
                    </a:lnR>
                    <a:lnB w="7620">
                      <a:solidFill>
                        <a:srgbClr val="E4EBEF"/>
                      </a:solidFill>
                      <a:prstDash val="solid"/>
                    </a:lnB>
                    <a:solidFill>
                      <a:srgbClr val="FFFFFF"/>
                    </a:solidFill>
                  </a:tcPr>
                </a:tc>
                <a:tc>
                  <a:txBody>
                    <a:bodyPr/>
                    <a:lstStyle/>
                    <a:p>
                      <a:r>
                        <a:rPr sz="1500">
                          <a:solidFill>
                            <a:srgbClr val="142B3D"/>
                          </a:solidFill>
                        </a:rPr>
                        <a:t>0.064 mm</a:t>
                      </a:r>
                    </a:p>
                  </a:txBody>
                  <a:tcPr marL="95250" marR="95250" marT="76200" marB="76200" anchor="ctr">
                    <a:lnR w="7620">
                      <a:solidFill>
                        <a:srgbClr val="E4EBEF"/>
                      </a:solidFill>
                      <a:prstDash val="solid"/>
                    </a:lnR>
                    <a:lnB w="7620">
                      <a:solidFill>
                        <a:srgbClr val="E4EBEF"/>
                      </a:solidFill>
                      <a:prstDash val="solid"/>
                    </a:lnB>
                    <a:solidFill>
                      <a:srgbClr val="FFFFFF"/>
                    </a:solidFill>
                  </a:tcPr>
                </a:tc>
              </a:tr>
              <a:tr h="361950">
                <a:tc>
                  <a:txBody>
                    <a:bodyPr/>
                    <a:lstStyle/>
                    <a:p>
                      <a:r>
                        <a:rPr sz="1500">
                          <a:solidFill>
                            <a:srgbClr val="142B3D"/>
                          </a:solidFill>
                        </a:rPr>
                        <a:t>Sliding restraint</a:t>
                      </a:r>
                    </a:p>
                  </a:txBody>
                  <a:tcPr marL="95250" marR="95250" marT="76200" marB="76200" anchor="ctr">
                    <a:lnL w="7620">
                      <a:solidFill>
                        <a:srgbClr val="E4EBEF"/>
                      </a:solidFill>
                      <a:prstDash val="solid"/>
                    </a:lnL>
                    <a:lnR w="7620">
                      <a:solidFill>
                        <a:srgbClr val="E4EBEF"/>
                      </a:solidFill>
                      <a:prstDash val="solid"/>
                    </a:lnR>
                    <a:lnB w="7620">
                      <a:solidFill>
                        <a:srgbClr val="E4EBEF"/>
                      </a:solidFill>
                      <a:prstDash val="solid"/>
                    </a:lnB>
                    <a:solidFill>
                      <a:srgbClr val="FFFFFF"/>
                    </a:solidFill>
                  </a:tcPr>
                </a:tc>
                <a:tc>
                  <a:txBody>
                    <a:bodyPr/>
                    <a:lstStyle/>
                    <a:p>
                      <a:r>
                        <a:rPr sz="1500">
                          <a:solidFill>
                            <a:srgbClr val="142B3D"/>
                          </a:solidFill>
                        </a:rPr>
                        <a:t>8.51 MPa</a:t>
                      </a:r>
                    </a:p>
                  </a:txBody>
                  <a:tcPr marL="95250" marR="95250" marT="76200" marB="76200" anchor="ctr">
                    <a:lnR w="7620">
                      <a:solidFill>
                        <a:srgbClr val="E4EBEF"/>
                      </a:solidFill>
                      <a:prstDash val="solid"/>
                    </a:lnR>
                    <a:lnB w="7620">
                      <a:solidFill>
                        <a:srgbClr val="E4EBEF"/>
                      </a:solidFill>
                      <a:prstDash val="solid"/>
                    </a:lnB>
                    <a:solidFill>
                      <a:srgbClr val="FFFFFF"/>
                    </a:solidFill>
                  </a:tcPr>
                </a:tc>
                <a:tc>
                  <a:txBody>
                    <a:bodyPr/>
                    <a:lstStyle/>
                    <a:p>
                      <a:r>
                        <a:rPr sz="1500">
                          <a:solidFill>
                            <a:srgbClr val="142B3D"/>
                          </a:solidFill>
                        </a:rPr>
                        <a:t>13.01 MPa</a:t>
                      </a:r>
                    </a:p>
                  </a:txBody>
                  <a:tcPr marL="95250" marR="95250" marT="76200" marB="76200" anchor="ctr">
                    <a:lnR w="7620">
                      <a:solidFill>
                        <a:srgbClr val="E4EBEF"/>
                      </a:solidFill>
                      <a:prstDash val="solid"/>
                    </a:lnR>
                    <a:lnB w="7620">
                      <a:solidFill>
                        <a:srgbClr val="E4EBEF"/>
                      </a:solidFill>
                      <a:prstDash val="solid"/>
                    </a:lnB>
                    <a:solidFill>
                      <a:srgbClr val="FFFFFF"/>
                    </a:solidFill>
                  </a:tcPr>
                </a:tc>
                <a:tc>
                  <a:txBody>
                    <a:bodyPr/>
                    <a:lstStyle/>
                    <a:p>
                      <a:r>
                        <a:rPr sz="1500">
                          <a:solidFill>
                            <a:srgbClr val="142B3D"/>
                          </a:solidFill>
                        </a:rPr>
                        <a:t>0.120 mm</a:t>
                      </a:r>
                    </a:p>
                  </a:txBody>
                  <a:tcPr marL="95250" marR="95250" marT="76200" marB="76200" anchor="ctr">
                    <a:lnR w="7620">
                      <a:solidFill>
                        <a:srgbClr val="E4EBEF"/>
                      </a:solidFill>
                      <a:prstDash val="solid"/>
                    </a:lnR>
                    <a:lnB w="7620">
                      <a:solidFill>
                        <a:srgbClr val="E4EBEF"/>
                      </a:solidFill>
                      <a:prstDash val="solid"/>
                    </a:lnB>
                    <a:solidFill>
                      <a:srgbClr val="FFFFFF"/>
                    </a:solidFill>
                  </a:tcPr>
                </a:tc>
              </a:tr>
            </a:tbl>
          </a:graphicData>
        </a:graphic>
      </p:graphicFrame>
      <p:sp>
        <p:nvSpPr>
          <p:cNvPr id="7" name="Clamp peak is mesh sensitive. The 95th percentile is the primary ">
            <a:extLst xmlns:a="http://schemas.openxmlformats.org/drawingml/2006/main">
              <a:ext uri="{FF2B5EF4-FFF2-40B4-BE49-F238E27FC236}">
                <a16:creationId xmlns:a16="http://schemas.microsoft.com/office/drawing/2014/main" id="{DE442B12-D87F-4DA8-B29F-6067766BF341}"/>
              </a:ext>
            </a:extLst>
          </p:cNvPr>
          <p:cNvSpPr>
            <a:spLocks xmlns:a="http://schemas.openxmlformats.org/drawingml/2006/main" noGrp="1"/>
          </p:cNvSpPr>
          <p:nvPr/>
        </p:nvSpPr>
        <p:spPr>
          <a:xfrm xmlns:a="http://schemas.openxmlformats.org/drawingml/2006/main">
            <a:off x="533400" y="6210300"/>
            <a:ext cx="111252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275" b="0">
                <a:solidFill>
                  <a:srgbClr val="587081"/>
                </a:solidFill>
              </a:defRPr>
            </a:defPPr>
            <a:lvl1pPr>
              <a:defRPr sz="1275" b="0">
                <a:solidFill>
                  <a:srgbClr val="587081"/>
                </a:solidFill>
              </a:defRPr>
            </a:lvl1pPr>
            <a:lvl2pPr>
              <a:defRPr sz="1275" b="0">
                <a:solidFill>
                  <a:srgbClr val="587081"/>
                </a:solidFill>
              </a:defRPr>
            </a:lvl2pPr>
            <a:lvl3pPr>
              <a:defRPr sz="1275" b="0">
                <a:solidFill>
                  <a:srgbClr val="587081"/>
                </a:solidFill>
              </a:defRPr>
            </a:lvl3pPr>
            <a:lvl4pPr>
              <a:defRPr sz="1275" b="0">
                <a:solidFill>
                  <a:srgbClr val="587081"/>
                </a:solidFill>
              </a:defRPr>
            </a:lvl4pPr>
            <a:lvl5pPr>
              <a:defRPr sz="1275" b="0">
                <a:solidFill>
                  <a:srgbClr val="587081"/>
                </a:solidFill>
              </a:defRPr>
            </a:lvl5pPr>
            <a:lvl6pPr>
              <a:defRPr sz="1275" b="0">
                <a:solidFill>
                  <a:srgbClr val="587081"/>
                </a:solidFill>
              </a:defRPr>
            </a:lvl6pPr>
            <a:lvl7pPr>
              <a:defRPr sz="1275" b="0">
                <a:solidFill>
                  <a:srgbClr val="587081"/>
                </a:solidFill>
              </a:defRPr>
            </a:lvl7pPr>
            <a:lvl8pPr>
              <a:defRPr sz="1275" b="0">
                <a:solidFill>
                  <a:srgbClr val="587081"/>
                </a:solidFill>
              </a:defRPr>
            </a:lvl8pPr>
            <a:lvl9pPr>
              <a:defRPr sz="1275" b="0">
                <a:solidFill>
                  <a:srgbClr val="587081"/>
                </a:solidFill>
              </a:defRPr>
            </a:lvl9pPr>
          </a:lstStyle>
          <a:p xmlns:a="http://schemas.openxmlformats.org/drawingml/2006/main">
            <a:pPr>
              <a:defRPr sz="1275" b="0">
                <a:solidFill>
                  <a:srgbClr val="587081"/>
                </a:solidFill>
              </a:defRPr>
            </a:pPr>
            <a:r>
              <a:rPr sz="1275" b="0">
                <a:solidFill>
                  <a:srgbClr val="587081"/>
                </a:solidFill>
              </a:rPr>
              <a:t>Clamp peak is mesh sensitive. The 95th percentile is the primary comparison.</a:t>
            </a:r>
          </a:p>
        </p:txBody>
      </p:sp>
    </p:spTree>
    <p:extLst>
      <p:ext uri="{BB962C8B-B14F-4D97-AF65-F5344CB8AC3E}">
        <p14:creationId xmlns:p14="http://schemas.microsoft.com/office/powerpoint/2010/main" val="1217867356"/>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Forced ventilation inside a pressurized equipment bay">
            <a:extLst xmlns:a="http://schemas.openxmlformats.org/drawingml/2006/main">
              <a:ext uri="{FF2B5EF4-FFF2-40B4-BE49-F238E27FC236}">
                <a16:creationId xmlns:a16="http://schemas.microsoft.com/office/drawing/2014/main" id="{AFDF11A4-01A0-4E71-8010-84898EE41EBE}"/>
              </a:ext>
            </a:extLst>
          </p:cNvPr>
          <p:cNvSpPr>
            <a:spLocks xmlns:a="http://schemas.openxmlformats.org/drawingml/2006/main" noGrp="1"/>
          </p:cNvSpPr>
          <p:nvPr/>
        </p:nvSpPr>
        <p:spPr>
          <a:xfrm xmlns:a="http://schemas.openxmlformats.org/drawingml/2006/main">
            <a:off x="533400" y="361950"/>
            <a:ext cx="111252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3150" b="1">
                <a:solidFill>
                  <a:srgbClr val="142B3D"/>
                </a:solidFill>
              </a:defRPr>
            </a:defPPr>
            <a:lvl1pPr>
              <a:defRPr sz="3150" b="1">
                <a:solidFill>
                  <a:srgbClr val="142B3D"/>
                </a:solidFill>
              </a:defRPr>
            </a:lvl1pPr>
            <a:lvl2pPr>
              <a:defRPr sz="3150" b="1">
                <a:solidFill>
                  <a:srgbClr val="142B3D"/>
                </a:solidFill>
              </a:defRPr>
            </a:lvl2pPr>
            <a:lvl3pPr>
              <a:defRPr sz="3150" b="1">
                <a:solidFill>
                  <a:srgbClr val="142B3D"/>
                </a:solidFill>
              </a:defRPr>
            </a:lvl3pPr>
            <a:lvl4pPr>
              <a:defRPr sz="3150" b="1">
                <a:solidFill>
                  <a:srgbClr val="142B3D"/>
                </a:solidFill>
              </a:defRPr>
            </a:lvl4pPr>
            <a:lvl5pPr>
              <a:defRPr sz="3150" b="1">
                <a:solidFill>
                  <a:srgbClr val="142B3D"/>
                </a:solidFill>
              </a:defRPr>
            </a:lvl5pPr>
            <a:lvl6pPr>
              <a:defRPr sz="3150" b="1">
                <a:solidFill>
                  <a:srgbClr val="142B3D"/>
                </a:solidFill>
              </a:defRPr>
            </a:lvl6pPr>
            <a:lvl7pPr>
              <a:defRPr sz="3150" b="1">
                <a:solidFill>
                  <a:srgbClr val="142B3D"/>
                </a:solidFill>
              </a:defRPr>
            </a:lvl7pPr>
            <a:lvl8pPr>
              <a:defRPr sz="3150" b="1">
                <a:solidFill>
                  <a:srgbClr val="142B3D"/>
                </a:solidFill>
              </a:defRPr>
            </a:lvl8pPr>
            <a:lvl9pPr>
              <a:defRPr sz="3150" b="1">
                <a:solidFill>
                  <a:srgbClr val="142B3D"/>
                </a:solidFill>
              </a:defRPr>
            </a:lvl9pPr>
          </a:lstStyle>
          <a:p xmlns:a="http://schemas.openxmlformats.org/drawingml/2006/main">
            <a:pPr>
              <a:defRPr sz="3150" b="1">
                <a:solidFill>
                  <a:srgbClr val="142B3D"/>
                </a:solidFill>
              </a:defRPr>
            </a:pPr>
            <a:r>
              <a:rPr sz="3150" b="1">
                <a:solidFill>
                  <a:srgbClr val="142B3D"/>
                </a:solidFill>
              </a:rPr>
              <a:t>Forced ventilation inside a pressurized equipment bay</a:t>
            </a:r>
          </a:p>
        </p:txBody>
      </p:sp>
      <p:sp>
        <p:nvSpPr>
          <p:cNvPr id="2" name="Khani Solutions">
            <a:extLst xmlns:a="http://schemas.openxmlformats.org/drawingml/2006/main">
              <a:ext uri="{FF2B5EF4-FFF2-40B4-BE49-F238E27FC236}">
                <a16:creationId xmlns:a16="http://schemas.microsoft.com/office/drawing/2014/main" id="{E052BA7E-53E7-49D8-949F-7B72E9C2259F}"/>
              </a:ext>
            </a:extLst>
          </p:cNvPr>
          <p:cNvSpPr>
            <a:spLocks xmlns:a="http://schemas.openxmlformats.org/drawingml/2006/main" noGrp="1"/>
          </p:cNvSpPr>
          <p:nvPr/>
        </p:nvSpPr>
        <p:spPr>
          <a:xfrm xmlns:a="http://schemas.openxmlformats.org/drawingml/2006/main">
            <a:off x="533400" y="6448425"/>
            <a:ext cx="2190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350" b="0">
                <a:solidFill>
                  <a:srgbClr val="587081"/>
                </a:solidFill>
              </a:defRPr>
            </a:defPPr>
            <a:lvl1pPr>
              <a:defRPr sz="1350" b="0">
                <a:solidFill>
                  <a:srgbClr val="587081"/>
                </a:solidFill>
              </a:defRPr>
            </a:lvl1pPr>
            <a:lvl2pPr>
              <a:defRPr sz="1350" b="0">
                <a:solidFill>
                  <a:srgbClr val="587081"/>
                </a:solidFill>
              </a:defRPr>
            </a:lvl2pPr>
            <a:lvl3pPr>
              <a:defRPr sz="1350" b="0">
                <a:solidFill>
                  <a:srgbClr val="587081"/>
                </a:solidFill>
              </a:defRPr>
            </a:lvl3pPr>
            <a:lvl4pPr>
              <a:defRPr sz="1350" b="0">
                <a:solidFill>
                  <a:srgbClr val="587081"/>
                </a:solidFill>
              </a:defRPr>
            </a:lvl4pPr>
            <a:lvl5pPr>
              <a:defRPr sz="1350" b="0">
                <a:solidFill>
                  <a:srgbClr val="587081"/>
                </a:solidFill>
              </a:defRPr>
            </a:lvl5pPr>
            <a:lvl6pPr>
              <a:defRPr sz="1350" b="0">
                <a:solidFill>
                  <a:srgbClr val="587081"/>
                </a:solidFill>
              </a:defRPr>
            </a:lvl6pPr>
            <a:lvl7pPr>
              <a:defRPr sz="1350" b="0">
                <a:solidFill>
                  <a:srgbClr val="587081"/>
                </a:solidFill>
              </a:defRPr>
            </a:lvl7pPr>
            <a:lvl8pPr>
              <a:defRPr sz="1350" b="0">
                <a:solidFill>
                  <a:srgbClr val="587081"/>
                </a:solidFill>
              </a:defRPr>
            </a:lvl8pPr>
            <a:lvl9pPr>
              <a:defRPr sz="1350" b="0">
                <a:solidFill>
                  <a:srgbClr val="587081"/>
                </a:solidFill>
              </a:defRPr>
            </a:lvl9pPr>
          </a:lstStyle>
          <a:p xmlns:a="http://schemas.openxmlformats.org/drawingml/2006/main">
            <a:pPr>
              <a:defRPr sz="1350" b="0">
                <a:solidFill>
                  <a:srgbClr val="587081"/>
                </a:solidFill>
              </a:defRPr>
            </a:pPr>
            <a:r>
              <a:rPr sz="1350" b="0">
                <a:solidFill>
                  <a:srgbClr val="587081"/>
                </a:solidFill>
              </a:rPr>
              <a:t>Khani Solutions</a:t>
            </a:r>
          </a:p>
        </p:txBody>
      </p:sp>
      <p:sp>
        <p:nvSpPr>
          <p:cNvPr id="3" name="12 / 18">
            <a:extLst xmlns:a="http://schemas.openxmlformats.org/drawingml/2006/main">
              <a:ext uri="{FF2B5EF4-FFF2-40B4-BE49-F238E27FC236}">
                <a16:creationId xmlns:a16="http://schemas.microsoft.com/office/drawing/2014/main" id="{9D0B0A15-3399-430F-A520-690A2F3E232A}"/>
              </a:ext>
            </a:extLst>
          </p:cNvPr>
          <p:cNvSpPr>
            <a:spLocks xmlns:a="http://schemas.openxmlformats.org/drawingml/2006/main" noGrp="1"/>
          </p:cNvSpPr>
          <p:nvPr/>
        </p:nvSpPr>
        <p:spPr>
          <a:xfrm xmlns:a="http://schemas.openxmlformats.org/drawingml/2006/main">
            <a:off x="10896600" y="6448425"/>
            <a:ext cx="857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350" b="0">
                <a:solidFill>
                  <a:srgbClr val="587081"/>
                </a:solidFill>
              </a:defRPr>
            </a:defPPr>
            <a:lvl1pPr>
              <a:defRPr sz="1350" b="0">
                <a:solidFill>
                  <a:srgbClr val="587081"/>
                </a:solidFill>
              </a:defRPr>
            </a:lvl1pPr>
            <a:lvl2pPr>
              <a:defRPr sz="1350" b="0">
                <a:solidFill>
                  <a:srgbClr val="587081"/>
                </a:solidFill>
              </a:defRPr>
            </a:lvl2pPr>
            <a:lvl3pPr>
              <a:defRPr sz="1350" b="0">
                <a:solidFill>
                  <a:srgbClr val="587081"/>
                </a:solidFill>
              </a:defRPr>
            </a:lvl3pPr>
            <a:lvl4pPr>
              <a:defRPr sz="1350" b="0">
                <a:solidFill>
                  <a:srgbClr val="587081"/>
                </a:solidFill>
              </a:defRPr>
            </a:lvl4pPr>
            <a:lvl5pPr>
              <a:defRPr sz="1350" b="0">
                <a:solidFill>
                  <a:srgbClr val="587081"/>
                </a:solidFill>
              </a:defRPr>
            </a:lvl5pPr>
            <a:lvl6pPr>
              <a:defRPr sz="1350" b="0">
                <a:solidFill>
                  <a:srgbClr val="587081"/>
                </a:solidFill>
              </a:defRPr>
            </a:lvl6pPr>
            <a:lvl7pPr>
              <a:defRPr sz="1350" b="0">
                <a:solidFill>
                  <a:srgbClr val="587081"/>
                </a:solidFill>
              </a:defRPr>
            </a:lvl7pPr>
            <a:lvl8pPr>
              <a:defRPr sz="1350" b="0">
                <a:solidFill>
                  <a:srgbClr val="587081"/>
                </a:solidFill>
              </a:defRPr>
            </a:lvl8pPr>
            <a:lvl9pPr>
              <a:defRPr sz="1350" b="0">
                <a:solidFill>
                  <a:srgbClr val="587081"/>
                </a:solidFill>
              </a:defRPr>
            </a:lvl9pPr>
          </a:lstStyle>
          <a:p xmlns:a="http://schemas.openxmlformats.org/drawingml/2006/main">
            <a:pPr>
              <a:defRPr sz="1350" b="0">
                <a:solidFill>
                  <a:srgbClr val="587081"/>
                </a:solidFill>
              </a:defRPr>
            </a:pPr>
            <a:r>
              <a:rPr sz="1350" b="0">
                <a:solidFill>
                  <a:srgbClr val="587081"/>
                </a:solidFill>
              </a:rPr>
              <a:t>12 / 18</a:t>
            </a:r>
          </a:p>
        </p:txBody>
      </p:sp>
      <p:sp>
        <p:nvSpPr>
          <p:cNvPr id="4" name="Detailed evidence on the website">
            <a:extLst xmlns:a="http://schemas.openxmlformats.org/drawingml/2006/main">
              <a:ext uri="{FF2B5EF4-FFF2-40B4-BE49-F238E27FC236}">
                <a16:creationId xmlns:a16="http://schemas.microsoft.com/office/drawing/2014/main" id="{046160E6-8052-4BFD-9D10-974737E28160}"/>
              </a:ext>
            </a:extLst>
          </p:cNvPr>
          <p:cNvSpPr>
            <a:spLocks xmlns:a="http://schemas.openxmlformats.org/drawingml/2006/main" noGrp="1"/>
          </p:cNvSpPr>
          <p:nvPr/>
        </p:nvSpPr>
        <p:spPr>
          <a:xfrm xmlns:a="http://schemas.openxmlformats.org/drawingml/2006/main">
            <a:off x="7000875" y="6448425"/>
            <a:ext cx="34766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350" b="0">
                <a:solidFill>
                  <a:srgbClr val="087F95"/>
                </a:solidFill>
              </a:defRPr>
            </a:defPPr>
            <a:lvl1pPr>
              <a:defRPr sz="1350" b="0">
                <a:solidFill>
                  <a:srgbClr val="087F95"/>
                </a:solidFill>
              </a:defRPr>
            </a:lvl1pPr>
            <a:lvl2pPr>
              <a:defRPr sz="1350" b="0">
                <a:solidFill>
                  <a:srgbClr val="087F95"/>
                </a:solidFill>
              </a:defRPr>
            </a:lvl2pPr>
            <a:lvl3pPr>
              <a:defRPr sz="1350" b="0">
                <a:solidFill>
                  <a:srgbClr val="087F95"/>
                </a:solidFill>
              </a:defRPr>
            </a:lvl3pPr>
            <a:lvl4pPr>
              <a:defRPr sz="1350" b="0">
                <a:solidFill>
                  <a:srgbClr val="087F95"/>
                </a:solidFill>
              </a:defRPr>
            </a:lvl4pPr>
            <a:lvl5pPr>
              <a:defRPr sz="1350" b="0">
                <a:solidFill>
                  <a:srgbClr val="087F95"/>
                </a:solidFill>
              </a:defRPr>
            </a:lvl5pPr>
            <a:lvl6pPr>
              <a:defRPr sz="1350" b="0">
                <a:solidFill>
                  <a:srgbClr val="087F95"/>
                </a:solidFill>
              </a:defRPr>
            </a:lvl6pPr>
            <a:lvl7pPr>
              <a:defRPr sz="1350" b="0">
                <a:solidFill>
                  <a:srgbClr val="087F95"/>
                </a:solidFill>
              </a:defRPr>
            </a:lvl7pPr>
            <a:lvl8pPr>
              <a:defRPr sz="1350" b="0">
                <a:solidFill>
                  <a:srgbClr val="087F95"/>
                </a:solidFill>
              </a:defRPr>
            </a:lvl8pPr>
            <a:lvl9pPr>
              <a:defRPr sz="1350" b="0">
                <a:solidFill>
                  <a:srgbClr val="087F95"/>
                </a:solidFill>
              </a:defRPr>
            </a:lvl9pPr>
          </a:lstStyle>
          <a:p xmlns:a="http://schemas.openxmlformats.org/drawingml/2006/main">
            <a:pPr>
              <a:defRPr sz="1350" b="0">
                <a:solidFill>
                  <a:srgbClr val="087F95"/>
                </a:solidFill>
              </a:defRPr>
            </a:pPr>
            <a:r>
              <a:rPr sz="1350" b="0">
                <a:solidFill>
                  <a:srgbClr val="087F95"/>
                </a:solidFill>
                <a:hlinkClick xmlns:r="http://schemas.openxmlformats.org/officeDocument/2006/relationships" r:id="R5755f87bb52146c8"/>
              </a:rPr>
              <a:t>Detailed evidence on the website</a:t>
            </a:r>
          </a:p>
        </p:txBody>
      </p:sp>
      <p:pic>
        <p:nvPicPr>
          <p:cNvPr id="5" name="">
            <a:extLst xmlns:a="http://schemas.openxmlformats.org/drawingml/2006/main">
              <a:ext uri="{FF2B5EF4-FFF2-40B4-BE49-F238E27FC236}">
                <a16:creationId xmlns:a16="http://schemas.microsoft.com/office/drawing/2014/main" id="{785D6072-ED43-4486-9A4D-99ED654C1725}"/>
              </a:ext>
            </a:extLst>
          </p:cNvPr>
          <p:cNvPicPr>
            <a:picLocks xmlns:a="http://schemas.openxmlformats.org/drawingml/2006/main" noChangeAspect="1"/>
          </p:cNvPicPr>
          <p:nvPr/>
        </p:nvPicPr>
        <p:blipFill>
          <a:blip xmlns:r="http://schemas.openxmlformats.org/officeDocument/2006/relationships" xmlns:a="http://schemas.openxmlformats.org/drawingml/2006/main" r:embed="R0e8262fc52a04a85"/>
          <a:stretch xmlns:a="http://schemas.openxmlformats.org/drawingml/2006/main"/>
        </p:blipFill>
        <p:spPr>
          <a:xfrm xmlns:a="http://schemas.openxmlformats.org/drawingml/2006/main">
            <a:off x="1019175" y="1714500"/>
            <a:ext cx="10153650" cy="3905250"/>
          </a:xfrm>
          <a:prstGeom xmlns:a="http://schemas.openxmlformats.org/drawingml/2006/main" prst="rect">
            <a:avLst/>
          </a:prstGeom>
        </p:spPr>
      </p:pic>
      <p:sp>
        <p:nvSpPr>
          <p:cNvPr id="6" name="1.6 × 0.8 × 0.8 m local bay. 0.02 / 0.04 m/s inlet. Gravity = 0.">
            <a:extLst xmlns:a="http://schemas.openxmlformats.org/drawingml/2006/main">
              <a:ext uri="{FF2B5EF4-FFF2-40B4-BE49-F238E27FC236}">
                <a16:creationId xmlns:a16="http://schemas.microsoft.com/office/drawing/2014/main" id="{B495745C-E2F3-4589-A14A-3EC33C419E54}"/>
              </a:ext>
            </a:extLst>
          </p:cNvPr>
          <p:cNvSpPr>
            <a:spLocks xmlns:a="http://schemas.openxmlformats.org/drawingml/2006/main" noGrp="1"/>
          </p:cNvSpPr>
          <p:nvPr/>
        </p:nvSpPr>
        <p:spPr>
          <a:xfrm xmlns:a="http://schemas.openxmlformats.org/drawingml/2006/main">
            <a:off x="533400" y="5715000"/>
            <a:ext cx="1112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950" b="0">
                <a:solidFill>
                  <a:srgbClr val="142B3D"/>
                </a:solidFill>
              </a:defRPr>
            </a:defPPr>
            <a:lvl1pPr>
              <a:defRPr sz="1950" b="0">
                <a:solidFill>
                  <a:srgbClr val="142B3D"/>
                </a:solidFill>
              </a:defRPr>
            </a:lvl1pPr>
            <a:lvl2pPr>
              <a:defRPr sz="1950" b="0">
                <a:solidFill>
                  <a:srgbClr val="142B3D"/>
                </a:solidFill>
              </a:defRPr>
            </a:lvl2pPr>
            <a:lvl3pPr>
              <a:defRPr sz="1950" b="0">
                <a:solidFill>
                  <a:srgbClr val="142B3D"/>
                </a:solidFill>
              </a:defRPr>
            </a:lvl3pPr>
            <a:lvl4pPr>
              <a:defRPr sz="1950" b="0">
                <a:solidFill>
                  <a:srgbClr val="142B3D"/>
                </a:solidFill>
              </a:defRPr>
            </a:lvl4pPr>
            <a:lvl5pPr>
              <a:defRPr sz="1950" b="0">
                <a:solidFill>
                  <a:srgbClr val="142B3D"/>
                </a:solidFill>
              </a:defRPr>
            </a:lvl5pPr>
            <a:lvl6pPr>
              <a:defRPr sz="1950" b="0">
                <a:solidFill>
                  <a:srgbClr val="142B3D"/>
                </a:solidFill>
              </a:defRPr>
            </a:lvl6pPr>
            <a:lvl7pPr>
              <a:defRPr sz="1950" b="0">
                <a:solidFill>
                  <a:srgbClr val="142B3D"/>
                </a:solidFill>
              </a:defRPr>
            </a:lvl7pPr>
            <a:lvl8pPr>
              <a:defRPr sz="1950" b="0">
                <a:solidFill>
                  <a:srgbClr val="142B3D"/>
                </a:solidFill>
              </a:defRPr>
            </a:lvl8pPr>
            <a:lvl9pPr>
              <a:defRPr sz="1950" b="0">
                <a:solidFill>
                  <a:srgbClr val="142B3D"/>
                </a:solidFill>
              </a:defRPr>
            </a:lvl9pPr>
          </a:lstStyle>
          <a:p xmlns:a="http://schemas.openxmlformats.org/drawingml/2006/main">
            <a:pPr>
              <a:defRPr sz="1950" b="0">
                <a:solidFill>
                  <a:srgbClr val="142B3D"/>
                </a:solidFill>
              </a:defRPr>
            </a:pPr>
            <a:r>
              <a:rPr sz="1950" b="0">
                <a:solidFill>
                  <a:srgbClr val="142B3D"/>
                </a:solidFill>
              </a:rPr>
              <a:t>1.6 × 0.8 × 0.8 m local bay. 0.02 / 0.04 m/s inlet. Gravity = 0.</a:t>
            </a:r>
          </a:p>
        </p:txBody>
      </p:sp>
      <p:sp>
        <p:nvSpPr>
          <p:cNvPr id="7" name="Separate 2 W subscale CFD example. Exterior vacuum cooling requir">
            <a:extLst xmlns:a="http://schemas.openxmlformats.org/drawingml/2006/main">
              <a:ext uri="{FF2B5EF4-FFF2-40B4-BE49-F238E27FC236}">
                <a16:creationId xmlns:a16="http://schemas.microsoft.com/office/drawing/2014/main" id="{98911BF9-0838-4D32-8D40-6DDC3CAFF899}"/>
              </a:ext>
            </a:extLst>
          </p:cNvPr>
          <p:cNvSpPr>
            <a:spLocks xmlns:a="http://schemas.openxmlformats.org/drawingml/2006/main" noGrp="1"/>
          </p:cNvSpPr>
          <p:nvPr/>
        </p:nvSpPr>
        <p:spPr>
          <a:xfrm xmlns:a="http://schemas.openxmlformats.org/drawingml/2006/main">
            <a:off x="533400" y="6086475"/>
            <a:ext cx="11125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575" b="0">
                <a:solidFill>
                  <a:srgbClr val="587081"/>
                </a:solidFill>
              </a:defRPr>
            </a:defPPr>
            <a:lvl1pPr>
              <a:defRPr sz="1575" b="0">
                <a:solidFill>
                  <a:srgbClr val="587081"/>
                </a:solidFill>
              </a:defRPr>
            </a:lvl1pPr>
            <a:lvl2pPr>
              <a:defRPr sz="1575" b="0">
                <a:solidFill>
                  <a:srgbClr val="587081"/>
                </a:solidFill>
              </a:defRPr>
            </a:lvl2pPr>
            <a:lvl3pPr>
              <a:defRPr sz="1575" b="0">
                <a:solidFill>
                  <a:srgbClr val="587081"/>
                </a:solidFill>
              </a:defRPr>
            </a:lvl3pPr>
            <a:lvl4pPr>
              <a:defRPr sz="1575" b="0">
                <a:solidFill>
                  <a:srgbClr val="587081"/>
                </a:solidFill>
              </a:defRPr>
            </a:lvl4pPr>
            <a:lvl5pPr>
              <a:defRPr sz="1575" b="0">
                <a:solidFill>
                  <a:srgbClr val="587081"/>
                </a:solidFill>
              </a:defRPr>
            </a:lvl5pPr>
            <a:lvl6pPr>
              <a:defRPr sz="1575" b="0">
                <a:solidFill>
                  <a:srgbClr val="587081"/>
                </a:solidFill>
              </a:defRPr>
            </a:lvl6pPr>
            <a:lvl7pPr>
              <a:defRPr sz="1575" b="0">
                <a:solidFill>
                  <a:srgbClr val="587081"/>
                </a:solidFill>
              </a:defRPr>
            </a:lvl7pPr>
            <a:lvl8pPr>
              <a:defRPr sz="1575" b="0">
                <a:solidFill>
                  <a:srgbClr val="587081"/>
                </a:solidFill>
              </a:defRPr>
            </a:lvl8pPr>
            <a:lvl9pPr>
              <a:defRPr sz="1575" b="0">
                <a:solidFill>
                  <a:srgbClr val="587081"/>
                </a:solidFill>
              </a:defRPr>
            </a:lvl9pPr>
          </a:lstStyle>
          <a:p xmlns:a="http://schemas.openxmlformats.org/drawingml/2006/main">
            <a:pPr>
              <a:defRPr sz="1575" b="0">
                <a:solidFill>
                  <a:srgbClr val="587081"/>
                </a:solidFill>
              </a:defRPr>
            </a:pPr>
            <a:r>
              <a:rPr sz="1575" b="0">
                <a:solidFill>
                  <a:srgbClr val="587081"/>
                </a:solidFill>
              </a:rPr>
              <a:t>Separate 2 W subscale CFD example. Exterior vacuum cooling requires radiation and conduction.</a:t>
            </a:r>
          </a:p>
        </p:txBody>
      </p:sp>
    </p:spTree>
    <p:extLst>
      <p:ext uri="{BB962C8B-B14F-4D97-AF65-F5344CB8AC3E}">
        <p14:creationId xmlns:p14="http://schemas.microsoft.com/office/powerpoint/2010/main" val="838043327"/>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Airflow and heat-transfer trade in the local bay">
            <a:extLst xmlns:a="http://schemas.openxmlformats.org/drawingml/2006/main">
              <a:ext uri="{FF2B5EF4-FFF2-40B4-BE49-F238E27FC236}">
                <a16:creationId xmlns:a16="http://schemas.microsoft.com/office/drawing/2014/main" id="{D703713F-8D70-4E06-9596-535DBA49D22A}"/>
              </a:ext>
            </a:extLst>
          </p:cNvPr>
          <p:cNvSpPr>
            <a:spLocks xmlns:a="http://schemas.openxmlformats.org/drawingml/2006/main" noGrp="1"/>
          </p:cNvSpPr>
          <p:nvPr/>
        </p:nvSpPr>
        <p:spPr>
          <a:xfrm xmlns:a="http://schemas.openxmlformats.org/drawingml/2006/main">
            <a:off x="533400" y="361950"/>
            <a:ext cx="111252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3150" b="1">
                <a:solidFill>
                  <a:srgbClr val="142B3D"/>
                </a:solidFill>
              </a:defRPr>
            </a:defPPr>
            <a:lvl1pPr>
              <a:defRPr sz="3150" b="1">
                <a:solidFill>
                  <a:srgbClr val="142B3D"/>
                </a:solidFill>
              </a:defRPr>
            </a:lvl1pPr>
            <a:lvl2pPr>
              <a:defRPr sz="3150" b="1">
                <a:solidFill>
                  <a:srgbClr val="142B3D"/>
                </a:solidFill>
              </a:defRPr>
            </a:lvl2pPr>
            <a:lvl3pPr>
              <a:defRPr sz="3150" b="1">
                <a:solidFill>
                  <a:srgbClr val="142B3D"/>
                </a:solidFill>
              </a:defRPr>
            </a:lvl3pPr>
            <a:lvl4pPr>
              <a:defRPr sz="3150" b="1">
                <a:solidFill>
                  <a:srgbClr val="142B3D"/>
                </a:solidFill>
              </a:defRPr>
            </a:lvl4pPr>
            <a:lvl5pPr>
              <a:defRPr sz="3150" b="1">
                <a:solidFill>
                  <a:srgbClr val="142B3D"/>
                </a:solidFill>
              </a:defRPr>
            </a:lvl5pPr>
            <a:lvl6pPr>
              <a:defRPr sz="3150" b="1">
                <a:solidFill>
                  <a:srgbClr val="142B3D"/>
                </a:solidFill>
              </a:defRPr>
            </a:lvl6pPr>
            <a:lvl7pPr>
              <a:defRPr sz="3150" b="1">
                <a:solidFill>
                  <a:srgbClr val="142B3D"/>
                </a:solidFill>
              </a:defRPr>
            </a:lvl7pPr>
            <a:lvl8pPr>
              <a:defRPr sz="3150" b="1">
                <a:solidFill>
                  <a:srgbClr val="142B3D"/>
                </a:solidFill>
              </a:defRPr>
            </a:lvl8pPr>
            <a:lvl9pPr>
              <a:defRPr sz="3150" b="1">
                <a:solidFill>
                  <a:srgbClr val="142B3D"/>
                </a:solidFill>
              </a:defRPr>
            </a:lvl9pPr>
          </a:lstStyle>
          <a:p xmlns:a="http://schemas.openxmlformats.org/drawingml/2006/main">
            <a:pPr>
              <a:defRPr sz="3150" b="1">
                <a:solidFill>
                  <a:srgbClr val="142B3D"/>
                </a:solidFill>
              </a:defRPr>
            </a:pPr>
            <a:r>
              <a:rPr sz="3150" b="1">
                <a:solidFill>
                  <a:srgbClr val="142B3D"/>
                </a:solidFill>
              </a:rPr>
              <a:t>Airflow and heat-transfer trade in the local bay</a:t>
            </a:r>
          </a:p>
        </p:txBody>
      </p:sp>
      <p:sp>
        <p:nvSpPr>
          <p:cNvPr id="2" name="Khani Solutions">
            <a:extLst xmlns:a="http://schemas.openxmlformats.org/drawingml/2006/main">
              <a:ext uri="{FF2B5EF4-FFF2-40B4-BE49-F238E27FC236}">
                <a16:creationId xmlns:a16="http://schemas.microsoft.com/office/drawing/2014/main" id="{AFD61231-F8B6-4140-A666-73CDF3929DE6}"/>
              </a:ext>
            </a:extLst>
          </p:cNvPr>
          <p:cNvSpPr>
            <a:spLocks xmlns:a="http://schemas.openxmlformats.org/drawingml/2006/main" noGrp="1"/>
          </p:cNvSpPr>
          <p:nvPr/>
        </p:nvSpPr>
        <p:spPr>
          <a:xfrm xmlns:a="http://schemas.openxmlformats.org/drawingml/2006/main">
            <a:off x="533400" y="6448425"/>
            <a:ext cx="2190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350" b="0">
                <a:solidFill>
                  <a:srgbClr val="587081"/>
                </a:solidFill>
              </a:defRPr>
            </a:defPPr>
            <a:lvl1pPr>
              <a:defRPr sz="1350" b="0">
                <a:solidFill>
                  <a:srgbClr val="587081"/>
                </a:solidFill>
              </a:defRPr>
            </a:lvl1pPr>
            <a:lvl2pPr>
              <a:defRPr sz="1350" b="0">
                <a:solidFill>
                  <a:srgbClr val="587081"/>
                </a:solidFill>
              </a:defRPr>
            </a:lvl2pPr>
            <a:lvl3pPr>
              <a:defRPr sz="1350" b="0">
                <a:solidFill>
                  <a:srgbClr val="587081"/>
                </a:solidFill>
              </a:defRPr>
            </a:lvl3pPr>
            <a:lvl4pPr>
              <a:defRPr sz="1350" b="0">
                <a:solidFill>
                  <a:srgbClr val="587081"/>
                </a:solidFill>
              </a:defRPr>
            </a:lvl4pPr>
            <a:lvl5pPr>
              <a:defRPr sz="1350" b="0">
                <a:solidFill>
                  <a:srgbClr val="587081"/>
                </a:solidFill>
              </a:defRPr>
            </a:lvl5pPr>
            <a:lvl6pPr>
              <a:defRPr sz="1350" b="0">
                <a:solidFill>
                  <a:srgbClr val="587081"/>
                </a:solidFill>
              </a:defRPr>
            </a:lvl6pPr>
            <a:lvl7pPr>
              <a:defRPr sz="1350" b="0">
                <a:solidFill>
                  <a:srgbClr val="587081"/>
                </a:solidFill>
              </a:defRPr>
            </a:lvl7pPr>
            <a:lvl8pPr>
              <a:defRPr sz="1350" b="0">
                <a:solidFill>
                  <a:srgbClr val="587081"/>
                </a:solidFill>
              </a:defRPr>
            </a:lvl8pPr>
            <a:lvl9pPr>
              <a:defRPr sz="1350" b="0">
                <a:solidFill>
                  <a:srgbClr val="587081"/>
                </a:solidFill>
              </a:defRPr>
            </a:lvl9pPr>
          </a:lstStyle>
          <a:p xmlns:a="http://schemas.openxmlformats.org/drawingml/2006/main">
            <a:pPr>
              <a:defRPr sz="1350" b="0">
                <a:solidFill>
                  <a:srgbClr val="587081"/>
                </a:solidFill>
              </a:defRPr>
            </a:pPr>
            <a:r>
              <a:rPr sz="1350" b="0">
                <a:solidFill>
                  <a:srgbClr val="587081"/>
                </a:solidFill>
              </a:rPr>
              <a:t>Khani Solutions</a:t>
            </a:r>
          </a:p>
        </p:txBody>
      </p:sp>
      <p:sp>
        <p:nvSpPr>
          <p:cNvPr id="3" name="13 / 18">
            <a:extLst xmlns:a="http://schemas.openxmlformats.org/drawingml/2006/main">
              <a:ext uri="{FF2B5EF4-FFF2-40B4-BE49-F238E27FC236}">
                <a16:creationId xmlns:a16="http://schemas.microsoft.com/office/drawing/2014/main" id="{6312F182-E23D-475E-A260-354AFEB2878C}"/>
              </a:ext>
            </a:extLst>
          </p:cNvPr>
          <p:cNvSpPr>
            <a:spLocks xmlns:a="http://schemas.openxmlformats.org/drawingml/2006/main" noGrp="1"/>
          </p:cNvSpPr>
          <p:nvPr/>
        </p:nvSpPr>
        <p:spPr>
          <a:xfrm xmlns:a="http://schemas.openxmlformats.org/drawingml/2006/main">
            <a:off x="10896600" y="6448425"/>
            <a:ext cx="857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350" b="0">
                <a:solidFill>
                  <a:srgbClr val="587081"/>
                </a:solidFill>
              </a:defRPr>
            </a:defPPr>
            <a:lvl1pPr>
              <a:defRPr sz="1350" b="0">
                <a:solidFill>
                  <a:srgbClr val="587081"/>
                </a:solidFill>
              </a:defRPr>
            </a:lvl1pPr>
            <a:lvl2pPr>
              <a:defRPr sz="1350" b="0">
                <a:solidFill>
                  <a:srgbClr val="587081"/>
                </a:solidFill>
              </a:defRPr>
            </a:lvl2pPr>
            <a:lvl3pPr>
              <a:defRPr sz="1350" b="0">
                <a:solidFill>
                  <a:srgbClr val="587081"/>
                </a:solidFill>
              </a:defRPr>
            </a:lvl3pPr>
            <a:lvl4pPr>
              <a:defRPr sz="1350" b="0">
                <a:solidFill>
                  <a:srgbClr val="587081"/>
                </a:solidFill>
              </a:defRPr>
            </a:lvl4pPr>
            <a:lvl5pPr>
              <a:defRPr sz="1350" b="0">
                <a:solidFill>
                  <a:srgbClr val="587081"/>
                </a:solidFill>
              </a:defRPr>
            </a:lvl5pPr>
            <a:lvl6pPr>
              <a:defRPr sz="1350" b="0">
                <a:solidFill>
                  <a:srgbClr val="587081"/>
                </a:solidFill>
              </a:defRPr>
            </a:lvl6pPr>
            <a:lvl7pPr>
              <a:defRPr sz="1350" b="0">
                <a:solidFill>
                  <a:srgbClr val="587081"/>
                </a:solidFill>
              </a:defRPr>
            </a:lvl7pPr>
            <a:lvl8pPr>
              <a:defRPr sz="1350" b="0">
                <a:solidFill>
                  <a:srgbClr val="587081"/>
                </a:solidFill>
              </a:defRPr>
            </a:lvl8pPr>
            <a:lvl9pPr>
              <a:defRPr sz="1350" b="0">
                <a:solidFill>
                  <a:srgbClr val="587081"/>
                </a:solidFill>
              </a:defRPr>
            </a:lvl9pPr>
          </a:lstStyle>
          <a:p xmlns:a="http://schemas.openxmlformats.org/drawingml/2006/main">
            <a:pPr>
              <a:defRPr sz="1350" b="0">
                <a:solidFill>
                  <a:srgbClr val="587081"/>
                </a:solidFill>
              </a:defRPr>
            </a:pPr>
            <a:r>
              <a:rPr sz="1350" b="0">
                <a:solidFill>
                  <a:srgbClr val="587081"/>
                </a:solidFill>
              </a:rPr>
              <a:t>13 / 18</a:t>
            </a:r>
          </a:p>
        </p:txBody>
      </p:sp>
      <p:sp>
        <p:nvSpPr>
          <p:cNvPr id="4" name="Detailed evidence on the website">
            <a:extLst xmlns:a="http://schemas.openxmlformats.org/drawingml/2006/main">
              <a:ext uri="{FF2B5EF4-FFF2-40B4-BE49-F238E27FC236}">
                <a16:creationId xmlns:a16="http://schemas.microsoft.com/office/drawing/2014/main" id="{027808B3-F7FA-46D2-98A7-C114E482E37D}"/>
              </a:ext>
            </a:extLst>
          </p:cNvPr>
          <p:cNvSpPr>
            <a:spLocks xmlns:a="http://schemas.openxmlformats.org/drawingml/2006/main" noGrp="1"/>
          </p:cNvSpPr>
          <p:nvPr/>
        </p:nvSpPr>
        <p:spPr>
          <a:xfrm xmlns:a="http://schemas.openxmlformats.org/drawingml/2006/main">
            <a:off x="7000875" y="6448425"/>
            <a:ext cx="34766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350" b="0">
                <a:solidFill>
                  <a:srgbClr val="087F95"/>
                </a:solidFill>
              </a:defRPr>
            </a:defPPr>
            <a:lvl1pPr>
              <a:defRPr sz="1350" b="0">
                <a:solidFill>
                  <a:srgbClr val="087F95"/>
                </a:solidFill>
              </a:defRPr>
            </a:lvl1pPr>
            <a:lvl2pPr>
              <a:defRPr sz="1350" b="0">
                <a:solidFill>
                  <a:srgbClr val="087F95"/>
                </a:solidFill>
              </a:defRPr>
            </a:lvl2pPr>
            <a:lvl3pPr>
              <a:defRPr sz="1350" b="0">
                <a:solidFill>
                  <a:srgbClr val="087F95"/>
                </a:solidFill>
              </a:defRPr>
            </a:lvl3pPr>
            <a:lvl4pPr>
              <a:defRPr sz="1350" b="0">
                <a:solidFill>
                  <a:srgbClr val="087F95"/>
                </a:solidFill>
              </a:defRPr>
            </a:lvl4pPr>
            <a:lvl5pPr>
              <a:defRPr sz="1350" b="0">
                <a:solidFill>
                  <a:srgbClr val="087F95"/>
                </a:solidFill>
              </a:defRPr>
            </a:lvl5pPr>
            <a:lvl6pPr>
              <a:defRPr sz="1350" b="0">
                <a:solidFill>
                  <a:srgbClr val="087F95"/>
                </a:solidFill>
              </a:defRPr>
            </a:lvl6pPr>
            <a:lvl7pPr>
              <a:defRPr sz="1350" b="0">
                <a:solidFill>
                  <a:srgbClr val="087F95"/>
                </a:solidFill>
              </a:defRPr>
            </a:lvl7pPr>
            <a:lvl8pPr>
              <a:defRPr sz="1350" b="0">
                <a:solidFill>
                  <a:srgbClr val="087F95"/>
                </a:solidFill>
              </a:defRPr>
            </a:lvl8pPr>
            <a:lvl9pPr>
              <a:defRPr sz="1350" b="0">
                <a:solidFill>
                  <a:srgbClr val="087F95"/>
                </a:solidFill>
              </a:defRPr>
            </a:lvl9pPr>
          </a:lstStyle>
          <a:p xmlns:a="http://schemas.openxmlformats.org/drawingml/2006/main">
            <a:pPr>
              <a:defRPr sz="1350" b="0">
                <a:solidFill>
                  <a:srgbClr val="087F95"/>
                </a:solidFill>
              </a:defRPr>
            </a:pPr>
            <a:r>
              <a:rPr sz="1350" b="0">
                <a:solidFill>
                  <a:srgbClr val="087F95"/>
                </a:solidFill>
                <a:hlinkClick xmlns:r="http://schemas.openxmlformats.org/officeDocument/2006/relationships" r:id="Rbc3039039d37464d"/>
              </a:rPr>
              <a:t>Detailed evidence on the website</a:t>
            </a:r>
          </a:p>
        </p:txBody>
      </p:sp>
      <p:pic>
        <p:nvPicPr>
          <p:cNvPr id="5" name="">
            <a:extLst xmlns:a="http://schemas.openxmlformats.org/drawingml/2006/main">
              <a:ext uri="{FF2B5EF4-FFF2-40B4-BE49-F238E27FC236}">
                <a16:creationId xmlns:a16="http://schemas.microsoft.com/office/drawing/2014/main" id="{799F0AEF-581B-429B-B97F-FA22DCFA4090}"/>
              </a:ext>
            </a:extLst>
          </p:cNvPr>
          <p:cNvPicPr>
            <a:picLocks xmlns:a="http://schemas.openxmlformats.org/drawingml/2006/main" noChangeAspect="1"/>
          </p:cNvPicPr>
          <p:nvPr/>
        </p:nvPicPr>
        <p:blipFill>
          <a:blip xmlns:r="http://schemas.openxmlformats.org/officeDocument/2006/relationships" xmlns:a="http://schemas.openxmlformats.org/drawingml/2006/main" r:embed="R49b60d3a949b4a7b"/>
          <a:stretch xmlns:a="http://schemas.openxmlformats.org/drawingml/2006/main"/>
        </p:blipFill>
        <p:spPr>
          <a:xfrm xmlns:a="http://schemas.openxmlformats.org/drawingml/2006/main">
            <a:off x="2046922" y="1466850"/>
            <a:ext cx="8098155" cy="3114675"/>
          </a:xfrm>
          <a:prstGeom xmlns:a="http://schemas.openxmlformats.org/drawingml/2006/main" prst="rect">
            <a:avLst/>
          </a:prstGeom>
        </p:spPr>
      </p:pic>
      <p:graphicFrame>
        <p:nvGraphicFramePr>
          <p:cNvPr id="6" name="">
            <a:extLst xmlns:a="http://schemas.openxmlformats.org/drawingml/2006/main">
              <a:ext uri="{FF2B5EF4-FFF2-40B4-BE49-F238E27FC236}">
                <a16:creationId xmlns:a16="http://schemas.microsoft.com/office/drawing/2014/main" id="{9C883F91-BFCD-4786-A7E1-C7CE8CA947EE}"/>
              </a:ext>
            </a:extLst>
          </p:cNvPr>
          <p:cNvGraphicFramePr/>
          <p:nvPr/>
        </p:nvGraphicFramePr>
        <p:xfrm>
          <a:off xmlns:a="http://schemas.openxmlformats.org/drawingml/2006/main" x="533400" y="4543425"/>
          <a:ext xmlns:a="http://schemas.openxmlformats.org/drawingml/2006/main" cx="11125200" cy="1476375"/>
        </p:xfrm>
        <a:graphic xmlns:a="http://schemas.openxmlformats.org/drawingml/2006/main">
          <a:graphicData uri="http://schemas.openxmlformats.org/drawingml/2006/table">
            <a:tbl>
              <a:tblPr firstRow="1" bandRow="0"/>
              <a:tblGrid>
                <a:gridCol w="4857750"/>
                <a:gridCol w="3133725"/>
                <a:gridCol w="3133725"/>
              </a:tblGrid>
              <a:tr h="369094">
                <a:tc>
                  <a:txBody>
                    <a:bodyPr/>
                    <a:lstStyle/>
                    <a:p>
                      <a:r>
                        <a:rPr sz="1575" b="1">
                          <a:solidFill>
                            <a:srgbClr val="FFFFFF"/>
                          </a:solidFill>
                        </a:rPr>
                        <a:t>Quantity</a:t>
                      </a:r>
                    </a:p>
                  </a:txBody>
                  <a:tcPr marL="95250" marR="95250" marT="76200" marB="76200" anchor="ctr">
                    <a:lnL w="7620">
                      <a:solidFill>
                        <a:srgbClr val="E4EBEF"/>
                      </a:solidFill>
                      <a:prstDash val="solid"/>
                    </a:lnL>
                    <a:lnR w="7620">
                      <a:solidFill>
                        <a:srgbClr val="E4EBEF"/>
                      </a:solidFill>
                      <a:prstDash val="solid"/>
                    </a:lnR>
                    <a:lnT w="7620">
                      <a:solidFill>
                        <a:srgbClr val="E4EBEF"/>
                      </a:solidFill>
                      <a:prstDash val="solid"/>
                    </a:lnT>
                    <a:lnB w="7620">
                      <a:solidFill>
                        <a:srgbClr val="E4EBEF"/>
                      </a:solidFill>
                      <a:prstDash val="solid"/>
                    </a:lnB>
                    <a:solidFill>
                      <a:srgbClr val="142B3D"/>
                    </a:solidFill>
                  </a:tcPr>
                </a:tc>
                <a:tc>
                  <a:txBody>
                    <a:bodyPr/>
                    <a:lstStyle/>
                    <a:p>
                      <a:r>
                        <a:rPr sz="1575" b="1">
                          <a:solidFill>
                            <a:srgbClr val="FFFFFF"/>
                          </a:solidFill>
                        </a:rPr>
                        <a:t>Baseline flow</a:t>
                      </a:r>
                    </a:p>
                  </a:txBody>
                  <a:tcPr marL="95250" marR="95250" marT="76200" marB="76200" anchor="ctr">
                    <a:lnR w="7620">
                      <a:solidFill>
                        <a:srgbClr val="E4EBEF"/>
                      </a:solidFill>
                      <a:prstDash val="solid"/>
                    </a:lnR>
                    <a:lnT w="7620">
                      <a:solidFill>
                        <a:srgbClr val="E4EBEF"/>
                      </a:solidFill>
                      <a:prstDash val="solid"/>
                    </a:lnT>
                    <a:lnB w="7620">
                      <a:solidFill>
                        <a:srgbClr val="E4EBEF"/>
                      </a:solidFill>
                      <a:prstDash val="solid"/>
                    </a:lnB>
                    <a:solidFill>
                      <a:srgbClr val="142B3D"/>
                    </a:solidFill>
                  </a:tcPr>
                </a:tc>
                <a:tc>
                  <a:txBody>
                    <a:bodyPr/>
                    <a:lstStyle/>
                    <a:p>
                      <a:r>
                        <a:rPr sz="1575" b="1">
                          <a:solidFill>
                            <a:srgbClr val="FFFFFF"/>
                          </a:solidFill>
                        </a:rPr>
                        <a:t>Double inlet speed</a:t>
                      </a:r>
                    </a:p>
                  </a:txBody>
                  <a:tcPr marL="95250" marR="95250" marT="76200" marB="76200" anchor="ctr">
                    <a:lnR w="7620">
                      <a:solidFill>
                        <a:srgbClr val="E4EBEF"/>
                      </a:solidFill>
                      <a:prstDash val="solid"/>
                    </a:lnR>
                    <a:lnT w="7620">
                      <a:solidFill>
                        <a:srgbClr val="E4EBEF"/>
                      </a:solidFill>
                      <a:prstDash val="solid"/>
                    </a:lnT>
                    <a:lnB w="7620">
                      <a:solidFill>
                        <a:srgbClr val="E4EBEF"/>
                      </a:solidFill>
                      <a:prstDash val="solid"/>
                    </a:lnB>
                    <a:solidFill>
                      <a:srgbClr val="142B3D"/>
                    </a:solidFill>
                  </a:tcPr>
                </a:tc>
              </a:tr>
              <a:tr h="369094">
                <a:tc>
                  <a:txBody>
                    <a:bodyPr/>
                    <a:lstStyle/>
                    <a:p>
                      <a:r>
                        <a:rPr sz="1575">
                          <a:solidFill>
                            <a:srgbClr val="142B3D"/>
                          </a:solidFill>
                        </a:rPr>
                        <a:t>Volume flow</a:t>
                      </a:r>
                    </a:p>
                  </a:txBody>
                  <a:tcPr marL="95250" marR="95250" marT="76200" marB="76200" anchor="ctr">
                    <a:lnL w="7620">
                      <a:solidFill>
                        <a:srgbClr val="E4EBEF"/>
                      </a:solidFill>
                      <a:prstDash val="solid"/>
                    </a:lnL>
                    <a:lnR w="7620">
                      <a:solidFill>
                        <a:srgbClr val="E4EBEF"/>
                      </a:solidFill>
                      <a:prstDash val="solid"/>
                    </a:lnR>
                    <a:lnB w="7620">
                      <a:solidFill>
                        <a:srgbClr val="E4EBEF"/>
                      </a:solidFill>
                      <a:prstDash val="solid"/>
                    </a:lnB>
                    <a:solidFill>
                      <a:srgbClr val="FFFFFF"/>
                    </a:solidFill>
                  </a:tcPr>
                </a:tc>
                <a:tc>
                  <a:txBody>
                    <a:bodyPr/>
                    <a:lstStyle/>
                    <a:p>
                      <a:r>
                        <a:rPr sz="1575">
                          <a:solidFill>
                            <a:srgbClr val="142B3D"/>
                          </a:solidFill>
                        </a:rPr>
                        <a:t>12.8 L/s</a:t>
                      </a:r>
                    </a:p>
                  </a:txBody>
                  <a:tcPr marL="95250" marR="95250" marT="76200" marB="76200" anchor="ctr">
                    <a:lnR w="7620">
                      <a:solidFill>
                        <a:srgbClr val="E4EBEF"/>
                      </a:solidFill>
                      <a:prstDash val="solid"/>
                    </a:lnR>
                    <a:lnB w="7620">
                      <a:solidFill>
                        <a:srgbClr val="E4EBEF"/>
                      </a:solidFill>
                      <a:prstDash val="solid"/>
                    </a:lnB>
                    <a:solidFill>
                      <a:srgbClr val="FFFFFF"/>
                    </a:solidFill>
                  </a:tcPr>
                </a:tc>
                <a:tc>
                  <a:txBody>
                    <a:bodyPr/>
                    <a:lstStyle/>
                    <a:p>
                      <a:r>
                        <a:rPr sz="1575">
                          <a:solidFill>
                            <a:srgbClr val="142B3D"/>
                          </a:solidFill>
                        </a:rPr>
                        <a:t>25.6 L/s</a:t>
                      </a:r>
                    </a:p>
                  </a:txBody>
                  <a:tcPr marL="95250" marR="95250" marT="76200" marB="76200" anchor="ctr">
                    <a:lnR w="7620">
                      <a:solidFill>
                        <a:srgbClr val="E4EBEF"/>
                      </a:solidFill>
                      <a:prstDash val="solid"/>
                    </a:lnR>
                    <a:lnB w="7620">
                      <a:solidFill>
                        <a:srgbClr val="E4EBEF"/>
                      </a:solidFill>
                      <a:prstDash val="solid"/>
                    </a:lnB>
                    <a:solidFill>
                      <a:srgbClr val="FFFFFF"/>
                    </a:solidFill>
                  </a:tcPr>
                </a:tc>
              </a:tr>
              <a:tr h="369094">
                <a:tc>
                  <a:txBody>
                    <a:bodyPr/>
                    <a:lstStyle/>
                    <a:p>
                      <a:r>
                        <a:rPr sz="1575">
                          <a:solidFill>
                            <a:srgbClr val="142B3D"/>
                          </a:solidFill>
                        </a:rPr>
                        <a:t>Mean heated-surface temperature</a:t>
                      </a:r>
                    </a:p>
                  </a:txBody>
                  <a:tcPr marL="95250" marR="95250" marT="76200" marB="76200" anchor="ctr">
                    <a:lnL w="7620">
                      <a:solidFill>
                        <a:srgbClr val="E4EBEF"/>
                      </a:solidFill>
                      <a:prstDash val="solid"/>
                    </a:lnL>
                    <a:lnR w="7620">
                      <a:solidFill>
                        <a:srgbClr val="E4EBEF"/>
                      </a:solidFill>
                      <a:prstDash val="solid"/>
                    </a:lnR>
                    <a:lnB w="7620">
                      <a:solidFill>
                        <a:srgbClr val="E4EBEF"/>
                      </a:solidFill>
                      <a:prstDash val="solid"/>
                    </a:lnB>
                    <a:solidFill>
                      <a:srgbClr val="FFFFFF"/>
                    </a:solidFill>
                  </a:tcPr>
                </a:tc>
                <a:tc>
                  <a:txBody>
                    <a:bodyPr/>
                    <a:lstStyle/>
                    <a:p>
                      <a:r>
                        <a:rPr sz="1575">
                          <a:solidFill>
                            <a:srgbClr val="142B3D"/>
                          </a:solidFill>
                        </a:rPr>
                        <a:t>33.50 °C</a:t>
                      </a:r>
                    </a:p>
                  </a:txBody>
                  <a:tcPr marL="95250" marR="95250" marT="76200" marB="76200" anchor="ctr">
                    <a:lnR w="7620">
                      <a:solidFill>
                        <a:srgbClr val="E4EBEF"/>
                      </a:solidFill>
                      <a:prstDash val="solid"/>
                    </a:lnR>
                    <a:lnB w="7620">
                      <a:solidFill>
                        <a:srgbClr val="E4EBEF"/>
                      </a:solidFill>
                      <a:prstDash val="solid"/>
                    </a:lnB>
                    <a:solidFill>
                      <a:srgbClr val="FFFFFF"/>
                    </a:solidFill>
                  </a:tcPr>
                </a:tc>
                <a:tc>
                  <a:txBody>
                    <a:bodyPr/>
                    <a:lstStyle/>
                    <a:p>
                      <a:r>
                        <a:rPr sz="1575">
                          <a:solidFill>
                            <a:srgbClr val="142B3D"/>
                          </a:solidFill>
                        </a:rPr>
                        <a:t>32.46 °C</a:t>
                      </a:r>
                    </a:p>
                  </a:txBody>
                  <a:tcPr marL="95250" marR="95250" marT="76200" marB="76200" anchor="ctr">
                    <a:lnR w="7620">
                      <a:solidFill>
                        <a:srgbClr val="E4EBEF"/>
                      </a:solidFill>
                      <a:prstDash val="solid"/>
                    </a:lnR>
                    <a:lnB w="7620">
                      <a:solidFill>
                        <a:srgbClr val="E4EBEF"/>
                      </a:solidFill>
                      <a:prstDash val="solid"/>
                    </a:lnB>
                    <a:solidFill>
                      <a:srgbClr val="FFFFFF"/>
                    </a:solidFill>
                  </a:tcPr>
                </a:tc>
              </a:tr>
              <a:tr h="369094">
                <a:tc>
                  <a:txBody>
                    <a:bodyPr/>
                    <a:lstStyle/>
                    <a:p>
                      <a:r>
                        <a:rPr sz="1575">
                          <a:solidFill>
                            <a:srgbClr val="142B3D"/>
                          </a:solidFill>
                        </a:rPr>
                        <a:t>Outlet mass-weighted temperature</a:t>
                      </a:r>
                    </a:p>
                  </a:txBody>
                  <a:tcPr marL="95250" marR="95250" marT="76200" marB="76200" anchor="ctr">
                    <a:lnL w="7620">
                      <a:solidFill>
                        <a:srgbClr val="E4EBEF"/>
                      </a:solidFill>
                      <a:prstDash val="solid"/>
                    </a:lnL>
                    <a:lnR w="7620">
                      <a:solidFill>
                        <a:srgbClr val="E4EBEF"/>
                      </a:solidFill>
                      <a:prstDash val="solid"/>
                    </a:lnR>
                    <a:lnB w="7620">
                      <a:solidFill>
                        <a:srgbClr val="E4EBEF"/>
                      </a:solidFill>
                      <a:prstDash val="solid"/>
                    </a:lnB>
                    <a:solidFill>
                      <a:srgbClr val="FFFFFF"/>
                    </a:solidFill>
                  </a:tcPr>
                </a:tc>
                <a:tc>
                  <a:txBody>
                    <a:bodyPr/>
                    <a:lstStyle/>
                    <a:p>
                      <a:r>
                        <a:rPr sz="1575">
                          <a:solidFill>
                            <a:srgbClr val="142B3D"/>
                          </a:solidFill>
                        </a:rPr>
                        <a:t>20.130 °C</a:t>
                      </a:r>
                    </a:p>
                  </a:txBody>
                  <a:tcPr marL="95250" marR="95250" marT="76200" marB="76200" anchor="ctr">
                    <a:lnR w="7620">
                      <a:solidFill>
                        <a:srgbClr val="E4EBEF"/>
                      </a:solidFill>
                      <a:prstDash val="solid"/>
                    </a:lnR>
                    <a:lnB w="7620">
                      <a:solidFill>
                        <a:srgbClr val="E4EBEF"/>
                      </a:solidFill>
                      <a:prstDash val="solid"/>
                    </a:lnB>
                    <a:solidFill>
                      <a:srgbClr val="FFFFFF"/>
                    </a:solidFill>
                  </a:tcPr>
                </a:tc>
                <a:tc>
                  <a:txBody>
                    <a:bodyPr/>
                    <a:lstStyle/>
                    <a:p>
                      <a:r>
                        <a:rPr sz="1575">
                          <a:solidFill>
                            <a:srgbClr val="142B3D"/>
                          </a:solidFill>
                        </a:rPr>
                        <a:t>20.065 °C</a:t>
                      </a:r>
                    </a:p>
                  </a:txBody>
                  <a:tcPr marL="95250" marR="95250" marT="76200" marB="76200" anchor="ctr">
                    <a:lnR w="7620">
                      <a:solidFill>
                        <a:srgbClr val="E4EBEF"/>
                      </a:solidFill>
                      <a:prstDash val="solid"/>
                    </a:lnR>
                    <a:lnB w="7620">
                      <a:solidFill>
                        <a:srgbClr val="E4EBEF"/>
                      </a:solidFill>
                      <a:prstDash val="solid"/>
                    </a:lnB>
                    <a:solidFill>
                      <a:srgbClr val="FFFFFF"/>
                    </a:solidFill>
                  </a:tcPr>
                </a:tc>
              </a:tr>
            </a:tbl>
          </a:graphicData>
        </a:graphic>
      </p:graphicFrame>
      <p:sp>
        <p:nvSpPr>
          <p:cNvPr id="7" name="Local wall benefit (1.03 °C) is smaller than the coarse-to-fine m">
            <a:extLst xmlns:a="http://schemas.openxmlformats.org/drawingml/2006/main">
              <a:ext uri="{FF2B5EF4-FFF2-40B4-BE49-F238E27FC236}">
                <a16:creationId xmlns:a16="http://schemas.microsoft.com/office/drawing/2014/main" id="{F6686E1F-F4A9-41D7-BE9F-E561ECC1C0CF}"/>
              </a:ext>
            </a:extLst>
          </p:cNvPr>
          <p:cNvSpPr>
            <a:spLocks xmlns:a="http://schemas.openxmlformats.org/drawingml/2006/main" noGrp="1"/>
          </p:cNvSpPr>
          <p:nvPr/>
        </p:nvSpPr>
        <p:spPr>
          <a:xfrm xmlns:a="http://schemas.openxmlformats.org/drawingml/2006/main">
            <a:off x="533400" y="6210300"/>
            <a:ext cx="111252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275" b="1">
                <a:solidFill>
                  <a:srgbClr val="AD7A22"/>
                </a:solidFill>
              </a:defRPr>
            </a:defPPr>
            <a:lvl1pPr>
              <a:defRPr sz="1275" b="1">
                <a:solidFill>
                  <a:srgbClr val="AD7A22"/>
                </a:solidFill>
              </a:defRPr>
            </a:lvl1pPr>
            <a:lvl2pPr>
              <a:defRPr sz="1275" b="1">
                <a:solidFill>
                  <a:srgbClr val="AD7A22"/>
                </a:solidFill>
              </a:defRPr>
            </a:lvl2pPr>
            <a:lvl3pPr>
              <a:defRPr sz="1275" b="1">
                <a:solidFill>
                  <a:srgbClr val="AD7A22"/>
                </a:solidFill>
              </a:defRPr>
            </a:lvl3pPr>
            <a:lvl4pPr>
              <a:defRPr sz="1275" b="1">
                <a:solidFill>
                  <a:srgbClr val="AD7A22"/>
                </a:solidFill>
              </a:defRPr>
            </a:lvl4pPr>
            <a:lvl5pPr>
              <a:defRPr sz="1275" b="1">
                <a:solidFill>
                  <a:srgbClr val="AD7A22"/>
                </a:solidFill>
              </a:defRPr>
            </a:lvl5pPr>
            <a:lvl6pPr>
              <a:defRPr sz="1275" b="1">
                <a:solidFill>
                  <a:srgbClr val="AD7A22"/>
                </a:solidFill>
              </a:defRPr>
            </a:lvl6pPr>
            <a:lvl7pPr>
              <a:defRPr sz="1275" b="1">
                <a:solidFill>
                  <a:srgbClr val="AD7A22"/>
                </a:solidFill>
              </a:defRPr>
            </a:lvl7pPr>
            <a:lvl8pPr>
              <a:defRPr sz="1275" b="1">
                <a:solidFill>
                  <a:srgbClr val="AD7A22"/>
                </a:solidFill>
              </a:defRPr>
            </a:lvl8pPr>
            <a:lvl9pPr>
              <a:defRPr sz="1275" b="1">
                <a:solidFill>
                  <a:srgbClr val="AD7A22"/>
                </a:solidFill>
              </a:defRPr>
            </a:lvl9pPr>
          </a:lstStyle>
          <a:p xmlns:a="http://schemas.openxmlformats.org/drawingml/2006/main">
            <a:pPr>
              <a:defRPr sz="1275" b="1">
                <a:solidFill>
                  <a:srgbClr val="AD7A22"/>
                </a:solidFill>
              </a:defRPr>
            </a:pPr>
            <a:r>
              <a:rPr sz="1275" b="1">
                <a:solidFill>
                  <a:srgbClr val="AD7A22"/>
                </a:solidFill>
              </a:rPr>
              <a:t>Local wall benefit (1.03 °C) is smaller than the coarse-to-fine mesh shift (2.53 °C).</a:t>
            </a:r>
          </a:p>
        </p:txBody>
      </p:sp>
    </p:spTree>
    <p:extLst>
      <p:ext uri="{BB962C8B-B14F-4D97-AF65-F5344CB8AC3E}">
        <p14:creationId xmlns:p14="http://schemas.microsoft.com/office/powerpoint/2010/main" val="459060932"/>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Numerical checks and remaining model limits">
            <a:extLst xmlns:a="http://schemas.openxmlformats.org/drawingml/2006/main">
              <a:ext uri="{FF2B5EF4-FFF2-40B4-BE49-F238E27FC236}">
                <a16:creationId xmlns:a16="http://schemas.microsoft.com/office/drawing/2014/main" id="{E94A2D86-E22D-4660-97E4-2D3F146FC34D}"/>
              </a:ext>
            </a:extLst>
          </p:cNvPr>
          <p:cNvSpPr>
            <a:spLocks xmlns:a="http://schemas.openxmlformats.org/drawingml/2006/main" noGrp="1"/>
          </p:cNvSpPr>
          <p:nvPr/>
        </p:nvSpPr>
        <p:spPr>
          <a:xfrm xmlns:a="http://schemas.openxmlformats.org/drawingml/2006/main">
            <a:off x="533400" y="361950"/>
            <a:ext cx="111252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3150" b="1">
                <a:solidFill>
                  <a:srgbClr val="142B3D"/>
                </a:solidFill>
              </a:defRPr>
            </a:defPPr>
            <a:lvl1pPr>
              <a:defRPr sz="3150" b="1">
                <a:solidFill>
                  <a:srgbClr val="142B3D"/>
                </a:solidFill>
              </a:defRPr>
            </a:lvl1pPr>
            <a:lvl2pPr>
              <a:defRPr sz="3150" b="1">
                <a:solidFill>
                  <a:srgbClr val="142B3D"/>
                </a:solidFill>
              </a:defRPr>
            </a:lvl2pPr>
            <a:lvl3pPr>
              <a:defRPr sz="3150" b="1">
                <a:solidFill>
                  <a:srgbClr val="142B3D"/>
                </a:solidFill>
              </a:defRPr>
            </a:lvl3pPr>
            <a:lvl4pPr>
              <a:defRPr sz="3150" b="1">
                <a:solidFill>
                  <a:srgbClr val="142B3D"/>
                </a:solidFill>
              </a:defRPr>
            </a:lvl4pPr>
            <a:lvl5pPr>
              <a:defRPr sz="3150" b="1">
                <a:solidFill>
                  <a:srgbClr val="142B3D"/>
                </a:solidFill>
              </a:defRPr>
            </a:lvl5pPr>
            <a:lvl6pPr>
              <a:defRPr sz="3150" b="1">
                <a:solidFill>
                  <a:srgbClr val="142B3D"/>
                </a:solidFill>
              </a:defRPr>
            </a:lvl6pPr>
            <a:lvl7pPr>
              <a:defRPr sz="3150" b="1">
                <a:solidFill>
                  <a:srgbClr val="142B3D"/>
                </a:solidFill>
              </a:defRPr>
            </a:lvl7pPr>
            <a:lvl8pPr>
              <a:defRPr sz="3150" b="1">
                <a:solidFill>
                  <a:srgbClr val="142B3D"/>
                </a:solidFill>
              </a:defRPr>
            </a:lvl8pPr>
            <a:lvl9pPr>
              <a:defRPr sz="3150" b="1">
                <a:solidFill>
                  <a:srgbClr val="142B3D"/>
                </a:solidFill>
              </a:defRPr>
            </a:lvl9pPr>
          </a:lstStyle>
          <a:p xmlns:a="http://schemas.openxmlformats.org/drawingml/2006/main">
            <a:pPr>
              <a:defRPr sz="3150" b="1">
                <a:solidFill>
                  <a:srgbClr val="142B3D"/>
                </a:solidFill>
              </a:defRPr>
            </a:pPr>
            <a:r>
              <a:rPr sz="3150" b="1">
                <a:solidFill>
                  <a:srgbClr val="142B3D"/>
                </a:solidFill>
              </a:rPr>
              <a:t>Numerical checks and remaining model limits</a:t>
            </a:r>
          </a:p>
        </p:txBody>
      </p:sp>
      <p:sp>
        <p:nvSpPr>
          <p:cNvPr id="2" name="Khani Solutions">
            <a:extLst xmlns:a="http://schemas.openxmlformats.org/drawingml/2006/main">
              <a:ext uri="{FF2B5EF4-FFF2-40B4-BE49-F238E27FC236}">
                <a16:creationId xmlns:a16="http://schemas.microsoft.com/office/drawing/2014/main" id="{063C0EF3-E8A7-4947-A628-BCA6FA793E7E}"/>
              </a:ext>
            </a:extLst>
          </p:cNvPr>
          <p:cNvSpPr>
            <a:spLocks xmlns:a="http://schemas.openxmlformats.org/drawingml/2006/main" noGrp="1"/>
          </p:cNvSpPr>
          <p:nvPr/>
        </p:nvSpPr>
        <p:spPr>
          <a:xfrm xmlns:a="http://schemas.openxmlformats.org/drawingml/2006/main">
            <a:off x="533400" y="6448425"/>
            <a:ext cx="2190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350" b="0">
                <a:solidFill>
                  <a:srgbClr val="587081"/>
                </a:solidFill>
              </a:defRPr>
            </a:defPPr>
            <a:lvl1pPr>
              <a:defRPr sz="1350" b="0">
                <a:solidFill>
                  <a:srgbClr val="587081"/>
                </a:solidFill>
              </a:defRPr>
            </a:lvl1pPr>
            <a:lvl2pPr>
              <a:defRPr sz="1350" b="0">
                <a:solidFill>
                  <a:srgbClr val="587081"/>
                </a:solidFill>
              </a:defRPr>
            </a:lvl2pPr>
            <a:lvl3pPr>
              <a:defRPr sz="1350" b="0">
                <a:solidFill>
                  <a:srgbClr val="587081"/>
                </a:solidFill>
              </a:defRPr>
            </a:lvl3pPr>
            <a:lvl4pPr>
              <a:defRPr sz="1350" b="0">
                <a:solidFill>
                  <a:srgbClr val="587081"/>
                </a:solidFill>
              </a:defRPr>
            </a:lvl4pPr>
            <a:lvl5pPr>
              <a:defRPr sz="1350" b="0">
                <a:solidFill>
                  <a:srgbClr val="587081"/>
                </a:solidFill>
              </a:defRPr>
            </a:lvl5pPr>
            <a:lvl6pPr>
              <a:defRPr sz="1350" b="0">
                <a:solidFill>
                  <a:srgbClr val="587081"/>
                </a:solidFill>
              </a:defRPr>
            </a:lvl6pPr>
            <a:lvl7pPr>
              <a:defRPr sz="1350" b="0">
                <a:solidFill>
                  <a:srgbClr val="587081"/>
                </a:solidFill>
              </a:defRPr>
            </a:lvl7pPr>
            <a:lvl8pPr>
              <a:defRPr sz="1350" b="0">
                <a:solidFill>
                  <a:srgbClr val="587081"/>
                </a:solidFill>
              </a:defRPr>
            </a:lvl8pPr>
            <a:lvl9pPr>
              <a:defRPr sz="1350" b="0">
                <a:solidFill>
                  <a:srgbClr val="587081"/>
                </a:solidFill>
              </a:defRPr>
            </a:lvl9pPr>
          </a:lstStyle>
          <a:p xmlns:a="http://schemas.openxmlformats.org/drawingml/2006/main">
            <a:pPr>
              <a:defRPr sz="1350" b="0">
                <a:solidFill>
                  <a:srgbClr val="587081"/>
                </a:solidFill>
              </a:defRPr>
            </a:pPr>
            <a:r>
              <a:rPr sz="1350" b="0">
                <a:solidFill>
                  <a:srgbClr val="587081"/>
                </a:solidFill>
              </a:rPr>
              <a:t>Khani Solutions</a:t>
            </a:r>
          </a:p>
        </p:txBody>
      </p:sp>
      <p:sp>
        <p:nvSpPr>
          <p:cNvPr id="3" name="14 / 18">
            <a:extLst xmlns:a="http://schemas.openxmlformats.org/drawingml/2006/main">
              <a:ext uri="{FF2B5EF4-FFF2-40B4-BE49-F238E27FC236}">
                <a16:creationId xmlns:a16="http://schemas.microsoft.com/office/drawing/2014/main" id="{9A5FD816-89F2-4367-B87B-BF7D77108794}"/>
              </a:ext>
            </a:extLst>
          </p:cNvPr>
          <p:cNvSpPr>
            <a:spLocks xmlns:a="http://schemas.openxmlformats.org/drawingml/2006/main" noGrp="1"/>
          </p:cNvSpPr>
          <p:nvPr/>
        </p:nvSpPr>
        <p:spPr>
          <a:xfrm xmlns:a="http://schemas.openxmlformats.org/drawingml/2006/main">
            <a:off x="10896600" y="6448425"/>
            <a:ext cx="857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350" b="0">
                <a:solidFill>
                  <a:srgbClr val="587081"/>
                </a:solidFill>
              </a:defRPr>
            </a:defPPr>
            <a:lvl1pPr>
              <a:defRPr sz="1350" b="0">
                <a:solidFill>
                  <a:srgbClr val="587081"/>
                </a:solidFill>
              </a:defRPr>
            </a:lvl1pPr>
            <a:lvl2pPr>
              <a:defRPr sz="1350" b="0">
                <a:solidFill>
                  <a:srgbClr val="587081"/>
                </a:solidFill>
              </a:defRPr>
            </a:lvl2pPr>
            <a:lvl3pPr>
              <a:defRPr sz="1350" b="0">
                <a:solidFill>
                  <a:srgbClr val="587081"/>
                </a:solidFill>
              </a:defRPr>
            </a:lvl3pPr>
            <a:lvl4pPr>
              <a:defRPr sz="1350" b="0">
                <a:solidFill>
                  <a:srgbClr val="587081"/>
                </a:solidFill>
              </a:defRPr>
            </a:lvl4pPr>
            <a:lvl5pPr>
              <a:defRPr sz="1350" b="0">
                <a:solidFill>
                  <a:srgbClr val="587081"/>
                </a:solidFill>
              </a:defRPr>
            </a:lvl5pPr>
            <a:lvl6pPr>
              <a:defRPr sz="1350" b="0">
                <a:solidFill>
                  <a:srgbClr val="587081"/>
                </a:solidFill>
              </a:defRPr>
            </a:lvl6pPr>
            <a:lvl7pPr>
              <a:defRPr sz="1350" b="0">
                <a:solidFill>
                  <a:srgbClr val="587081"/>
                </a:solidFill>
              </a:defRPr>
            </a:lvl7pPr>
            <a:lvl8pPr>
              <a:defRPr sz="1350" b="0">
                <a:solidFill>
                  <a:srgbClr val="587081"/>
                </a:solidFill>
              </a:defRPr>
            </a:lvl8pPr>
            <a:lvl9pPr>
              <a:defRPr sz="1350" b="0">
                <a:solidFill>
                  <a:srgbClr val="587081"/>
                </a:solidFill>
              </a:defRPr>
            </a:lvl9pPr>
          </a:lstStyle>
          <a:p xmlns:a="http://schemas.openxmlformats.org/drawingml/2006/main">
            <a:pPr>
              <a:defRPr sz="1350" b="0">
                <a:solidFill>
                  <a:srgbClr val="587081"/>
                </a:solidFill>
              </a:defRPr>
            </a:pPr>
            <a:r>
              <a:rPr sz="1350" b="0">
                <a:solidFill>
                  <a:srgbClr val="587081"/>
                </a:solidFill>
              </a:rPr>
              <a:t>14 / 18</a:t>
            </a:r>
          </a:p>
        </p:txBody>
      </p:sp>
      <p:sp>
        <p:nvSpPr>
          <p:cNvPr id="4" name="Detailed evidence on the website">
            <a:extLst xmlns:a="http://schemas.openxmlformats.org/drawingml/2006/main">
              <a:ext uri="{FF2B5EF4-FFF2-40B4-BE49-F238E27FC236}">
                <a16:creationId xmlns:a16="http://schemas.microsoft.com/office/drawing/2014/main" id="{043C1F28-7EBB-4728-B09B-0E29FFD03EFE}"/>
              </a:ext>
            </a:extLst>
          </p:cNvPr>
          <p:cNvSpPr>
            <a:spLocks xmlns:a="http://schemas.openxmlformats.org/drawingml/2006/main" noGrp="1"/>
          </p:cNvSpPr>
          <p:nvPr/>
        </p:nvSpPr>
        <p:spPr>
          <a:xfrm xmlns:a="http://schemas.openxmlformats.org/drawingml/2006/main">
            <a:off x="7000875" y="6448425"/>
            <a:ext cx="34766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350" b="0">
                <a:solidFill>
                  <a:srgbClr val="087F95"/>
                </a:solidFill>
              </a:defRPr>
            </a:defPPr>
            <a:lvl1pPr>
              <a:defRPr sz="1350" b="0">
                <a:solidFill>
                  <a:srgbClr val="087F95"/>
                </a:solidFill>
              </a:defRPr>
            </a:lvl1pPr>
            <a:lvl2pPr>
              <a:defRPr sz="1350" b="0">
                <a:solidFill>
                  <a:srgbClr val="087F95"/>
                </a:solidFill>
              </a:defRPr>
            </a:lvl2pPr>
            <a:lvl3pPr>
              <a:defRPr sz="1350" b="0">
                <a:solidFill>
                  <a:srgbClr val="087F95"/>
                </a:solidFill>
              </a:defRPr>
            </a:lvl3pPr>
            <a:lvl4pPr>
              <a:defRPr sz="1350" b="0">
                <a:solidFill>
                  <a:srgbClr val="087F95"/>
                </a:solidFill>
              </a:defRPr>
            </a:lvl4pPr>
            <a:lvl5pPr>
              <a:defRPr sz="1350" b="0">
                <a:solidFill>
                  <a:srgbClr val="087F95"/>
                </a:solidFill>
              </a:defRPr>
            </a:lvl5pPr>
            <a:lvl6pPr>
              <a:defRPr sz="1350" b="0">
                <a:solidFill>
                  <a:srgbClr val="087F95"/>
                </a:solidFill>
              </a:defRPr>
            </a:lvl6pPr>
            <a:lvl7pPr>
              <a:defRPr sz="1350" b="0">
                <a:solidFill>
                  <a:srgbClr val="087F95"/>
                </a:solidFill>
              </a:defRPr>
            </a:lvl7pPr>
            <a:lvl8pPr>
              <a:defRPr sz="1350" b="0">
                <a:solidFill>
                  <a:srgbClr val="087F95"/>
                </a:solidFill>
              </a:defRPr>
            </a:lvl8pPr>
            <a:lvl9pPr>
              <a:defRPr sz="1350" b="0">
                <a:solidFill>
                  <a:srgbClr val="087F95"/>
                </a:solidFill>
              </a:defRPr>
            </a:lvl9pPr>
          </a:lstStyle>
          <a:p xmlns:a="http://schemas.openxmlformats.org/drawingml/2006/main">
            <a:pPr>
              <a:defRPr sz="1350" b="0">
                <a:solidFill>
                  <a:srgbClr val="087F95"/>
                </a:solidFill>
              </a:defRPr>
            </a:pPr>
            <a:r>
              <a:rPr sz="1350" b="0">
                <a:solidFill>
                  <a:srgbClr val="087F95"/>
                </a:solidFill>
                <a:hlinkClick xmlns:r="http://schemas.openxmlformats.org/officeDocument/2006/relationships" r:id="R995dc2e038ac4ced"/>
              </a:rPr>
              <a:t>Detailed evidence on the website</a:t>
            </a:r>
          </a:p>
        </p:txBody>
      </p:sp>
      <p:graphicFrame>
        <p:nvGraphicFramePr>
          <p:cNvPr id="5" name="">
            <a:extLst xmlns:a="http://schemas.openxmlformats.org/drawingml/2006/main">
              <a:ext uri="{FF2B5EF4-FFF2-40B4-BE49-F238E27FC236}">
                <a16:creationId xmlns:a16="http://schemas.microsoft.com/office/drawing/2014/main" id="{E2B511D9-08FE-415A-836E-BDC5C1854611}"/>
              </a:ext>
            </a:extLst>
          </p:cNvPr>
          <p:cNvGraphicFramePr/>
          <p:nvPr/>
        </p:nvGraphicFramePr>
        <p:xfrm>
          <a:off xmlns:a="http://schemas.openxmlformats.org/drawingml/2006/main" x="533400" y="1628775"/>
          <a:ext xmlns:a="http://schemas.openxmlformats.org/drawingml/2006/main" cx="11125200" cy="3476625"/>
        </p:xfrm>
        <a:graphic xmlns:a="http://schemas.openxmlformats.org/drawingml/2006/main">
          <a:graphicData uri="http://schemas.openxmlformats.org/drawingml/2006/table">
            <a:tbl>
              <a:tblPr firstRow="1" bandRow="0"/>
              <a:tblGrid>
                <a:gridCol w="2952750"/>
                <a:gridCol w="3952875"/>
                <a:gridCol w="4219575"/>
              </a:tblGrid>
              <a:tr h="579438">
                <a:tc>
                  <a:txBody>
                    <a:bodyPr/>
                    <a:lstStyle/>
                    <a:p>
                      <a:r>
                        <a:rPr sz="1650" b="1">
                          <a:solidFill>
                            <a:srgbClr val="FFFFFF"/>
                          </a:solidFill>
                        </a:rPr>
                        <a:t>Check</a:t>
                      </a:r>
                    </a:p>
                  </a:txBody>
                  <a:tcPr marL="95250" marR="95250" marT="76200" marB="76200" anchor="ctr">
                    <a:lnL w="7620">
                      <a:solidFill>
                        <a:srgbClr val="E4EBEF"/>
                      </a:solidFill>
                      <a:prstDash val="solid"/>
                    </a:lnL>
                    <a:lnR w="7620">
                      <a:solidFill>
                        <a:srgbClr val="E4EBEF"/>
                      </a:solidFill>
                      <a:prstDash val="solid"/>
                    </a:lnR>
                    <a:lnT w="7620">
                      <a:solidFill>
                        <a:srgbClr val="E4EBEF"/>
                      </a:solidFill>
                      <a:prstDash val="solid"/>
                    </a:lnT>
                    <a:lnB w="7620">
                      <a:solidFill>
                        <a:srgbClr val="E4EBEF"/>
                      </a:solidFill>
                      <a:prstDash val="solid"/>
                    </a:lnB>
                    <a:solidFill>
                      <a:srgbClr val="142B3D"/>
                    </a:solidFill>
                  </a:tcPr>
                </a:tc>
                <a:tc>
                  <a:txBody>
                    <a:bodyPr/>
                    <a:lstStyle/>
                    <a:p>
                      <a:r>
                        <a:rPr sz="1650" b="1">
                          <a:solidFill>
                            <a:srgbClr val="FFFFFF"/>
                          </a:solidFill>
                        </a:rPr>
                        <a:t>Evidence</a:t>
                      </a:r>
                    </a:p>
                  </a:txBody>
                  <a:tcPr marL="95250" marR="95250" marT="76200" marB="76200" anchor="ctr">
                    <a:lnR w="7620">
                      <a:solidFill>
                        <a:srgbClr val="E4EBEF"/>
                      </a:solidFill>
                      <a:prstDash val="solid"/>
                    </a:lnR>
                    <a:lnT w="7620">
                      <a:solidFill>
                        <a:srgbClr val="E4EBEF"/>
                      </a:solidFill>
                      <a:prstDash val="solid"/>
                    </a:lnT>
                    <a:lnB w="7620">
                      <a:solidFill>
                        <a:srgbClr val="E4EBEF"/>
                      </a:solidFill>
                      <a:prstDash val="solid"/>
                    </a:lnB>
                    <a:solidFill>
                      <a:srgbClr val="142B3D"/>
                    </a:solidFill>
                  </a:tcPr>
                </a:tc>
                <a:tc>
                  <a:txBody>
                    <a:bodyPr/>
                    <a:lstStyle/>
                    <a:p>
                      <a:r>
                        <a:rPr sz="1650" b="1">
                          <a:solidFill>
                            <a:srgbClr val="FFFFFF"/>
                          </a:solidFill>
                        </a:rPr>
                        <a:t>Interpretation</a:t>
                      </a:r>
                    </a:p>
                  </a:txBody>
                  <a:tcPr marL="95250" marR="95250" marT="76200" marB="76200" anchor="ctr">
                    <a:lnR w="7620">
                      <a:solidFill>
                        <a:srgbClr val="E4EBEF"/>
                      </a:solidFill>
                      <a:prstDash val="solid"/>
                    </a:lnR>
                    <a:lnT w="7620">
                      <a:solidFill>
                        <a:srgbClr val="E4EBEF"/>
                      </a:solidFill>
                      <a:prstDash val="solid"/>
                    </a:lnT>
                    <a:lnB w="7620">
                      <a:solidFill>
                        <a:srgbClr val="E4EBEF"/>
                      </a:solidFill>
                      <a:prstDash val="solid"/>
                    </a:lnB>
                    <a:solidFill>
                      <a:srgbClr val="142B3D"/>
                    </a:solidFill>
                  </a:tcPr>
                </a:tc>
              </a:tr>
              <a:tr h="579438">
                <a:tc>
                  <a:txBody>
                    <a:bodyPr/>
                    <a:lstStyle/>
                    <a:p>
                      <a:r>
                        <a:rPr sz="1650">
                          <a:solidFill>
                            <a:srgbClr val="142B3D"/>
                          </a:solidFill>
                        </a:rPr>
                        <a:t>System timestep sensitivity</a:t>
                      </a:r>
                    </a:p>
                  </a:txBody>
                  <a:tcPr marL="95250" marR="95250" marT="76200" marB="76200" anchor="ctr">
                    <a:lnL w="7620">
                      <a:solidFill>
                        <a:srgbClr val="E4EBEF"/>
                      </a:solidFill>
                      <a:prstDash val="solid"/>
                    </a:lnL>
                    <a:lnR w="7620">
                      <a:solidFill>
                        <a:srgbClr val="E4EBEF"/>
                      </a:solidFill>
                      <a:prstDash val="solid"/>
                    </a:lnR>
                    <a:lnB w="7620">
                      <a:solidFill>
                        <a:srgbClr val="E4EBEF"/>
                      </a:solidFill>
                      <a:prstDash val="solid"/>
                    </a:lnB>
                    <a:solidFill>
                      <a:srgbClr val="FFFFFF"/>
                    </a:solidFill>
                  </a:tcPr>
                </a:tc>
                <a:tc>
                  <a:txBody>
                    <a:bodyPr/>
                    <a:lstStyle/>
                    <a:p>
                      <a:r>
                        <a:rPr sz="1650">
                          <a:solidFill>
                            <a:srgbClr val="142B3D"/>
                          </a:solidFill>
                        </a:rPr>
                        <a:t>5 s versus 10 s, 0.000223 K max</a:t>
                      </a:r>
                    </a:p>
                  </a:txBody>
                  <a:tcPr marL="95250" marR="95250" marT="76200" marB="76200" anchor="ctr">
                    <a:lnR w="7620">
                      <a:solidFill>
                        <a:srgbClr val="E4EBEF"/>
                      </a:solidFill>
                      <a:prstDash val="solid"/>
                    </a:lnR>
                    <a:lnB w="7620">
                      <a:solidFill>
                        <a:srgbClr val="E4EBEF"/>
                      </a:solidFill>
                      <a:prstDash val="solid"/>
                    </a:lnB>
                    <a:solidFill>
                      <a:srgbClr val="FFFFFF"/>
                    </a:solidFill>
                  </a:tcPr>
                </a:tc>
                <a:tc>
                  <a:txBody>
                    <a:bodyPr/>
                    <a:lstStyle/>
                    <a:p>
                      <a:r>
                        <a:rPr sz="1650">
                          <a:solidFill>
                            <a:srgbClr val="142B3D"/>
                          </a:solidFill>
                        </a:rPr>
                        <a:t>Temperature check for declared cases</a:t>
                      </a:r>
                    </a:p>
                  </a:txBody>
                  <a:tcPr marL="95250" marR="95250" marT="76200" marB="76200" anchor="ctr">
                    <a:lnR w="7620">
                      <a:solidFill>
                        <a:srgbClr val="E4EBEF"/>
                      </a:solidFill>
                      <a:prstDash val="solid"/>
                    </a:lnR>
                    <a:lnB w="7620">
                      <a:solidFill>
                        <a:srgbClr val="E4EBEF"/>
                      </a:solidFill>
                      <a:prstDash val="solid"/>
                    </a:lnB>
                    <a:solidFill>
                      <a:srgbClr val="FFFFFF"/>
                    </a:solidFill>
                  </a:tcPr>
                </a:tc>
              </a:tr>
              <a:tr h="579438">
                <a:tc>
                  <a:txBody>
                    <a:bodyPr/>
                    <a:lstStyle/>
                    <a:p>
                      <a:r>
                        <a:rPr sz="1650">
                          <a:solidFill>
                            <a:srgbClr val="142B3D"/>
                          </a:solidFill>
                        </a:rPr>
                        <a:t>Exported energy quadrature</a:t>
                      </a:r>
                    </a:p>
                  </a:txBody>
                  <a:tcPr marL="95250" marR="95250" marT="76200" marB="76200" anchor="ctr">
                    <a:lnL w="7620">
                      <a:solidFill>
                        <a:srgbClr val="E4EBEF"/>
                      </a:solidFill>
                      <a:prstDash val="solid"/>
                    </a:lnL>
                    <a:lnR w="7620">
                      <a:solidFill>
                        <a:srgbClr val="E4EBEF"/>
                      </a:solidFill>
                      <a:prstDash val="solid"/>
                    </a:lnR>
                    <a:lnB w="7620">
                      <a:solidFill>
                        <a:srgbClr val="E4EBEF"/>
                      </a:solidFill>
                      <a:prstDash val="solid"/>
                    </a:lnB>
                    <a:solidFill>
                      <a:srgbClr val="FFFFFF"/>
                    </a:solidFill>
                  </a:tcPr>
                </a:tc>
                <a:tc>
                  <a:txBody>
                    <a:bodyPr/>
                    <a:lstStyle/>
                    <a:p>
                      <a:r>
                        <a:rPr sz="1650">
                          <a:solidFill>
                            <a:srgbClr val="142B3D"/>
                          </a:solidFill>
                        </a:rPr>
                        <a:t>0.01845 / 0.00462 kWh, 10 s / 5 s</a:t>
                      </a:r>
                    </a:p>
                  </a:txBody>
                  <a:tcPr marL="95250" marR="95250" marT="76200" marB="76200" anchor="ctr">
                    <a:lnR w="7620">
                      <a:solidFill>
                        <a:srgbClr val="E4EBEF"/>
                      </a:solidFill>
                      <a:prstDash val="solid"/>
                    </a:lnR>
                    <a:lnB w="7620">
                      <a:solidFill>
                        <a:srgbClr val="E4EBEF"/>
                      </a:solidFill>
                      <a:prstDash val="solid"/>
                    </a:lnB>
                    <a:solidFill>
                      <a:srgbClr val="FFFFFF"/>
                    </a:solidFill>
                  </a:tcPr>
                </a:tc>
                <a:tc>
                  <a:txBody>
                    <a:bodyPr/>
                    <a:lstStyle/>
                    <a:p>
                      <a:r>
                        <a:rPr sz="1650">
                          <a:solidFill>
                            <a:srgbClr val="142B3D"/>
                          </a:solidFill>
                        </a:rPr>
                        <a:t>Event-aware integration converges; accuracy open</a:t>
                      </a:r>
                    </a:p>
                  </a:txBody>
                  <a:tcPr marL="95250" marR="95250" marT="76200" marB="76200" anchor="ctr">
                    <a:lnR w="7620">
                      <a:solidFill>
                        <a:srgbClr val="E4EBEF"/>
                      </a:solidFill>
                      <a:prstDash val="solid"/>
                    </a:lnR>
                    <a:lnB w="7620">
                      <a:solidFill>
                        <a:srgbClr val="E4EBEF"/>
                      </a:solidFill>
                      <a:prstDash val="solid"/>
                    </a:lnB>
                    <a:solidFill>
                      <a:srgbClr val="FFFFFF"/>
                    </a:solidFill>
                  </a:tcPr>
                </a:tc>
              </a:tr>
              <a:tr h="579438">
                <a:tc>
                  <a:txBody>
                    <a:bodyPr/>
                    <a:lstStyle/>
                    <a:p>
                      <a:r>
                        <a:rPr sz="1650">
                          <a:solidFill>
                            <a:srgbClr val="142B3D"/>
                          </a:solidFill>
                        </a:rPr>
                        <a:t>Solid thermal mesh</a:t>
                      </a:r>
                    </a:p>
                  </a:txBody>
                  <a:tcPr marL="95250" marR="95250" marT="76200" marB="76200" anchor="ctr">
                    <a:lnL w="7620">
                      <a:solidFill>
                        <a:srgbClr val="E4EBEF"/>
                      </a:solidFill>
                      <a:prstDash val="solid"/>
                    </a:lnL>
                    <a:lnR w="7620">
                      <a:solidFill>
                        <a:srgbClr val="E4EBEF"/>
                      </a:solidFill>
                      <a:prstDash val="solid"/>
                    </a:lnR>
                    <a:lnB w="7620">
                      <a:solidFill>
                        <a:srgbClr val="E4EBEF"/>
                      </a:solidFill>
                      <a:prstDash val="solid"/>
                    </a:lnB>
                    <a:solidFill>
                      <a:srgbClr val="FFFFFF"/>
                    </a:solidFill>
                  </a:tcPr>
                </a:tc>
                <a:tc>
                  <a:txBody>
                    <a:bodyPr/>
                    <a:lstStyle/>
                    <a:p>
                      <a:r>
                        <a:rPr sz="1650">
                          <a:solidFill>
                            <a:srgbClr val="142B3D"/>
                          </a:solidFill>
                        </a:rPr>
                        <a:t>Peak changes 0.040 °C</a:t>
                      </a:r>
                    </a:p>
                  </a:txBody>
                  <a:tcPr marL="95250" marR="95250" marT="76200" marB="76200" anchor="ctr">
                    <a:lnR w="7620">
                      <a:solidFill>
                        <a:srgbClr val="E4EBEF"/>
                      </a:solidFill>
                      <a:prstDash val="solid"/>
                    </a:lnR>
                    <a:lnB w="7620">
                      <a:solidFill>
                        <a:srgbClr val="E4EBEF"/>
                      </a:solidFill>
                      <a:prstDash val="solid"/>
                    </a:lnB>
                    <a:solidFill>
                      <a:srgbClr val="FFFFFF"/>
                    </a:solidFill>
                  </a:tcPr>
                </a:tc>
                <a:tc>
                  <a:txBody>
                    <a:bodyPr/>
                    <a:lstStyle/>
                    <a:p>
                      <a:r>
                        <a:rPr sz="1650">
                          <a:solidFill>
                            <a:srgbClr val="142B3D"/>
                          </a:solidFill>
                        </a:rPr>
                        <a:t>Two meshes; full convergence remains open</a:t>
                      </a:r>
                    </a:p>
                  </a:txBody>
                  <a:tcPr marL="95250" marR="95250" marT="76200" marB="76200" anchor="ctr">
                    <a:lnR w="7620">
                      <a:solidFill>
                        <a:srgbClr val="E4EBEF"/>
                      </a:solidFill>
                      <a:prstDash val="solid"/>
                    </a:lnR>
                    <a:lnB w="7620">
                      <a:solidFill>
                        <a:srgbClr val="E4EBEF"/>
                      </a:solidFill>
                      <a:prstDash val="solid"/>
                    </a:lnB>
                    <a:solidFill>
                      <a:srgbClr val="FFFFFF"/>
                    </a:solidFill>
                  </a:tcPr>
                </a:tc>
              </a:tr>
              <a:tr h="579438">
                <a:tc>
                  <a:txBody>
                    <a:bodyPr/>
                    <a:lstStyle/>
                    <a:p>
                      <a:r>
                        <a:rPr sz="1650">
                          <a:solidFill>
                            <a:srgbClr val="142B3D"/>
                          </a:solidFill>
                        </a:rPr>
                        <a:t>Thermal stress refinement</a:t>
                      </a:r>
                    </a:p>
                  </a:txBody>
                  <a:tcPr marL="95250" marR="95250" marT="76200" marB="76200" anchor="ctr">
                    <a:lnL w="7620">
                      <a:solidFill>
                        <a:srgbClr val="E4EBEF"/>
                      </a:solidFill>
                      <a:prstDash val="solid"/>
                    </a:lnL>
                    <a:lnR w="7620">
                      <a:solidFill>
                        <a:srgbClr val="E4EBEF"/>
                      </a:solidFill>
                      <a:prstDash val="solid"/>
                    </a:lnR>
                    <a:lnB w="7620">
                      <a:solidFill>
                        <a:srgbClr val="E4EBEF"/>
                      </a:solidFill>
                      <a:prstDash val="solid"/>
                    </a:lnB>
                    <a:solidFill>
                      <a:srgbClr val="FFFFFF"/>
                    </a:solidFill>
                  </a:tcPr>
                </a:tc>
                <a:tc>
                  <a:txBody>
                    <a:bodyPr/>
                    <a:lstStyle/>
                    <a:p>
                      <a:r>
                        <a:rPr sz="1650">
                          <a:solidFill>
                            <a:srgbClr val="142B3D"/>
                          </a:solidFill>
                        </a:rPr>
                        <a:t>P95 stable, clamp peak rises</a:t>
                      </a:r>
                    </a:p>
                  </a:txBody>
                  <a:tcPr marL="95250" marR="95250" marT="76200" marB="76200" anchor="ctr">
                    <a:lnR w="7620">
                      <a:solidFill>
                        <a:srgbClr val="E4EBEF"/>
                      </a:solidFill>
                      <a:prstDash val="solid"/>
                    </a:lnR>
                    <a:lnB w="7620">
                      <a:solidFill>
                        <a:srgbClr val="E4EBEF"/>
                      </a:solidFill>
                      <a:prstDash val="solid"/>
                    </a:lnB>
                    <a:solidFill>
                      <a:srgbClr val="FFFFFF"/>
                    </a:solidFill>
                  </a:tcPr>
                </a:tc>
                <a:tc>
                  <a:txBody>
                    <a:bodyPr/>
                    <a:lstStyle/>
                    <a:p>
                      <a:r>
                        <a:rPr sz="1650">
                          <a:solidFill>
                            <a:srgbClr val="142B3D"/>
                          </a:solidFill>
                        </a:rPr>
                        <a:t>Peak stress remains mesh sensitive</a:t>
                      </a:r>
                    </a:p>
                  </a:txBody>
                  <a:tcPr marL="95250" marR="95250" marT="76200" marB="76200" anchor="ctr">
                    <a:lnR w="7620">
                      <a:solidFill>
                        <a:srgbClr val="E4EBEF"/>
                      </a:solidFill>
                      <a:prstDash val="solid"/>
                    </a:lnR>
                    <a:lnB w="7620">
                      <a:solidFill>
                        <a:srgbClr val="E4EBEF"/>
                      </a:solidFill>
                      <a:prstDash val="solid"/>
                    </a:lnB>
                    <a:solidFill>
                      <a:srgbClr val="FFFFFF"/>
                    </a:solidFill>
                  </a:tcPr>
                </a:tc>
              </a:tr>
              <a:tr h="579438">
                <a:tc>
                  <a:txBody>
                    <a:bodyPr/>
                    <a:lstStyle/>
                    <a:p>
                      <a:r>
                        <a:rPr sz="1650">
                          <a:solidFill>
                            <a:srgbClr val="142B3D"/>
                          </a:solidFill>
                        </a:rPr>
                        <a:t>CFD mesh and conservation</a:t>
                      </a:r>
                    </a:p>
                  </a:txBody>
                  <a:tcPr marL="95250" marR="95250" marT="76200" marB="76200" anchor="ctr">
                    <a:lnL w="7620">
                      <a:solidFill>
                        <a:srgbClr val="E4EBEF"/>
                      </a:solidFill>
                      <a:prstDash val="solid"/>
                    </a:lnL>
                    <a:lnR w="7620">
                      <a:solidFill>
                        <a:srgbClr val="E4EBEF"/>
                      </a:solidFill>
                      <a:prstDash val="solid"/>
                    </a:lnR>
                    <a:lnB w="7620">
                      <a:solidFill>
                        <a:srgbClr val="E4EBEF"/>
                      </a:solidFill>
                      <a:prstDash val="solid"/>
                    </a:lnB>
                    <a:solidFill>
                      <a:srgbClr val="FFFFFF"/>
                    </a:solidFill>
                  </a:tcPr>
                </a:tc>
                <a:tc>
                  <a:txBody>
                    <a:bodyPr/>
                    <a:lstStyle/>
                    <a:p>
                      <a:r>
                        <a:rPr sz="1650">
                          <a:solidFill>
                            <a:srgbClr val="142B3D"/>
                          </a:solidFill>
                        </a:rPr>
                        <a:t>4,536 / 36,288 / 122,472 cells</a:t>
                      </a:r>
                    </a:p>
                  </a:txBody>
                  <a:tcPr marL="95250" marR="95250" marT="76200" marB="76200" anchor="ctr">
                    <a:lnR w="7620">
                      <a:solidFill>
                        <a:srgbClr val="E4EBEF"/>
                      </a:solidFill>
                      <a:prstDash val="solid"/>
                    </a:lnR>
                    <a:lnB w="7620">
                      <a:solidFill>
                        <a:srgbClr val="E4EBEF"/>
                      </a:solidFill>
                      <a:prstDash val="solid"/>
                    </a:lnB>
                    <a:solidFill>
                      <a:srgbClr val="FFFFFF"/>
                    </a:solidFill>
                  </a:tcPr>
                </a:tc>
                <a:tc>
                  <a:txBody>
                    <a:bodyPr/>
                    <a:lstStyle/>
                    <a:p>
                      <a:r>
                        <a:rPr sz="1650">
                          <a:solidFill>
                            <a:srgbClr val="142B3D"/>
                          </a:solidFill>
                        </a:rPr>
                        <a:t>Local wall trade not mesh qualified</a:t>
                      </a:r>
                    </a:p>
                  </a:txBody>
                  <a:tcPr marL="95250" marR="95250" marT="76200" marB="76200" anchor="ctr">
                    <a:lnR w="7620">
                      <a:solidFill>
                        <a:srgbClr val="E4EBEF"/>
                      </a:solidFill>
                      <a:prstDash val="solid"/>
                    </a:lnR>
                    <a:lnB w="7620">
                      <a:solidFill>
                        <a:srgbClr val="E4EBEF"/>
                      </a:solidFill>
                      <a:prstDash val="solid"/>
                    </a:lnB>
                    <a:solidFill>
                      <a:srgbClr val="FFFFFF"/>
                    </a:solidFill>
                  </a:tcPr>
                </a:tc>
              </a:tr>
            </a:tbl>
          </a:graphicData>
        </a:graphic>
      </p:graphicFrame>
      <p:sp>
        <p:nvSpPr>
          <p:cNvPr id="6" name="Numerical consistency supports the calculation. Physical accuracy">
            <a:extLst xmlns:a="http://schemas.openxmlformats.org/drawingml/2006/main">
              <a:ext uri="{FF2B5EF4-FFF2-40B4-BE49-F238E27FC236}">
                <a16:creationId xmlns:a16="http://schemas.microsoft.com/office/drawing/2014/main" id="{A2D444BC-5603-4665-A28A-417AFE6E26B1}"/>
              </a:ext>
            </a:extLst>
          </p:cNvPr>
          <p:cNvSpPr>
            <a:spLocks xmlns:a="http://schemas.openxmlformats.org/drawingml/2006/main" noGrp="1"/>
          </p:cNvSpPr>
          <p:nvPr/>
        </p:nvSpPr>
        <p:spPr>
          <a:xfrm xmlns:a="http://schemas.openxmlformats.org/drawingml/2006/main">
            <a:off x="533400" y="5476875"/>
            <a:ext cx="11125200" cy="676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75" b="1">
                <a:solidFill>
                  <a:srgbClr val="AD7A22"/>
                </a:solidFill>
              </a:defRPr>
            </a:defPPr>
            <a:lvl1pPr>
              <a:defRPr sz="2175" b="1">
                <a:solidFill>
                  <a:srgbClr val="AD7A22"/>
                </a:solidFill>
              </a:defRPr>
            </a:lvl1pPr>
            <a:lvl2pPr>
              <a:defRPr sz="2175" b="1">
                <a:solidFill>
                  <a:srgbClr val="AD7A22"/>
                </a:solidFill>
              </a:defRPr>
            </a:lvl2pPr>
            <a:lvl3pPr>
              <a:defRPr sz="2175" b="1">
                <a:solidFill>
                  <a:srgbClr val="AD7A22"/>
                </a:solidFill>
              </a:defRPr>
            </a:lvl3pPr>
            <a:lvl4pPr>
              <a:defRPr sz="2175" b="1">
                <a:solidFill>
                  <a:srgbClr val="AD7A22"/>
                </a:solidFill>
              </a:defRPr>
            </a:lvl4pPr>
            <a:lvl5pPr>
              <a:defRPr sz="2175" b="1">
                <a:solidFill>
                  <a:srgbClr val="AD7A22"/>
                </a:solidFill>
              </a:defRPr>
            </a:lvl5pPr>
            <a:lvl6pPr>
              <a:defRPr sz="2175" b="1">
                <a:solidFill>
                  <a:srgbClr val="AD7A22"/>
                </a:solidFill>
              </a:defRPr>
            </a:lvl6pPr>
            <a:lvl7pPr>
              <a:defRPr sz="2175" b="1">
                <a:solidFill>
                  <a:srgbClr val="AD7A22"/>
                </a:solidFill>
              </a:defRPr>
            </a:lvl7pPr>
            <a:lvl8pPr>
              <a:defRPr sz="2175" b="1">
                <a:solidFill>
                  <a:srgbClr val="AD7A22"/>
                </a:solidFill>
              </a:defRPr>
            </a:lvl8pPr>
            <a:lvl9pPr>
              <a:defRPr sz="2175" b="1">
                <a:solidFill>
                  <a:srgbClr val="AD7A22"/>
                </a:solidFill>
              </a:defRPr>
            </a:lvl9pPr>
          </a:lstStyle>
          <a:p xmlns:a="http://schemas.openxmlformats.org/drawingml/2006/main">
            <a:pPr>
              <a:defRPr sz="2175" b="1">
                <a:solidFill>
                  <a:srgbClr val="AD7A22"/>
                </a:solidFill>
              </a:defRPr>
            </a:pPr>
            <a:r>
              <a:rPr sz="2175" b="1">
                <a:solidFill>
                  <a:srgbClr val="AD7A22"/>
                </a:solidFill>
              </a:rPr>
              <a:t>Numerical consistency supports the calculation. Physical accuracy still needs measured correlation.</a:t>
            </a:r>
          </a:p>
        </p:txBody>
      </p:sp>
    </p:spTree>
    <p:extLst>
      <p:ext uri="{BB962C8B-B14F-4D97-AF65-F5344CB8AC3E}">
        <p14:creationId xmlns:p14="http://schemas.microsoft.com/office/powerpoint/2010/main" val="1864168330"/>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Thermal-engineering capabilities linked to evidence">
            <a:extLst xmlns:a="http://schemas.openxmlformats.org/drawingml/2006/main">
              <a:ext uri="{FF2B5EF4-FFF2-40B4-BE49-F238E27FC236}">
                <a16:creationId xmlns:a16="http://schemas.microsoft.com/office/drawing/2014/main" id="{0EB18248-6B2D-4ACC-8947-5C26E327E6D8}"/>
              </a:ext>
            </a:extLst>
          </p:cNvPr>
          <p:cNvSpPr>
            <a:spLocks xmlns:a="http://schemas.openxmlformats.org/drawingml/2006/main" noGrp="1"/>
          </p:cNvSpPr>
          <p:nvPr/>
        </p:nvSpPr>
        <p:spPr>
          <a:xfrm xmlns:a="http://schemas.openxmlformats.org/drawingml/2006/main">
            <a:off x="533400" y="361950"/>
            <a:ext cx="111252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3150" b="1">
                <a:solidFill>
                  <a:srgbClr val="142B3D"/>
                </a:solidFill>
              </a:defRPr>
            </a:defPPr>
            <a:lvl1pPr>
              <a:defRPr sz="3150" b="1">
                <a:solidFill>
                  <a:srgbClr val="142B3D"/>
                </a:solidFill>
              </a:defRPr>
            </a:lvl1pPr>
            <a:lvl2pPr>
              <a:defRPr sz="3150" b="1">
                <a:solidFill>
                  <a:srgbClr val="142B3D"/>
                </a:solidFill>
              </a:defRPr>
            </a:lvl2pPr>
            <a:lvl3pPr>
              <a:defRPr sz="3150" b="1">
                <a:solidFill>
                  <a:srgbClr val="142B3D"/>
                </a:solidFill>
              </a:defRPr>
            </a:lvl3pPr>
            <a:lvl4pPr>
              <a:defRPr sz="3150" b="1">
                <a:solidFill>
                  <a:srgbClr val="142B3D"/>
                </a:solidFill>
              </a:defRPr>
            </a:lvl4pPr>
            <a:lvl5pPr>
              <a:defRPr sz="3150" b="1">
                <a:solidFill>
                  <a:srgbClr val="142B3D"/>
                </a:solidFill>
              </a:defRPr>
            </a:lvl5pPr>
            <a:lvl6pPr>
              <a:defRPr sz="3150" b="1">
                <a:solidFill>
                  <a:srgbClr val="142B3D"/>
                </a:solidFill>
              </a:defRPr>
            </a:lvl6pPr>
            <a:lvl7pPr>
              <a:defRPr sz="3150" b="1">
                <a:solidFill>
                  <a:srgbClr val="142B3D"/>
                </a:solidFill>
              </a:defRPr>
            </a:lvl7pPr>
            <a:lvl8pPr>
              <a:defRPr sz="3150" b="1">
                <a:solidFill>
                  <a:srgbClr val="142B3D"/>
                </a:solidFill>
              </a:defRPr>
            </a:lvl8pPr>
            <a:lvl9pPr>
              <a:defRPr sz="3150" b="1">
                <a:solidFill>
                  <a:srgbClr val="142B3D"/>
                </a:solidFill>
              </a:defRPr>
            </a:lvl9pPr>
          </a:lstStyle>
          <a:p xmlns:a="http://schemas.openxmlformats.org/drawingml/2006/main">
            <a:pPr>
              <a:defRPr sz="3150" b="1">
                <a:solidFill>
                  <a:srgbClr val="142B3D"/>
                </a:solidFill>
              </a:defRPr>
            </a:pPr>
            <a:r>
              <a:rPr sz="3150" b="1">
                <a:solidFill>
                  <a:srgbClr val="142B3D"/>
                </a:solidFill>
              </a:rPr>
              <a:t>Thermal-engineering capabilities linked to evidence</a:t>
            </a:r>
          </a:p>
        </p:txBody>
      </p:sp>
      <p:sp>
        <p:nvSpPr>
          <p:cNvPr id="2" name="Khani Solutions">
            <a:extLst xmlns:a="http://schemas.openxmlformats.org/drawingml/2006/main">
              <a:ext uri="{FF2B5EF4-FFF2-40B4-BE49-F238E27FC236}">
                <a16:creationId xmlns:a16="http://schemas.microsoft.com/office/drawing/2014/main" id="{1847EBD3-7697-4F8B-964D-B93E67F371F4}"/>
              </a:ext>
            </a:extLst>
          </p:cNvPr>
          <p:cNvSpPr>
            <a:spLocks xmlns:a="http://schemas.openxmlformats.org/drawingml/2006/main" noGrp="1"/>
          </p:cNvSpPr>
          <p:nvPr/>
        </p:nvSpPr>
        <p:spPr>
          <a:xfrm xmlns:a="http://schemas.openxmlformats.org/drawingml/2006/main">
            <a:off x="533400" y="6448425"/>
            <a:ext cx="2190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350" b="0">
                <a:solidFill>
                  <a:srgbClr val="587081"/>
                </a:solidFill>
              </a:defRPr>
            </a:defPPr>
            <a:lvl1pPr>
              <a:defRPr sz="1350" b="0">
                <a:solidFill>
                  <a:srgbClr val="587081"/>
                </a:solidFill>
              </a:defRPr>
            </a:lvl1pPr>
            <a:lvl2pPr>
              <a:defRPr sz="1350" b="0">
                <a:solidFill>
                  <a:srgbClr val="587081"/>
                </a:solidFill>
              </a:defRPr>
            </a:lvl2pPr>
            <a:lvl3pPr>
              <a:defRPr sz="1350" b="0">
                <a:solidFill>
                  <a:srgbClr val="587081"/>
                </a:solidFill>
              </a:defRPr>
            </a:lvl3pPr>
            <a:lvl4pPr>
              <a:defRPr sz="1350" b="0">
                <a:solidFill>
                  <a:srgbClr val="587081"/>
                </a:solidFill>
              </a:defRPr>
            </a:lvl4pPr>
            <a:lvl5pPr>
              <a:defRPr sz="1350" b="0">
                <a:solidFill>
                  <a:srgbClr val="587081"/>
                </a:solidFill>
              </a:defRPr>
            </a:lvl5pPr>
            <a:lvl6pPr>
              <a:defRPr sz="1350" b="0">
                <a:solidFill>
                  <a:srgbClr val="587081"/>
                </a:solidFill>
              </a:defRPr>
            </a:lvl6pPr>
            <a:lvl7pPr>
              <a:defRPr sz="1350" b="0">
                <a:solidFill>
                  <a:srgbClr val="587081"/>
                </a:solidFill>
              </a:defRPr>
            </a:lvl7pPr>
            <a:lvl8pPr>
              <a:defRPr sz="1350" b="0">
                <a:solidFill>
                  <a:srgbClr val="587081"/>
                </a:solidFill>
              </a:defRPr>
            </a:lvl8pPr>
            <a:lvl9pPr>
              <a:defRPr sz="1350" b="0">
                <a:solidFill>
                  <a:srgbClr val="587081"/>
                </a:solidFill>
              </a:defRPr>
            </a:lvl9pPr>
          </a:lstStyle>
          <a:p xmlns:a="http://schemas.openxmlformats.org/drawingml/2006/main">
            <a:pPr>
              <a:defRPr sz="1350" b="0">
                <a:solidFill>
                  <a:srgbClr val="587081"/>
                </a:solidFill>
              </a:defRPr>
            </a:pPr>
            <a:r>
              <a:rPr sz="1350" b="0">
                <a:solidFill>
                  <a:srgbClr val="587081"/>
                </a:solidFill>
              </a:rPr>
              <a:t>Khani Solutions</a:t>
            </a:r>
          </a:p>
        </p:txBody>
      </p:sp>
      <p:sp>
        <p:nvSpPr>
          <p:cNvPr id="3" name="15 / 18">
            <a:extLst xmlns:a="http://schemas.openxmlformats.org/drawingml/2006/main">
              <a:ext uri="{FF2B5EF4-FFF2-40B4-BE49-F238E27FC236}">
                <a16:creationId xmlns:a16="http://schemas.microsoft.com/office/drawing/2014/main" id="{0B2DC39E-2CFC-4145-9C79-222FF303A87B}"/>
              </a:ext>
            </a:extLst>
          </p:cNvPr>
          <p:cNvSpPr>
            <a:spLocks xmlns:a="http://schemas.openxmlformats.org/drawingml/2006/main" noGrp="1"/>
          </p:cNvSpPr>
          <p:nvPr/>
        </p:nvSpPr>
        <p:spPr>
          <a:xfrm xmlns:a="http://schemas.openxmlformats.org/drawingml/2006/main">
            <a:off x="10896600" y="6448425"/>
            <a:ext cx="857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350" b="0">
                <a:solidFill>
                  <a:srgbClr val="587081"/>
                </a:solidFill>
              </a:defRPr>
            </a:defPPr>
            <a:lvl1pPr>
              <a:defRPr sz="1350" b="0">
                <a:solidFill>
                  <a:srgbClr val="587081"/>
                </a:solidFill>
              </a:defRPr>
            </a:lvl1pPr>
            <a:lvl2pPr>
              <a:defRPr sz="1350" b="0">
                <a:solidFill>
                  <a:srgbClr val="587081"/>
                </a:solidFill>
              </a:defRPr>
            </a:lvl2pPr>
            <a:lvl3pPr>
              <a:defRPr sz="1350" b="0">
                <a:solidFill>
                  <a:srgbClr val="587081"/>
                </a:solidFill>
              </a:defRPr>
            </a:lvl3pPr>
            <a:lvl4pPr>
              <a:defRPr sz="1350" b="0">
                <a:solidFill>
                  <a:srgbClr val="587081"/>
                </a:solidFill>
              </a:defRPr>
            </a:lvl4pPr>
            <a:lvl5pPr>
              <a:defRPr sz="1350" b="0">
                <a:solidFill>
                  <a:srgbClr val="587081"/>
                </a:solidFill>
              </a:defRPr>
            </a:lvl5pPr>
            <a:lvl6pPr>
              <a:defRPr sz="1350" b="0">
                <a:solidFill>
                  <a:srgbClr val="587081"/>
                </a:solidFill>
              </a:defRPr>
            </a:lvl6pPr>
            <a:lvl7pPr>
              <a:defRPr sz="1350" b="0">
                <a:solidFill>
                  <a:srgbClr val="587081"/>
                </a:solidFill>
              </a:defRPr>
            </a:lvl7pPr>
            <a:lvl8pPr>
              <a:defRPr sz="1350" b="0">
                <a:solidFill>
                  <a:srgbClr val="587081"/>
                </a:solidFill>
              </a:defRPr>
            </a:lvl8pPr>
            <a:lvl9pPr>
              <a:defRPr sz="1350" b="0">
                <a:solidFill>
                  <a:srgbClr val="587081"/>
                </a:solidFill>
              </a:defRPr>
            </a:lvl9pPr>
          </a:lstStyle>
          <a:p xmlns:a="http://schemas.openxmlformats.org/drawingml/2006/main">
            <a:pPr>
              <a:defRPr sz="1350" b="0">
                <a:solidFill>
                  <a:srgbClr val="587081"/>
                </a:solidFill>
              </a:defRPr>
            </a:pPr>
            <a:r>
              <a:rPr sz="1350" b="0">
                <a:solidFill>
                  <a:srgbClr val="587081"/>
                </a:solidFill>
              </a:rPr>
              <a:t>15 / 18</a:t>
            </a:r>
          </a:p>
        </p:txBody>
      </p:sp>
      <p:sp>
        <p:nvSpPr>
          <p:cNvPr id="4" name="Detailed evidence on the website">
            <a:extLst xmlns:a="http://schemas.openxmlformats.org/drawingml/2006/main">
              <a:ext uri="{FF2B5EF4-FFF2-40B4-BE49-F238E27FC236}">
                <a16:creationId xmlns:a16="http://schemas.microsoft.com/office/drawing/2014/main" id="{3199A2F3-EC67-4BB9-A263-D0858D1596FC}"/>
              </a:ext>
            </a:extLst>
          </p:cNvPr>
          <p:cNvSpPr>
            <a:spLocks xmlns:a="http://schemas.openxmlformats.org/drawingml/2006/main" noGrp="1"/>
          </p:cNvSpPr>
          <p:nvPr/>
        </p:nvSpPr>
        <p:spPr>
          <a:xfrm xmlns:a="http://schemas.openxmlformats.org/drawingml/2006/main">
            <a:off x="7000875" y="6448425"/>
            <a:ext cx="34766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350" b="0">
                <a:solidFill>
                  <a:srgbClr val="087F95"/>
                </a:solidFill>
              </a:defRPr>
            </a:defPPr>
            <a:lvl1pPr>
              <a:defRPr sz="1350" b="0">
                <a:solidFill>
                  <a:srgbClr val="087F95"/>
                </a:solidFill>
              </a:defRPr>
            </a:lvl1pPr>
            <a:lvl2pPr>
              <a:defRPr sz="1350" b="0">
                <a:solidFill>
                  <a:srgbClr val="087F95"/>
                </a:solidFill>
              </a:defRPr>
            </a:lvl2pPr>
            <a:lvl3pPr>
              <a:defRPr sz="1350" b="0">
                <a:solidFill>
                  <a:srgbClr val="087F95"/>
                </a:solidFill>
              </a:defRPr>
            </a:lvl3pPr>
            <a:lvl4pPr>
              <a:defRPr sz="1350" b="0">
                <a:solidFill>
                  <a:srgbClr val="087F95"/>
                </a:solidFill>
              </a:defRPr>
            </a:lvl4pPr>
            <a:lvl5pPr>
              <a:defRPr sz="1350" b="0">
                <a:solidFill>
                  <a:srgbClr val="087F95"/>
                </a:solidFill>
              </a:defRPr>
            </a:lvl5pPr>
            <a:lvl6pPr>
              <a:defRPr sz="1350" b="0">
                <a:solidFill>
                  <a:srgbClr val="087F95"/>
                </a:solidFill>
              </a:defRPr>
            </a:lvl6pPr>
            <a:lvl7pPr>
              <a:defRPr sz="1350" b="0">
                <a:solidFill>
                  <a:srgbClr val="087F95"/>
                </a:solidFill>
              </a:defRPr>
            </a:lvl7pPr>
            <a:lvl8pPr>
              <a:defRPr sz="1350" b="0">
                <a:solidFill>
                  <a:srgbClr val="087F95"/>
                </a:solidFill>
              </a:defRPr>
            </a:lvl8pPr>
            <a:lvl9pPr>
              <a:defRPr sz="1350" b="0">
                <a:solidFill>
                  <a:srgbClr val="087F95"/>
                </a:solidFill>
              </a:defRPr>
            </a:lvl9pPr>
          </a:lstStyle>
          <a:p xmlns:a="http://schemas.openxmlformats.org/drawingml/2006/main">
            <a:pPr>
              <a:defRPr sz="1350" b="0">
                <a:solidFill>
                  <a:srgbClr val="087F95"/>
                </a:solidFill>
              </a:defRPr>
            </a:pPr>
            <a:r>
              <a:rPr sz="1350" b="0">
                <a:solidFill>
                  <a:srgbClr val="087F95"/>
                </a:solidFill>
                <a:hlinkClick xmlns:r="http://schemas.openxmlformats.org/officeDocument/2006/relationships" r:id="Ra690921c032c4379"/>
              </a:rPr>
              <a:t>Detailed evidence on the website</a:t>
            </a:r>
          </a:p>
        </p:txBody>
      </p:sp>
      <p:graphicFrame>
        <p:nvGraphicFramePr>
          <p:cNvPr id="5" name="">
            <a:extLst xmlns:a="http://schemas.openxmlformats.org/drawingml/2006/main">
              <a:ext uri="{FF2B5EF4-FFF2-40B4-BE49-F238E27FC236}">
                <a16:creationId xmlns:a16="http://schemas.microsoft.com/office/drawing/2014/main" id="{B0308A09-82FD-42FD-BD7A-24EFB87EF4A7}"/>
              </a:ext>
            </a:extLst>
          </p:cNvPr>
          <p:cNvGraphicFramePr/>
          <p:nvPr/>
        </p:nvGraphicFramePr>
        <p:xfrm>
          <a:off xmlns:a="http://schemas.openxmlformats.org/drawingml/2006/main" x="533400" y="1619250"/>
          <a:ext xmlns:a="http://schemas.openxmlformats.org/drawingml/2006/main" cx="11125200" cy="4400550"/>
        </p:xfrm>
        <a:graphic xmlns:a="http://schemas.openxmlformats.org/drawingml/2006/main">
          <a:graphicData uri="http://schemas.openxmlformats.org/drawingml/2006/table">
            <a:tbl>
              <a:tblPr firstRow="1" bandRow="0"/>
              <a:tblGrid>
                <a:gridCol w="3667125"/>
                <a:gridCol w="4238625"/>
                <a:gridCol w="3219450"/>
              </a:tblGrid>
              <a:tr h="550069">
                <a:tc>
                  <a:txBody>
                    <a:bodyPr/>
                    <a:lstStyle/>
                    <a:p>
                      <a:r>
                        <a:rPr sz="1650" b="1">
                          <a:solidFill>
                            <a:srgbClr val="FFFFFF"/>
                          </a:solidFill>
                        </a:rPr>
                        <a:t>Capability</a:t>
                      </a:r>
                    </a:p>
                  </a:txBody>
                  <a:tcPr marL="95250" marR="95250" marT="76200" marB="76200" anchor="ctr">
                    <a:lnL w="7620">
                      <a:solidFill>
                        <a:srgbClr val="E4EBEF"/>
                      </a:solidFill>
                      <a:prstDash val="solid"/>
                    </a:lnL>
                    <a:lnR w="7620">
                      <a:solidFill>
                        <a:srgbClr val="E4EBEF"/>
                      </a:solidFill>
                      <a:prstDash val="solid"/>
                    </a:lnR>
                    <a:lnT w="7620">
                      <a:solidFill>
                        <a:srgbClr val="E4EBEF"/>
                      </a:solidFill>
                      <a:prstDash val="solid"/>
                    </a:lnT>
                    <a:lnB w="7620">
                      <a:solidFill>
                        <a:srgbClr val="E4EBEF"/>
                      </a:solidFill>
                      <a:prstDash val="solid"/>
                    </a:lnB>
                    <a:solidFill>
                      <a:srgbClr val="142B3D"/>
                    </a:solidFill>
                  </a:tcPr>
                </a:tc>
                <a:tc>
                  <a:txBody>
                    <a:bodyPr/>
                    <a:lstStyle/>
                    <a:p>
                      <a:r>
                        <a:rPr sz="1650" b="1">
                          <a:solidFill>
                            <a:srgbClr val="FFFFFF"/>
                          </a:solidFill>
                        </a:rPr>
                        <a:t>Evidence in this study</a:t>
                      </a:r>
                    </a:p>
                  </a:txBody>
                  <a:tcPr marL="95250" marR="95250" marT="76200" marB="76200" anchor="ctr">
                    <a:lnR w="7620">
                      <a:solidFill>
                        <a:srgbClr val="E4EBEF"/>
                      </a:solidFill>
                      <a:prstDash val="solid"/>
                    </a:lnR>
                    <a:lnT w="7620">
                      <a:solidFill>
                        <a:srgbClr val="E4EBEF"/>
                      </a:solidFill>
                      <a:prstDash val="solid"/>
                    </a:lnT>
                    <a:lnB w="7620">
                      <a:solidFill>
                        <a:srgbClr val="E4EBEF"/>
                      </a:solidFill>
                      <a:prstDash val="solid"/>
                    </a:lnB>
                    <a:solidFill>
                      <a:srgbClr val="142B3D"/>
                    </a:solidFill>
                  </a:tcPr>
                </a:tc>
                <a:tc>
                  <a:txBody>
                    <a:bodyPr/>
                    <a:lstStyle/>
                    <a:p>
                      <a:r>
                        <a:rPr sz="1650" b="1">
                          <a:solidFill>
                            <a:srgbClr val="FFFFFF"/>
                          </a:solidFill>
                        </a:rPr>
                        <a:t>Current boundary</a:t>
                      </a:r>
                    </a:p>
                  </a:txBody>
                  <a:tcPr marL="95250" marR="95250" marT="76200" marB="76200" anchor="ctr">
                    <a:lnR w="7620">
                      <a:solidFill>
                        <a:srgbClr val="E4EBEF"/>
                      </a:solidFill>
                      <a:prstDash val="solid"/>
                    </a:lnR>
                    <a:lnT w="7620">
                      <a:solidFill>
                        <a:srgbClr val="E4EBEF"/>
                      </a:solidFill>
                      <a:prstDash val="solid"/>
                    </a:lnT>
                    <a:lnB w="7620">
                      <a:solidFill>
                        <a:srgbClr val="E4EBEF"/>
                      </a:solidFill>
                      <a:prstDash val="solid"/>
                    </a:lnB>
                    <a:solidFill>
                      <a:srgbClr val="142B3D"/>
                    </a:solidFill>
                  </a:tcPr>
                </a:tc>
              </a:tr>
              <a:tr h="550069">
                <a:tc>
                  <a:txBody>
                    <a:bodyPr/>
                    <a:lstStyle/>
                    <a:p>
                      <a:r>
                        <a:rPr sz="1650">
                          <a:solidFill>
                            <a:srgbClr val="142B3D"/>
                          </a:solidFill>
                        </a:rPr>
                        <a:t>Thermal architecture and requirements</a:t>
                      </a:r>
                    </a:p>
                  </a:txBody>
                  <a:tcPr marL="95250" marR="95250" marT="76200" marB="76200" anchor="ctr">
                    <a:lnL w="7620">
                      <a:solidFill>
                        <a:srgbClr val="E4EBEF"/>
                      </a:solidFill>
                      <a:prstDash val="solid"/>
                    </a:lnL>
                    <a:lnR w="7620">
                      <a:solidFill>
                        <a:srgbClr val="E4EBEF"/>
                      </a:solidFill>
                      <a:prstDash val="solid"/>
                    </a:lnR>
                    <a:lnB w="7620">
                      <a:solidFill>
                        <a:srgbClr val="E4EBEF"/>
                      </a:solidFill>
                      <a:prstDash val="solid"/>
                    </a:lnB>
                    <a:solidFill>
                      <a:srgbClr val="FFFFFF"/>
                    </a:solidFill>
                  </a:tcPr>
                </a:tc>
                <a:tc>
                  <a:txBody>
                    <a:bodyPr/>
                    <a:lstStyle/>
                    <a:p>
                      <a:r>
                        <a:rPr sz="1650">
                          <a:solidFill>
                            <a:srgbClr val="142B3D"/>
                          </a:solidFill>
                        </a:rPr>
                        <a:t>13-node model and declared limits</a:t>
                      </a:r>
                    </a:p>
                  </a:txBody>
                  <a:tcPr marL="95250" marR="95250" marT="76200" marB="76200" anchor="ctr">
                    <a:lnR w="7620">
                      <a:solidFill>
                        <a:srgbClr val="E4EBEF"/>
                      </a:solidFill>
                      <a:prstDash val="solid"/>
                    </a:lnR>
                    <a:lnB w="7620">
                      <a:solidFill>
                        <a:srgbClr val="E4EBEF"/>
                      </a:solidFill>
                      <a:prstDash val="solid"/>
                    </a:lnB>
                    <a:solidFill>
                      <a:srgbClr val="FFFFFF"/>
                    </a:solidFill>
                  </a:tcPr>
                </a:tc>
                <a:tc>
                  <a:txBody>
                    <a:bodyPr/>
                    <a:lstStyle/>
                    <a:p>
                      <a:r>
                        <a:rPr sz="1650">
                          <a:solidFill>
                            <a:srgbClr val="142B3D"/>
                          </a:solidFill>
                        </a:rPr>
                        <a:t>Representative inputs</a:t>
                      </a:r>
                    </a:p>
                  </a:txBody>
                  <a:tcPr marL="95250" marR="95250" marT="76200" marB="76200" anchor="ctr">
                    <a:lnR w="7620">
                      <a:solidFill>
                        <a:srgbClr val="E4EBEF"/>
                      </a:solidFill>
                      <a:prstDash val="solid"/>
                    </a:lnR>
                    <a:lnB w="7620">
                      <a:solidFill>
                        <a:srgbClr val="E4EBEF"/>
                      </a:solidFill>
                      <a:prstDash val="solid"/>
                    </a:lnB>
                    <a:solidFill>
                      <a:srgbClr val="FFFFFF"/>
                    </a:solidFill>
                  </a:tcPr>
                </a:tc>
              </a:tr>
              <a:tr h="550069">
                <a:tc>
                  <a:txBody>
                    <a:bodyPr/>
                    <a:lstStyle/>
                    <a:p>
                      <a:r>
                        <a:rPr sz="1650">
                          <a:solidFill>
                            <a:srgbClr val="142B3D"/>
                          </a:solidFill>
                        </a:rPr>
                        <a:t>Active and passive thermal control</a:t>
                      </a:r>
                    </a:p>
                  </a:txBody>
                  <a:tcPr marL="95250" marR="95250" marT="76200" marB="76200" anchor="ctr">
                    <a:lnL w="7620">
                      <a:solidFill>
                        <a:srgbClr val="E4EBEF"/>
                      </a:solidFill>
                      <a:prstDash val="solid"/>
                    </a:lnL>
                    <a:lnR w="7620">
                      <a:solidFill>
                        <a:srgbClr val="E4EBEF"/>
                      </a:solidFill>
                      <a:prstDash val="solid"/>
                    </a:lnR>
                    <a:lnB w="7620">
                      <a:solidFill>
                        <a:srgbClr val="E4EBEF"/>
                      </a:solidFill>
                      <a:prstDash val="solid"/>
                    </a:lnB>
                    <a:solidFill>
                      <a:srgbClr val="FFFFFF"/>
                    </a:solidFill>
                  </a:tcPr>
                </a:tc>
                <a:tc>
                  <a:txBody>
                    <a:bodyPr/>
                    <a:lstStyle/>
                    <a:p>
                      <a:r>
                        <a:rPr sz="1650">
                          <a:solidFill>
                            <a:srgbClr val="142B3D"/>
                          </a:solidFill>
                        </a:rPr>
                        <a:t>Radiator, bypass and heater trade</a:t>
                      </a:r>
                    </a:p>
                  </a:txBody>
                  <a:tcPr marL="95250" marR="95250" marT="76200" marB="76200" anchor="ctr">
                    <a:lnR w="7620">
                      <a:solidFill>
                        <a:srgbClr val="E4EBEF"/>
                      </a:solidFill>
                      <a:prstDash val="solid"/>
                    </a:lnR>
                    <a:lnB w="7620">
                      <a:solidFill>
                        <a:srgbClr val="E4EBEF"/>
                      </a:solidFill>
                      <a:prstDash val="solid"/>
                    </a:lnB>
                    <a:solidFill>
                      <a:srgbClr val="FFFFFF"/>
                    </a:solidFill>
                  </a:tcPr>
                </a:tc>
                <a:tc>
                  <a:txBody>
                    <a:bodyPr/>
                    <a:lstStyle/>
                    <a:p>
                      <a:r>
                        <a:rPr sz="1650">
                          <a:solidFill>
                            <a:srgbClr val="142B3D"/>
                          </a:solidFill>
                        </a:rPr>
                        <a:t>Assumed implementation</a:t>
                      </a:r>
                    </a:p>
                  </a:txBody>
                  <a:tcPr marL="95250" marR="95250" marT="76200" marB="76200" anchor="ctr">
                    <a:lnR w="7620">
                      <a:solidFill>
                        <a:srgbClr val="E4EBEF"/>
                      </a:solidFill>
                      <a:prstDash val="solid"/>
                    </a:lnR>
                    <a:lnB w="7620">
                      <a:solidFill>
                        <a:srgbClr val="E4EBEF"/>
                      </a:solidFill>
                      <a:prstDash val="solid"/>
                    </a:lnB>
                    <a:solidFill>
                      <a:srgbClr val="FFFFFF"/>
                    </a:solidFill>
                  </a:tcPr>
                </a:tc>
              </a:tr>
              <a:tr h="550069">
                <a:tc>
                  <a:txBody>
                    <a:bodyPr/>
                    <a:lstStyle/>
                    <a:p>
                      <a:r>
                        <a:rPr sz="1650">
                          <a:solidFill>
                            <a:srgbClr val="142B3D"/>
                          </a:solidFill>
                        </a:rPr>
                        <a:t>Component and structural interfaces</a:t>
                      </a:r>
                    </a:p>
                  </a:txBody>
                  <a:tcPr marL="95250" marR="95250" marT="76200" marB="76200" anchor="ctr">
                    <a:lnL w="7620">
                      <a:solidFill>
                        <a:srgbClr val="E4EBEF"/>
                      </a:solidFill>
                      <a:prstDash val="solid"/>
                    </a:lnL>
                    <a:lnR w="7620">
                      <a:solidFill>
                        <a:srgbClr val="E4EBEF"/>
                      </a:solidFill>
                      <a:prstDash val="solid"/>
                    </a:lnR>
                    <a:lnB w="7620">
                      <a:solidFill>
                        <a:srgbClr val="E4EBEF"/>
                      </a:solidFill>
                      <a:prstDash val="solid"/>
                    </a:lnB>
                    <a:solidFill>
                      <a:srgbClr val="FFFFFF"/>
                    </a:solidFill>
                  </a:tcPr>
                </a:tc>
                <a:tc>
                  <a:txBody>
                    <a:bodyPr/>
                    <a:lstStyle/>
                    <a:p>
                      <a:r>
                        <a:rPr sz="1650">
                          <a:solidFill>
                            <a:srgbClr val="142B3D"/>
                          </a:solidFill>
                        </a:rPr>
                        <a:t>Thermal FEM and restraint cases</a:t>
                      </a:r>
                    </a:p>
                  </a:txBody>
                  <a:tcPr marL="95250" marR="95250" marT="76200" marB="76200" anchor="ctr">
                    <a:lnR w="7620">
                      <a:solidFill>
                        <a:srgbClr val="E4EBEF"/>
                      </a:solidFill>
                      <a:prstDash val="solid"/>
                    </a:lnR>
                    <a:lnB w="7620">
                      <a:solidFill>
                        <a:srgbClr val="E4EBEF"/>
                      </a:solidFill>
                      <a:prstDash val="solid"/>
                    </a:lnB>
                    <a:solidFill>
                      <a:srgbClr val="FFFFFF"/>
                    </a:solidFill>
                  </a:tcPr>
                </a:tc>
                <a:tc>
                  <a:txBody>
                    <a:bodyPr/>
                    <a:lstStyle/>
                    <a:p>
                      <a:r>
                        <a:rPr sz="1650">
                          <a:solidFill>
                            <a:srgbClr val="142B3D"/>
                          </a:solidFill>
                        </a:rPr>
                        <a:t>Local screening</a:t>
                      </a:r>
                    </a:p>
                  </a:txBody>
                  <a:tcPr marL="95250" marR="95250" marT="76200" marB="76200" anchor="ctr">
                    <a:lnR w="7620">
                      <a:solidFill>
                        <a:srgbClr val="E4EBEF"/>
                      </a:solidFill>
                      <a:prstDash val="solid"/>
                    </a:lnR>
                    <a:lnB w="7620">
                      <a:solidFill>
                        <a:srgbClr val="E4EBEF"/>
                      </a:solidFill>
                      <a:prstDash val="solid"/>
                    </a:lnB>
                    <a:solidFill>
                      <a:srgbClr val="FFFFFF"/>
                    </a:solidFill>
                  </a:tcPr>
                </a:tc>
              </a:tr>
              <a:tr h="550069">
                <a:tc>
                  <a:txBody>
                    <a:bodyPr/>
                    <a:lstStyle/>
                    <a:p>
                      <a:r>
                        <a:rPr sz="1650">
                          <a:solidFill>
                            <a:srgbClr val="142B3D"/>
                          </a:solidFill>
                        </a:rPr>
                        <a:t>Fluid and CFD analysis</a:t>
                      </a:r>
                    </a:p>
                  </a:txBody>
                  <a:tcPr marL="95250" marR="95250" marT="76200" marB="76200" anchor="ctr">
                    <a:lnL w="7620">
                      <a:solidFill>
                        <a:srgbClr val="E4EBEF"/>
                      </a:solidFill>
                      <a:prstDash val="solid"/>
                    </a:lnL>
                    <a:lnR w="7620">
                      <a:solidFill>
                        <a:srgbClr val="E4EBEF"/>
                      </a:solidFill>
                      <a:prstDash val="solid"/>
                    </a:lnR>
                    <a:lnB w="7620">
                      <a:solidFill>
                        <a:srgbClr val="E4EBEF"/>
                      </a:solidFill>
                      <a:prstDash val="solid"/>
                    </a:lnB>
                    <a:solidFill>
                      <a:srgbClr val="FFFFFF"/>
                    </a:solidFill>
                  </a:tcPr>
                </a:tc>
                <a:tc>
                  <a:txBody>
                    <a:bodyPr/>
                    <a:lstStyle/>
                    <a:p>
                      <a:r>
                        <a:rPr sz="1650">
                          <a:solidFill>
                            <a:srgbClr val="142B3D"/>
                          </a:solidFill>
                        </a:rPr>
                        <a:t>Forced-flow local equipment bay</a:t>
                      </a:r>
                    </a:p>
                  </a:txBody>
                  <a:tcPr marL="95250" marR="95250" marT="76200" marB="76200" anchor="ctr">
                    <a:lnR w="7620">
                      <a:solidFill>
                        <a:srgbClr val="E4EBEF"/>
                      </a:solidFill>
                      <a:prstDash val="solid"/>
                    </a:lnR>
                    <a:lnB w="7620">
                      <a:solidFill>
                        <a:srgbClr val="E4EBEF"/>
                      </a:solidFill>
                      <a:prstDash val="solid"/>
                    </a:lnB>
                    <a:solidFill>
                      <a:srgbClr val="FFFFFF"/>
                    </a:solidFill>
                  </a:tcPr>
                </a:tc>
                <a:tc>
                  <a:txBody>
                    <a:bodyPr/>
                    <a:lstStyle/>
                    <a:p>
                      <a:r>
                        <a:rPr sz="1650">
                          <a:solidFill>
                            <a:srgbClr val="142B3D"/>
                          </a:solidFill>
                        </a:rPr>
                        <a:t>Subscale / mesh limits</a:t>
                      </a:r>
                    </a:p>
                  </a:txBody>
                  <a:tcPr marL="95250" marR="95250" marT="76200" marB="76200" anchor="ctr">
                    <a:lnR w="7620">
                      <a:solidFill>
                        <a:srgbClr val="E4EBEF"/>
                      </a:solidFill>
                      <a:prstDash val="solid"/>
                    </a:lnR>
                    <a:lnB w="7620">
                      <a:solidFill>
                        <a:srgbClr val="E4EBEF"/>
                      </a:solidFill>
                      <a:prstDash val="solid"/>
                    </a:lnB>
                    <a:solidFill>
                      <a:srgbClr val="FFFFFF"/>
                    </a:solidFill>
                  </a:tcPr>
                </a:tc>
              </a:tr>
              <a:tr h="550069">
                <a:tc>
                  <a:txBody>
                    <a:bodyPr/>
                    <a:lstStyle/>
                    <a:p>
                      <a:r>
                        <a:rPr sz="1650">
                          <a:solidFill>
                            <a:srgbClr val="142B3D"/>
                          </a:solidFill>
                        </a:rPr>
                        <a:t>CAD and multidisciplinary integration</a:t>
                      </a:r>
                    </a:p>
                  </a:txBody>
                  <a:tcPr marL="95250" marR="95250" marT="76200" marB="76200" anchor="ctr">
                    <a:lnL w="7620">
                      <a:solidFill>
                        <a:srgbClr val="E4EBEF"/>
                      </a:solidFill>
                      <a:prstDash val="solid"/>
                    </a:lnL>
                    <a:lnR w="7620">
                      <a:solidFill>
                        <a:srgbClr val="E4EBEF"/>
                      </a:solidFill>
                      <a:prstDash val="solid"/>
                    </a:lnR>
                    <a:lnB w="7620">
                      <a:solidFill>
                        <a:srgbClr val="E4EBEF"/>
                      </a:solidFill>
                      <a:prstDash val="solid"/>
                    </a:lnB>
                    <a:solidFill>
                      <a:srgbClr val="FFFFFF"/>
                    </a:solidFill>
                  </a:tcPr>
                </a:tc>
                <a:tc>
                  <a:txBody>
                    <a:bodyPr/>
                    <a:lstStyle/>
                    <a:p>
                      <a:r>
                        <a:rPr sz="1650">
                          <a:solidFill>
                            <a:srgbClr val="142B3D"/>
                          </a:solidFill>
                        </a:rPr>
                        <a:t>221 parts, system coverage register</a:t>
                      </a:r>
                    </a:p>
                  </a:txBody>
                  <a:tcPr marL="95250" marR="95250" marT="76200" marB="76200" anchor="ctr">
                    <a:lnR w="7620">
                      <a:solidFill>
                        <a:srgbClr val="E4EBEF"/>
                      </a:solidFill>
                      <a:prstDash val="solid"/>
                    </a:lnR>
                    <a:lnB w="7620">
                      <a:solidFill>
                        <a:srgbClr val="E4EBEF"/>
                      </a:solidFill>
                      <a:prstDash val="solid"/>
                    </a:lnB>
                    <a:solidFill>
                      <a:srgbClr val="FFFFFF"/>
                    </a:solidFill>
                  </a:tcPr>
                </a:tc>
                <a:tc>
                  <a:txBody>
                    <a:bodyPr/>
                    <a:lstStyle/>
                    <a:p>
                      <a:r>
                        <a:rPr sz="1650">
                          <a:solidFill>
                            <a:srgbClr val="142B3D"/>
                          </a:solidFill>
                        </a:rPr>
                        <a:t>Public-reference reconstruction</a:t>
                      </a:r>
                    </a:p>
                  </a:txBody>
                  <a:tcPr marL="95250" marR="95250" marT="76200" marB="76200" anchor="ctr">
                    <a:lnR w="7620">
                      <a:solidFill>
                        <a:srgbClr val="E4EBEF"/>
                      </a:solidFill>
                      <a:prstDash val="solid"/>
                    </a:lnR>
                    <a:lnB w="7620">
                      <a:solidFill>
                        <a:srgbClr val="E4EBEF"/>
                      </a:solidFill>
                      <a:prstDash val="solid"/>
                    </a:lnB>
                    <a:solidFill>
                      <a:srgbClr val="FFFFFF"/>
                    </a:solidFill>
                  </a:tcPr>
                </a:tc>
              </a:tr>
              <a:tr h="550069">
                <a:tc>
                  <a:txBody>
                    <a:bodyPr/>
                    <a:lstStyle/>
                    <a:p>
                      <a:r>
                        <a:rPr sz="1650">
                          <a:solidFill>
                            <a:srgbClr val="142B3D"/>
                          </a:solidFill>
                        </a:rPr>
                        <a:t>Verification and review</a:t>
                      </a:r>
                    </a:p>
                  </a:txBody>
                  <a:tcPr marL="95250" marR="95250" marT="76200" marB="76200" anchor="ctr">
                    <a:lnL w="7620">
                      <a:solidFill>
                        <a:srgbClr val="E4EBEF"/>
                      </a:solidFill>
                      <a:prstDash val="solid"/>
                    </a:lnL>
                    <a:lnR w="7620">
                      <a:solidFill>
                        <a:srgbClr val="E4EBEF"/>
                      </a:solidFill>
                      <a:prstDash val="solid"/>
                    </a:lnR>
                    <a:lnB w="7620">
                      <a:solidFill>
                        <a:srgbClr val="E4EBEF"/>
                      </a:solidFill>
                      <a:prstDash val="solid"/>
                    </a:lnB>
                    <a:solidFill>
                      <a:srgbClr val="FFFFFF"/>
                    </a:solidFill>
                  </a:tcPr>
                </a:tc>
                <a:tc>
                  <a:txBody>
                    <a:bodyPr/>
                    <a:lstStyle/>
                    <a:p>
                      <a:r>
                        <a:rPr sz="1650">
                          <a:solidFill>
                            <a:srgbClr val="142B3D"/>
                          </a:solidFill>
                        </a:rPr>
                        <a:t>Raw results, source and checks</a:t>
                      </a:r>
                    </a:p>
                  </a:txBody>
                  <a:tcPr marL="95250" marR="95250" marT="76200" marB="76200" anchor="ctr">
                    <a:lnR w="7620">
                      <a:solidFill>
                        <a:srgbClr val="E4EBEF"/>
                      </a:solidFill>
                      <a:prstDash val="solid"/>
                    </a:lnR>
                    <a:lnB w="7620">
                      <a:solidFill>
                        <a:srgbClr val="E4EBEF"/>
                      </a:solidFill>
                      <a:prstDash val="solid"/>
                    </a:lnB>
                    <a:solidFill>
                      <a:srgbClr val="FFFFFF"/>
                    </a:solidFill>
                  </a:tcPr>
                </a:tc>
                <a:tc>
                  <a:txBody>
                    <a:bodyPr/>
                    <a:lstStyle/>
                    <a:p>
                      <a:r>
                        <a:rPr sz="1650">
                          <a:solidFill>
                            <a:srgbClr val="142B3D"/>
                          </a:solidFill>
                        </a:rPr>
                        <a:t>Physical accuracy open</a:t>
                      </a:r>
                    </a:p>
                  </a:txBody>
                  <a:tcPr marL="95250" marR="95250" marT="76200" marB="76200" anchor="ctr">
                    <a:lnR w="7620">
                      <a:solidFill>
                        <a:srgbClr val="E4EBEF"/>
                      </a:solidFill>
                      <a:prstDash val="solid"/>
                    </a:lnR>
                    <a:lnB w="7620">
                      <a:solidFill>
                        <a:srgbClr val="E4EBEF"/>
                      </a:solidFill>
                      <a:prstDash val="solid"/>
                    </a:lnB>
                    <a:solidFill>
                      <a:srgbClr val="FFFFFF"/>
                    </a:solidFill>
                  </a:tcPr>
                </a:tc>
              </a:tr>
              <a:tr h="550069">
                <a:tc>
                  <a:txBody>
                    <a:bodyPr/>
                    <a:lstStyle/>
                    <a:p>
                      <a:r>
                        <a:rPr sz="1650">
                          <a:solidFill>
                            <a:srgbClr val="142B3D"/>
                          </a:solidFill>
                        </a:rPr>
                        <a:t>Environmental test and correlation</a:t>
                      </a:r>
                    </a:p>
                  </a:txBody>
                  <a:tcPr marL="95250" marR="95250" marT="76200" marB="76200" anchor="ctr">
                    <a:lnL w="7620">
                      <a:solidFill>
                        <a:srgbClr val="E4EBEF"/>
                      </a:solidFill>
                      <a:prstDash val="solid"/>
                    </a:lnL>
                    <a:lnR w="7620">
                      <a:solidFill>
                        <a:srgbClr val="E4EBEF"/>
                      </a:solidFill>
                      <a:prstDash val="solid"/>
                    </a:lnR>
                    <a:lnB w="7620">
                      <a:solidFill>
                        <a:srgbClr val="E4EBEF"/>
                      </a:solidFill>
                      <a:prstDash val="solid"/>
                    </a:lnB>
                    <a:solidFill>
                      <a:srgbClr val="FFFFFF"/>
                    </a:solidFill>
                  </a:tcPr>
                </a:tc>
                <a:tc>
                  <a:txBody>
                    <a:bodyPr/>
                    <a:lstStyle/>
                    <a:p>
                      <a:r>
                        <a:rPr sz="1650">
                          <a:solidFill>
                            <a:srgbClr val="142B3D"/>
                          </a:solidFill>
                        </a:rPr>
                        <a:t>Proposed article, tests and sensors</a:t>
                      </a:r>
                    </a:p>
                  </a:txBody>
                  <a:tcPr marL="95250" marR="95250" marT="76200" marB="76200" anchor="ctr">
                    <a:lnR w="7620">
                      <a:solidFill>
                        <a:srgbClr val="E4EBEF"/>
                      </a:solidFill>
                      <a:prstDash val="solid"/>
                    </a:lnR>
                    <a:lnB w="7620">
                      <a:solidFill>
                        <a:srgbClr val="E4EBEF"/>
                      </a:solidFill>
                      <a:prstDash val="solid"/>
                    </a:lnB>
                    <a:solidFill>
                      <a:srgbClr val="FFFFFF"/>
                    </a:solidFill>
                  </a:tcPr>
                </a:tc>
                <a:tc>
                  <a:txBody>
                    <a:bodyPr/>
                    <a:lstStyle/>
                    <a:p>
                      <a:r>
                        <a:rPr sz="1650">
                          <a:solidFill>
                            <a:srgbClr val="142B3D"/>
                          </a:solidFill>
                        </a:rPr>
                        <a:t>Planned; zero physical tests</a:t>
                      </a:r>
                    </a:p>
                  </a:txBody>
                  <a:tcPr marL="95250" marR="95250" marT="76200" marB="76200" anchor="ctr">
                    <a:lnR w="7620">
                      <a:solidFill>
                        <a:srgbClr val="E4EBEF"/>
                      </a:solidFill>
                      <a:prstDash val="solid"/>
                    </a:lnR>
                    <a:lnB w="7620">
                      <a:solidFill>
                        <a:srgbClr val="E4EBEF"/>
                      </a:solidFill>
                      <a:prstDash val="solid"/>
                    </a:lnB>
                    <a:solidFill>
                      <a:srgbClr val="FFFFFF"/>
                    </a:solidFill>
                  </a:tcPr>
                </a:tc>
              </a:tr>
            </a:tbl>
          </a:graphicData>
        </a:graphic>
      </p:graphicFrame>
      <p:sp>
        <p:nvSpPr>
          <p:cNvPr id="6" name="Reference: public Staff Thermal Engineer posting. Exact principal">
            <a:extLst xmlns:a="http://schemas.openxmlformats.org/drawingml/2006/main">
              <a:ext uri="{FF2B5EF4-FFF2-40B4-BE49-F238E27FC236}">
                <a16:creationId xmlns:a16="http://schemas.microsoft.com/office/drawing/2014/main" id="{3E108E0D-FD7C-4399-9DBA-C7B8A0351E83}"/>
              </a:ext>
            </a:extLst>
          </p:cNvPr>
          <p:cNvSpPr>
            <a:spLocks xmlns:a="http://schemas.openxmlformats.org/drawingml/2006/main" noGrp="1"/>
          </p:cNvSpPr>
          <p:nvPr/>
        </p:nvSpPr>
        <p:spPr>
          <a:xfrm xmlns:a="http://schemas.openxmlformats.org/drawingml/2006/main">
            <a:off x="533400" y="6134100"/>
            <a:ext cx="11125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425" b="0">
                <a:solidFill>
                  <a:srgbClr val="587081"/>
                </a:solidFill>
              </a:defRPr>
            </a:defPPr>
            <a:lvl1pPr>
              <a:defRPr sz="1425" b="0">
                <a:solidFill>
                  <a:srgbClr val="587081"/>
                </a:solidFill>
              </a:defRPr>
            </a:lvl1pPr>
            <a:lvl2pPr>
              <a:defRPr sz="1425" b="0">
                <a:solidFill>
                  <a:srgbClr val="587081"/>
                </a:solidFill>
              </a:defRPr>
            </a:lvl2pPr>
            <a:lvl3pPr>
              <a:defRPr sz="1425" b="0">
                <a:solidFill>
                  <a:srgbClr val="587081"/>
                </a:solidFill>
              </a:defRPr>
            </a:lvl3pPr>
            <a:lvl4pPr>
              <a:defRPr sz="1425" b="0">
                <a:solidFill>
                  <a:srgbClr val="587081"/>
                </a:solidFill>
              </a:defRPr>
            </a:lvl4pPr>
            <a:lvl5pPr>
              <a:defRPr sz="1425" b="0">
                <a:solidFill>
                  <a:srgbClr val="587081"/>
                </a:solidFill>
              </a:defRPr>
            </a:lvl5pPr>
            <a:lvl6pPr>
              <a:defRPr sz="1425" b="0">
                <a:solidFill>
                  <a:srgbClr val="587081"/>
                </a:solidFill>
              </a:defRPr>
            </a:lvl6pPr>
            <a:lvl7pPr>
              <a:defRPr sz="1425" b="0">
                <a:solidFill>
                  <a:srgbClr val="587081"/>
                </a:solidFill>
              </a:defRPr>
            </a:lvl7pPr>
            <a:lvl8pPr>
              <a:defRPr sz="1425" b="0">
                <a:solidFill>
                  <a:srgbClr val="587081"/>
                </a:solidFill>
              </a:defRPr>
            </a:lvl8pPr>
            <a:lvl9pPr>
              <a:defRPr sz="1425" b="0">
                <a:solidFill>
                  <a:srgbClr val="587081"/>
                </a:solidFill>
              </a:defRPr>
            </a:lvl9pPr>
          </a:lstStyle>
          <a:p xmlns:a="http://schemas.openxmlformats.org/drawingml/2006/main">
            <a:pPr>
              <a:defRPr sz="1425" b="0">
                <a:solidFill>
                  <a:srgbClr val="587081"/>
                </a:solidFill>
              </a:defRPr>
            </a:pPr>
            <a:r>
              <a:rPr sz="1425" b="0">
                <a:solidFill>
                  <a:srgbClr val="587081"/>
                </a:solidFill>
              </a:rPr>
              <a:t>Reference: public Staff Thermal Engineer posting. Exact principal-role requisition remains to be confirmed.</a:t>
            </a:r>
          </a:p>
        </p:txBody>
      </p:sp>
    </p:spTree>
    <p:extLst>
      <p:ext uri="{BB962C8B-B14F-4D97-AF65-F5344CB8AC3E}">
        <p14:creationId xmlns:p14="http://schemas.microsoft.com/office/powerpoint/2010/main" val="2010753030"/>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A measured correlation plan for the next hardware gate">
            <a:extLst xmlns:a="http://schemas.openxmlformats.org/drawingml/2006/main">
              <a:ext uri="{FF2B5EF4-FFF2-40B4-BE49-F238E27FC236}">
                <a16:creationId xmlns:a16="http://schemas.microsoft.com/office/drawing/2014/main" id="{3DC130B9-3591-41CA-9806-3A5632D3212E}"/>
              </a:ext>
            </a:extLst>
          </p:cNvPr>
          <p:cNvSpPr>
            <a:spLocks xmlns:a="http://schemas.openxmlformats.org/drawingml/2006/main" noGrp="1"/>
          </p:cNvSpPr>
          <p:nvPr/>
        </p:nvSpPr>
        <p:spPr>
          <a:xfrm xmlns:a="http://schemas.openxmlformats.org/drawingml/2006/main">
            <a:off x="533400" y="361950"/>
            <a:ext cx="111252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3150" b="1">
                <a:solidFill>
                  <a:srgbClr val="142B3D"/>
                </a:solidFill>
              </a:defRPr>
            </a:defPPr>
            <a:lvl1pPr>
              <a:defRPr sz="3150" b="1">
                <a:solidFill>
                  <a:srgbClr val="142B3D"/>
                </a:solidFill>
              </a:defRPr>
            </a:lvl1pPr>
            <a:lvl2pPr>
              <a:defRPr sz="3150" b="1">
                <a:solidFill>
                  <a:srgbClr val="142B3D"/>
                </a:solidFill>
              </a:defRPr>
            </a:lvl2pPr>
            <a:lvl3pPr>
              <a:defRPr sz="3150" b="1">
                <a:solidFill>
                  <a:srgbClr val="142B3D"/>
                </a:solidFill>
              </a:defRPr>
            </a:lvl3pPr>
            <a:lvl4pPr>
              <a:defRPr sz="3150" b="1">
                <a:solidFill>
                  <a:srgbClr val="142B3D"/>
                </a:solidFill>
              </a:defRPr>
            </a:lvl4pPr>
            <a:lvl5pPr>
              <a:defRPr sz="3150" b="1">
                <a:solidFill>
                  <a:srgbClr val="142B3D"/>
                </a:solidFill>
              </a:defRPr>
            </a:lvl5pPr>
            <a:lvl6pPr>
              <a:defRPr sz="3150" b="1">
                <a:solidFill>
                  <a:srgbClr val="142B3D"/>
                </a:solidFill>
              </a:defRPr>
            </a:lvl6pPr>
            <a:lvl7pPr>
              <a:defRPr sz="3150" b="1">
                <a:solidFill>
                  <a:srgbClr val="142B3D"/>
                </a:solidFill>
              </a:defRPr>
            </a:lvl7pPr>
            <a:lvl8pPr>
              <a:defRPr sz="3150" b="1">
                <a:solidFill>
                  <a:srgbClr val="142B3D"/>
                </a:solidFill>
              </a:defRPr>
            </a:lvl8pPr>
            <a:lvl9pPr>
              <a:defRPr sz="3150" b="1">
                <a:solidFill>
                  <a:srgbClr val="142B3D"/>
                </a:solidFill>
              </a:defRPr>
            </a:lvl9pPr>
          </a:lstStyle>
          <a:p xmlns:a="http://schemas.openxmlformats.org/drawingml/2006/main">
            <a:pPr>
              <a:defRPr sz="3150" b="1">
                <a:solidFill>
                  <a:srgbClr val="142B3D"/>
                </a:solidFill>
              </a:defRPr>
            </a:pPr>
            <a:r>
              <a:rPr sz="3150" b="1">
                <a:solidFill>
                  <a:srgbClr val="142B3D"/>
                </a:solidFill>
              </a:rPr>
              <a:t>A measured correlation plan for the next hardware gate</a:t>
            </a:r>
          </a:p>
        </p:txBody>
      </p:sp>
      <p:sp>
        <p:nvSpPr>
          <p:cNvPr id="2" name="Khani Solutions">
            <a:extLst xmlns:a="http://schemas.openxmlformats.org/drawingml/2006/main">
              <a:ext uri="{FF2B5EF4-FFF2-40B4-BE49-F238E27FC236}">
                <a16:creationId xmlns:a16="http://schemas.microsoft.com/office/drawing/2014/main" id="{112DD19C-825B-427F-B67D-5CB1771A517D}"/>
              </a:ext>
            </a:extLst>
          </p:cNvPr>
          <p:cNvSpPr>
            <a:spLocks xmlns:a="http://schemas.openxmlformats.org/drawingml/2006/main" noGrp="1"/>
          </p:cNvSpPr>
          <p:nvPr/>
        </p:nvSpPr>
        <p:spPr>
          <a:xfrm xmlns:a="http://schemas.openxmlformats.org/drawingml/2006/main">
            <a:off x="533400" y="6448425"/>
            <a:ext cx="2190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350" b="0">
                <a:solidFill>
                  <a:srgbClr val="587081"/>
                </a:solidFill>
              </a:defRPr>
            </a:defPPr>
            <a:lvl1pPr>
              <a:defRPr sz="1350" b="0">
                <a:solidFill>
                  <a:srgbClr val="587081"/>
                </a:solidFill>
              </a:defRPr>
            </a:lvl1pPr>
            <a:lvl2pPr>
              <a:defRPr sz="1350" b="0">
                <a:solidFill>
                  <a:srgbClr val="587081"/>
                </a:solidFill>
              </a:defRPr>
            </a:lvl2pPr>
            <a:lvl3pPr>
              <a:defRPr sz="1350" b="0">
                <a:solidFill>
                  <a:srgbClr val="587081"/>
                </a:solidFill>
              </a:defRPr>
            </a:lvl3pPr>
            <a:lvl4pPr>
              <a:defRPr sz="1350" b="0">
                <a:solidFill>
                  <a:srgbClr val="587081"/>
                </a:solidFill>
              </a:defRPr>
            </a:lvl4pPr>
            <a:lvl5pPr>
              <a:defRPr sz="1350" b="0">
                <a:solidFill>
                  <a:srgbClr val="587081"/>
                </a:solidFill>
              </a:defRPr>
            </a:lvl5pPr>
            <a:lvl6pPr>
              <a:defRPr sz="1350" b="0">
                <a:solidFill>
                  <a:srgbClr val="587081"/>
                </a:solidFill>
              </a:defRPr>
            </a:lvl6pPr>
            <a:lvl7pPr>
              <a:defRPr sz="1350" b="0">
                <a:solidFill>
                  <a:srgbClr val="587081"/>
                </a:solidFill>
              </a:defRPr>
            </a:lvl7pPr>
            <a:lvl8pPr>
              <a:defRPr sz="1350" b="0">
                <a:solidFill>
                  <a:srgbClr val="587081"/>
                </a:solidFill>
              </a:defRPr>
            </a:lvl8pPr>
            <a:lvl9pPr>
              <a:defRPr sz="1350" b="0">
                <a:solidFill>
                  <a:srgbClr val="587081"/>
                </a:solidFill>
              </a:defRPr>
            </a:lvl9pPr>
          </a:lstStyle>
          <a:p xmlns:a="http://schemas.openxmlformats.org/drawingml/2006/main">
            <a:pPr>
              <a:defRPr sz="1350" b="0">
                <a:solidFill>
                  <a:srgbClr val="587081"/>
                </a:solidFill>
              </a:defRPr>
            </a:pPr>
            <a:r>
              <a:rPr sz="1350" b="0">
                <a:solidFill>
                  <a:srgbClr val="587081"/>
                </a:solidFill>
              </a:rPr>
              <a:t>Khani Solutions</a:t>
            </a:r>
          </a:p>
        </p:txBody>
      </p:sp>
      <p:sp>
        <p:nvSpPr>
          <p:cNvPr id="3" name="16 / 18">
            <a:extLst xmlns:a="http://schemas.openxmlformats.org/drawingml/2006/main">
              <a:ext uri="{FF2B5EF4-FFF2-40B4-BE49-F238E27FC236}">
                <a16:creationId xmlns:a16="http://schemas.microsoft.com/office/drawing/2014/main" id="{6604E831-C349-41E4-A90F-764D6E308A9A}"/>
              </a:ext>
            </a:extLst>
          </p:cNvPr>
          <p:cNvSpPr>
            <a:spLocks xmlns:a="http://schemas.openxmlformats.org/drawingml/2006/main" noGrp="1"/>
          </p:cNvSpPr>
          <p:nvPr/>
        </p:nvSpPr>
        <p:spPr>
          <a:xfrm xmlns:a="http://schemas.openxmlformats.org/drawingml/2006/main">
            <a:off x="10896600" y="6448425"/>
            <a:ext cx="857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350" b="0">
                <a:solidFill>
                  <a:srgbClr val="587081"/>
                </a:solidFill>
              </a:defRPr>
            </a:defPPr>
            <a:lvl1pPr>
              <a:defRPr sz="1350" b="0">
                <a:solidFill>
                  <a:srgbClr val="587081"/>
                </a:solidFill>
              </a:defRPr>
            </a:lvl1pPr>
            <a:lvl2pPr>
              <a:defRPr sz="1350" b="0">
                <a:solidFill>
                  <a:srgbClr val="587081"/>
                </a:solidFill>
              </a:defRPr>
            </a:lvl2pPr>
            <a:lvl3pPr>
              <a:defRPr sz="1350" b="0">
                <a:solidFill>
                  <a:srgbClr val="587081"/>
                </a:solidFill>
              </a:defRPr>
            </a:lvl3pPr>
            <a:lvl4pPr>
              <a:defRPr sz="1350" b="0">
                <a:solidFill>
                  <a:srgbClr val="587081"/>
                </a:solidFill>
              </a:defRPr>
            </a:lvl4pPr>
            <a:lvl5pPr>
              <a:defRPr sz="1350" b="0">
                <a:solidFill>
                  <a:srgbClr val="587081"/>
                </a:solidFill>
              </a:defRPr>
            </a:lvl5pPr>
            <a:lvl6pPr>
              <a:defRPr sz="1350" b="0">
                <a:solidFill>
                  <a:srgbClr val="587081"/>
                </a:solidFill>
              </a:defRPr>
            </a:lvl6pPr>
            <a:lvl7pPr>
              <a:defRPr sz="1350" b="0">
                <a:solidFill>
                  <a:srgbClr val="587081"/>
                </a:solidFill>
              </a:defRPr>
            </a:lvl7pPr>
            <a:lvl8pPr>
              <a:defRPr sz="1350" b="0">
                <a:solidFill>
                  <a:srgbClr val="587081"/>
                </a:solidFill>
              </a:defRPr>
            </a:lvl8pPr>
            <a:lvl9pPr>
              <a:defRPr sz="1350" b="0">
                <a:solidFill>
                  <a:srgbClr val="587081"/>
                </a:solidFill>
              </a:defRPr>
            </a:lvl9pPr>
          </a:lstStyle>
          <a:p xmlns:a="http://schemas.openxmlformats.org/drawingml/2006/main">
            <a:pPr>
              <a:defRPr sz="1350" b="0">
                <a:solidFill>
                  <a:srgbClr val="587081"/>
                </a:solidFill>
              </a:defRPr>
            </a:pPr>
            <a:r>
              <a:rPr sz="1350" b="0">
                <a:solidFill>
                  <a:srgbClr val="587081"/>
                </a:solidFill>
              </a:rPr>
              <a:t>16 / 18</a:t>
            </a:r>
          </a:p>
        </p:txBody>
      </p:sp>
      <p:sp>
        <p:nvSpPr>
          <p:cNvPr id="4" name="Detailed evidence on the website">
            <a:extLst xmlns:a="http://schemas.openxmlformats.org/drawingml/2006/main">
              <a:ext uri="{FF2B5EF4-FFF2-40B4-BE49-F238E27FC236}">
                <a16:creationId xmlns:a16="http://schemas.microsoft.com/office/drawing/2014/main" id="{1629D77B-E2E6-442A-87D3-3D6E40595046}"/>
              </a:ext>
            </a:extLst>
          </p:cNvPr>
          <p:cNvSpPr>
            <a:spLocks xmlns:a="http://schemas.openxmlformats.org/drawingml/2006/main" noGrp="1"/>
          </p:cNvSpPr>
          <p:nvPr/>
        </p:nvSpPr>
        <p:spPr>
          <a:xfrm xmlns:a="http://schemas.openxmlformats.org/drawingml/2006/main">
            <a:off x="7000875" y="6448425"/>
            <a:ext cx="34766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350" b="0">
                <a:solidFill>
                  <a:srgbClr val="087F95"/>
                </a:solidFill>
              </a:defRPr>
            </a:defPPr>
            <a:lvl1pPr>
              <a:defRPr sz="1350" b="0">
                <a:solidFill>
                  <a:srgbClr val="087F95"/>
                </a:solidFill>
              </a:defRPr>
            </a:lvl1pPr>
            <a:lvl2pPr>
              <a:defRPr sz="1350" b="0">
                <a:solidFill>
                  <a:srgbClr val="087F95"/>
                </a:solidFill>
              </a:defRPr>
            </a:lvl2pPr>
            <a:lvl3pPr>
              <a:defRPr sz="1350" b="0">
                <a:solidFill>
                  <a:srgbClr val="087F95"/>
                </a:solidFill>
              </a:defRPr>
            </a:lvl3pPr>
            <a:lvl4pPr>
              <a:defRPr sz="1350" b="0">
                <a:solidFill>
                  <a:srgbClr val="087F95"/>
                </a:solidFill>
              </a:defRPr>
            </a:lvl4pPr>
            <a:lvl5pPr>
              <a:defRPr sz="1350" b="0">
                <a:solidFill>
                  <a:srgbClr val="087F95"/>
                </a:solidFill>
              </a:defRPr>
            </a:lvl5pPr>
            <a:lvl6pPr>
              <a:defRPr sz="1350" b="0">
                <a:solidFill>
                  <a:srgbClr val="087F95"/>
                </a:solidFill>
              </a:defRPr>
            </a:lvl6pPr>
            <a:lvl7pPr>
              <a:defRPr sz="1350" b="0">
                <a:solidFill>
                  <a:srgbClr val="087F95"/>
                </a:solidFill>
              </a:defRPr>
            </a:lvl7pPr>
            <a:lvl8pPr>
              <a:defRPr sz="1350" b="0">
                <a:solidFill>
                  <a:srgbClr val="087F95"/>
                </a:solidFill>
              </a:defRPr>
            </a:lvl8pPr>
            <a:lvl9pPr>
              <a:defRPr sz="1350" b="0">
                <a:solidFill>
                  <a:srgbClr val="087F95"/>
                </a:solidFill>
              </a:defRPr>
            </a:lvl9pPr>
          </a:lstStyle>
          <a:p xmlns:a="http://schemas.openxmlformats.org/drawingml/2006/main">
            <a:pPr>
              <a:defRPr sz="1350" b="0">
                <a:solidFill>
                  <a:srgbClr val="087F95"/>
                </a:solidFill>
              </a:defRPr>
            </a:pPr>
            <a:r>
              <a:rPr sz="1350" b="0">
                <a:solidFill>
                  <a:srgbClr val="087F95"/>
                </a:solidFill>
                <a:hlinkClick xmlns:r="http://schemas.openxmlformats.org/officeDocument/2006/relationships" r:id="Rb1d3122f227d4abc"/>
              </a:rPr>
              <a:t>Detailed evidence on the website</a:t>
            </a:r>
          </a:p>
        </p:txBody>
      </p:sp>
      <p:pic>
        <p:nvPicPr>
          <p:cNvPr id="5" name="">
            <a:extLst xmlns:a="http://schemas.openxmlformats.org/drawingml/2006/main">
              <a:ext uri="{FF2B5EF4-FFF2-40B4-BE49-F238E27FC236}">
                <a16:creationId xmlns:a16="http://schemas.microsoft.com/office/drawing/2014/main" id="{3D799BF1-A77C-4107-97CD-FDED769513A1}"/>
              </a:ext>
            </a:extLst>
          </p:cNvPr>
          <p:cNvPicPr>
            <a:picLocks xmlns:a="http://schemas.openxmlformats.org/drawingml/2006/main" noChangeAspect="1"/>
          </p:cNvPicPr>
          <p:nvPr/>
        </p:nvPicPr>
        <p:blipFill>
          <a:blip xmlns:r="http://schemas.openxmlformats.org/officeDocument/2006/relationships" xmlns:a="http://schemas.openxmlformats.org/drawingml/2006/main" r:embed="R011044019d4241c2"/>
          <a:stretch xmlns:a="http://schemas.openxmlformats.org/drawingml/2006/main"/>
        </p:blipFill>
        <p:spPr>
          <a:xfrm xmlns:a="http://schemas.openxmlformats.org/drawingml/2006/main">
            <a:off x="457200" y="1833563"/>
            <a:ext cx="5105400" cy="3190875"/>
          </a:xfrm>
          <a:prstGeom xmlns:a="http://schemas.openxmlformats.org/drawingml/2006/main" prst="rect">
            <a:avLst/>
          </a:prstGeom>
        </p:spPr>
      </p:pic>
      <p:graphicFrame>
        <p:nvGraphicFramePr>
          <p:cNvPr id="6" name="">
            <a:extLst xmlns:a="http://schemas.openxmlformats.org/drawingml/2006/main">
              <a:ext uri="{FF2B5EF4-FFF2-40B4-BE49-F238E27FC236}">
                <a16:creationId xmlns:a16="http://schemas.microsoft.com/office/drawing/2014/main" id="{E7C3A72F-4847-4941-816B-FDF4E710B49F}"/>
              </a:ext>
            </a:extLst>
          </p:cNvPr>
          <p:cNvGraphicFramePr/>
          <p:nvPr/>
        </p:nvGraphicFramePr>
        <p:xfrm>
          <a:off xmlns:a="http://schemas.openxmlformats.org/drawingml/2006/main" x="5886450" y="1724025"/>
          <a:ext xmlns:a="http://schemas.openxmlformats.org/drawingml/2006/main" cx="5791200" cy="3533775"/>
        </p:xfrm>
        <a:graphic xmlns:a="http://schemas.openxmlformats.org/drawingml/2006/main">
          <a:graphicData uri="http://schemas.openxmlformats.org/drawingml/2006/table">
            <a:tbl>
              <a:tblPr firstRow="1" bandRow="0"/>
              <a:tblGrid>
                <a:gridCol w="1924050"/>
                <a:gridCol w="3867150"/>
              </a:tblGrid>
              <a:tr h="588963">
                <a:tc>
                  <a:txBody>
                    <a:bodyPr/>
                    <a:lstStyle/>
                    <a:p>
                      <a:r>
                        <a:rPr sz="1650" b="1">
                          <a:solidFill>
                            <a:srgbClr val="FFFFFF"/>
                          </a:solidFill>
                        </a:rPr>
                        <a:t>Phase</a:t>
                      </a:r>
                    </a:p>
                  </a:txBody>
                  <a:tcPr marL="95250" marR="95250" marT="76200" marB="76200" anchor="ctr">
                    <a:lnL w="7620">
                      <a:solidFill>
                        <a:srgbClr val="E4EBEF"/>
                      </a:solidFill>
                      <a:prstDash val="solid"/>
                    </a:lnL>
                    <a:lnR w="7620">
                      <a:solidFill>
                        <a:srgbClr val="E4EBEF"/>
                      </a:solidFill>
                      <a:prstDash val="solid"/>
                    </a:lnR>
                    <a:lnT w="7620">
                      <a:solidFill>
                        <a:srgbClr val="E4EBEF"/>
                      </a:solidFill>
                      <a:prstDash val="solid"/>
                    </a:lnT>
                    <a:lnB w="7620">
                      <a:solidFill>
                        <a:srgbClr val="E4EBEF"/>
                      </a:solidFill>
                      <a:prstDash val="solid"/>
                    </a:lnB>
                    <a:solidFill>
                      <a:srgbClr val="142B3D"/>
                    </a:solidFill>
                  </a:tcPr>
                </a:tc>
                <a:tc>
                  <a:txBody>
                    <a:bodyPr/>
                    <a:lstStyle/>
                    <a:p>
                      <a:r>
                        <a:rPr sz="1650" b="1">
                          <a:solidFill>
                            <a:srgbClr val="FFFFFF"/>
                          </a:solidFill>
                        </a:rPr>
                        <a:t>Measurements</a:t>
                      </a:r>
                    </a:p>
                  </a:txBody>
                  <a:tcPr marL="95250" marR="95250" marT="76200" marB="76200" anchor="ctr">
                    <a:lnR w="7620">
                      <a:solidFill>
                        <a:srgbClr val="E4EBEF"/>
                      </a:solidFill>
                      <a:prstDash val="solid"/>
                    </a:lnR>
                    <a:lnT w="7620">
                      <a:solidFill>
                        <a:srgbClr val="E4EBEF"/>
                      </a:solidFill>
                      <a:prstDash val="solid"/>
                    </a:lnT>
                    <a:lnB w="7620">
                      <a:solidFill>
                        <a:srgbClr val="E4EBEF"/>
                      </a:solidFill>
                      <a:prstDash val="solid"/>
                    </a:lnB>
                    <a:solidFill>
                      <a:srgbClr val="142B3D"/>
                    </a:solidFill>
                  </a:tcPr>
                </a:tc>
              </a:tr>
              <a:tr h="588963">
                <a:tc>
                  <a:txBody>
                    <a:bodyPr/>
                    <a:lstStyle/>
                    <a:p>
                      <a:r>
                        <a:rPr sz="1650">
                          <a:solidFill>
                            <a:srgbClr val="142B3D"/>
                          </a:solidFill>
                        </a:rPr>
                        <a:t>Interface coupon</a:t>
                      </a:r>
                    </a:p>
                  </a:txBody>
                  <a:tcPr marL="95250" marR="95250" marT="76200" marB="76200" anchor="ctr">
                    <a:lnL w="7620">
                      <a:solidFill>
                        <a:srgbClr val="E4EBEF"/>
                      </a:solidFill>
                      <a:prstDash val="solid"/>
                    </a:lnL>
                    <a:lnR w="7620">
                      <a:solidFill>
                        <a:srgbClr val="E4EBEF"/>
                      </a:solidFill>
                      <a:prstDash val="solid"/>
                    </a:lnR>
                    <a:lnB w="7620">
                      <a:solidFill>
                        <a:srgbClr val="E4EBEF"/>
                      </a:solidFill>
                      <a:prstDash val="solid"/>
                    </a:lnB>
                    <a:solidFill>
                      <a:srgbClr val="FFFFFF"/>
                    </a:solidFill>
                  </a:tcPr>
                </a:tc>
                <a:tc>
                  <a:txBody>
                    <a:bodyPr/>
                    <a:lstStyle/>
                    <a:p>
                      <a:r>
                        <a:rPr sz="1650">
                          <a:solidFill>
                            <a:srgbClr val="142B3D"/>
                          </a:solidFill>
                        </a:rPr>
                        <a:t>Contact conductance versus preload</a:t>
                      </a:r>
                    </a:p>
                  </a:txBody>
                  <a:tcPr marL="95250" marR="95250" marT="76200" marB="76200" anchor="ctr">
                    <a:lnR w="7620">
                      <a:solidFill>
                        <a:srgbClr val="E4EBEF"/>
                      </a:solidFill>
                      <a:prstDash val="solid"/>
                    </a:lnR>
                    <a:lnB w="7620">
                      <a:solidFill>
                        <a:srgbClr val="E4EBEF"/>
                      </a:solidFill>
                      <a:prstDash val="solid"/>
                    </a:lnB>
                    <a:solidFill>
                      <a:srgbClr val="FFFFFF"/>
                    </a:solidFill>
                  </a:tcPr>
                </a:tc>
              </a:tr>
              <a:tr h="588963">
                <a:tc>
                  <a:txBody>
                    <a:bodyPr/>
                    <a:lstStyle/>
                    <a:p>
                      <a:r>
                        <a:rPr sz="1650">
                          <a:solidFill>
                            <a:srgbClr val="142B3D"/>
                          </a:solidFill>
                        </a:rPr>
                        <a:t>Thermal balance</a:t>
                      </a:r>
                    </a:p>
                  </a:txBody>
                  <a:tcPr marL="95250" marR="95250" marT="76200" marB="76200" anchor="ctr">
                    <a:lnL w="7620">
                      <a:solidFill>
                        <a:srgbClr val="E4EBEF"/>
                      </a:solidFill>
                      <a:prstDash val="solid"/>
                    </a:lnL>
                    <a:lnR w="7620">
                      <a:solidFill>
                        <a:srgbClr val="E4EBEF"/>
                      </a:solidFill>
                      <a:prstDash val="solid"/>
                    </a:lnR>
                    <a:lnB w="7620">
                      <a:solidFill>
                        <a:srgbClr val="E4EBEF"/>
                      </a:solidFill>
                      <a:prstDash val="solid"/>
                    </a:lnB>
                    <a:solidFill>
                      <a:srgbClr val="FFFFFF"/>
                    </a:solidFill>
                  </a:tcPr>
                </a:tc>
                <a:tc>
                  <a:txBody>
                    <a:bodyPr/>
                    <a:lstStyle/>
                    <a:p>
                      <a:r>
                        <a:rPr sz="1650">
                          <a:solidFill>
                            <a:srgbClr val="142B3D"/>
                          </a:solidFill>
                        </a:rPr>
                        <a:t>Power, shroud / sink and temperature</a:t>
                      </a:r>
                    </a:p>
                  </a:txBody>
                  <a:tcPr marL="95250" marR="95250" marT="76200" marB="76200" anchor="ctr">
                    <a:lnR w="7620">
                      <a:solidFill>
                        <a:srgbClr val="E4EBEF"/>
                      </a:solidFill>
                      <a:prstDash val="solid"/>
                    </a:lnR>
                    <a:lnB w="7620">
                      <a:solidFill>
                        <a:srgbClr val="E4EBEF"/>
                      </a:solidFill>
                      <a:prstDash val="solid"/>
                    </a:lnB>
                    <a:solidFill>
                      <a:srgbClr val="FFFFFF"/>
                    </a:solidFill>
                  </a:tcPr>
                </a:tc>
              </a:tr>
              <a:tr h="588963">
                <a:tc>
                  <a:txBody>
                    <a:bodyPr/>
                    <a:lstStyle/>
                    <a:p>
                      <a:r>
                        <a:rPr sz="1650">
                          <a:solidFill>
                            <a:srgbClr val="142B3D"/>
                          </a:solidFill>
                        </a:rPr>
                        <a:t>Controlled cabin bay</a:t>
                      </a:r>
                    </a:p>
                  </a:txBody>
                  <a:tcPr marL="95250" marR="95250" marT="76200" marB="76200" anchor="ctr">
                    <a:lnL w="7620">
                      <a:solidFill>
                        <a:srgbClr val="E4EBEF"/>
                      </a:solidFill>
                      <a:prstDash val="solid"/>
                    </a:lnL>
                    <a:lnR w="7620">
                      <a:solidFill>
                        <a:srgbClr val="E4EBEF"/>
                      </a:solidFill>
                      <a:prstDash val="solid"/>
                    </a:lnR>
                    <a:lnB w="7620">
                      <a:solidFill>
                        <a:srgbClr val="E4EBEF"/>
                      </a:solidFill>
                      <a:prstDash val="solid"/>
                    </a:lnB>
                    <a:solidFill>
                      <a:srgbClr val="FFFFFF"/>
                    </a:solidFill>
                  </a:tcPr>
                </a:tc>
                <a:tc>
                  <a:txBody>
                    <a:bodyPr/>
                    <a:lstStyle/>
                    <a:p>
                      <a:r>
                        <a:rPr sz="1650">
                          <a:solidFill>
                            <a:srgbClr val="142B3D"/>
                          </a:solidFill>
                        </a:rPr>
                        <a:t>Airflow, pressure loss and inlet conditions</a:t>
                      </a:r>
                    </a:p>
                  </a:txBody>
                  <a:tcPr marL="95250" marR="95250" marT="76200" marB="76200" anchor="ctr">
                    <a:lnR w="7620">
                      <a:solidFill>
                        <a:srgbClr val="E4EBEF"/>
                      </a:solidFill>
                      <a:prstDash val="solid"/>
                    </a:lnR>
                    <a:lnB w="7620">
                      <a:solidFill>
                        <a:srgbClr val="E4EBEF"/>
                      </a:solidFill>
                      <a:prstDash val="solid"/>
                    </a:lnB>
                    <a:solidFill>
                      <a:srgbClr val="FFFFFF"/>
                    </a:solidFill>
                  </a:tcPr>
                </a:tc>
              </a:tr>
              <a:tr h="588963">
                <a:tc>
                  <a:txBody>
                    <a:bodyPr/>
                    <a:lstStyle/>
                    <a:p>
                      <a:r>
                        <a:rPr sz="1650">
                          <a:solidFill>
                            <a:srgbClr val="142B3D"/>
                          </a:solidFill>
                        </a:rPr>
                        <a:t>Cold start and cycling</a:t>
                      </a:r>
                    </a:p>
                  </a:txBody>
                  <a:tcPr marL="95250" marR="95250" marT="76200" marB="76200" anchor="ctr">
                    <a:lnL w="7620">
                      <a:solidFill>
                        <a:srgbClr val="E4EBEF"/>
                      </a:solidFill>
                      <a:prstDash val="solid"/>
                    </a:lnL>
                    <a:lnR w="7620">
                      <a:solidFill>
                        <a:srgbClr val="E4EBEF"/>
                      </a:solidFill>
                      <a:prstDash val="solid"/>
                    </a:lnR>
                    <a:lnB w="7620">
                      <a:solidFill>
                        <a:srgbClr val="E4EBEF"/>
                      </a:solidFill>
                      <a:prstDash val="solid"/>
                    </a:lnB>
                    <a:solidFill>
                      <a:srgbClr val="FFFFFF"/>
                    </a:solidFill>
                  </a:tcPr>
                </a:tc>
                <a:tc>
                  <a:txBody>
                    <a:bodyPr/>
                    <a:lstStyle/>
                    <a:p>
                      <a:r>
                        <a:rPr sz="1650">
                          <a:solidFill>
                            <a:srgbClr val="142B3D"/>
                          </a:solidFill>
                        </a:rPr>
                        <a:t>Sensors, lag, protection and recovery</a:t>
                      </a:r>
                    </a:p>
                  </a:txBody>
                  <a:tcPr marL="95250" marR="95250" marT="76200" marB="76200" anchor="ctr">
                    <a:lnR w="7620">
                      <a:solidFill>
                        <a:srgbClr val="E4EBEF"/>
                      </a:solidFill>
                      <a:prstDash val="solid"/>
                    </a:lnR>
                    <a:lnB w="7620">
                      <a:solidFill>
                        <a:srgbClr val="E4EBEF"/>
                      </a:solidFill>
                      <a:prstDash val="solid"/>
                    </a:lnB>
                    <a:solidFill>
                      <a:srgbClr val="FFFFFF"/>
                    </a:solidFill>
                  </a:tcPr>
                </a:tc>
              </a:tr>
              <a:tr h="588963">
                <a:tc>
                  <a:txBody>
                    <a:bodyPr/>
                    <a:lstStyle/>
                    <a:p>
                      <a:r>
                        <a:rPr sz="1650">
                          <a:solidFill>
                            <a:srgbClr val="142B3D"/>
                          </a:solidFill>
                        </a:rPr>
                        <a:t>Held-out validation</a:t>
                      </a:r>
                    </a:p>
                  </a:txBody>
                  <a:tcPr marL="95250" marR="95250" marT="76200" marB="76200" anchor="ctr">
                    <a:lnL w="7620">
                      <a:solidFill>
                        <a:srgbClr val="E4EBEF"/>
                      </a:solidFill>
                      <a:prstDash val="solid"/>
                    </a:lnL>
                    <a:lnR w="7620">
                      <a:solidFill>
                        <a:srgbClr val="E4EBEF"/>
                      </a:solidFill>
                      <a:prstDash val="solid"/>
                    </a:lnR>
                    <a:lnB w="7620">
                      <a:solidFill>
                        <a:srgbClr val="E4EBEF"/>
                      </a:solidFill>
                      <a:prstDash val="solid"/>
                    </a:lnB>
                    <a:solidFill>
                      <a:srgbClr val="FFFFFF"/>
                    </a:solidFill>
                  </a:tcPr>
                </a:tc>
                <a:tc>
                  <a:txBody>
                    <a:bodyPr/>
                    <a:lstStyle/>
                    <a:p>
                      <a:r>
                        <a:rPr sz="1650">
                          <a:solidFill>
                            <a:srgbClr val="142B3D"/>
                          </a:solidFill>
                        </a:rPr>
                        <a:t>Frozen parameters in a new condition</a:t>
                      </a:r>
                    </a:p>
                  </a:txBody>
                  <a:tcPr marL="95250" marR="95250" marT="76200" marB="76200" anchor="ctr">
                    <a:lnR w="7620">
                      <a:solidFill>
                        <a:srgbClr val="E4EBEF"/>
                      </a:solidFill>
                      <a:prstDash val="solid"/>
                    </a:lnR>
                    <a:lnB w="7620">
                      <a:solidFill>
                        <a:srgbClr val="E4EBEF"/>
                      </a:solidFill>
                      <a:prstDash val="solid"/>
                    </a:lnB>
                    <a:solidFill>
                      <a:srgbClr val="FFFFFF"/>
                    </a:solidFill>
                  </a:tcPr>
                </a:tc>
              </a:tr>
            </a:tbl>
          </a:graphicData>
        </a:graphic>
      </p:graphicFrame>
      <p:sp>
        <p:nvSpPr>
          <p:cNvPr id="7" name="0 physical tests in this study">
            <a:extLst xmlns:a="http://schemas.openxmlformats.org/drawingml/2006/main">
              <a:ext uri="{FF2B5EF4-FFF2-40B4-BE49-F238E27FC236}">
                <a16:creationId xmlns:a16="http://schemas.microsoft.com/office/drawing/2014/main" id="{9C406E8B-3073-482C-AC97-178B35BAA237}"/>
              </a:ext>
            </a:extLst>
          </p:cNvPr>
          <p:cNvSpPr>
            <a:spLocks xmlns:a="http://schemas.openxmlformats.org/drawingml/2006/main" noGrp="1"/>
          </p:cNvSpPr>
          <p:nvPr/>
        </p:nvSpPr>
        <p:spPr>
          <a:xfrm xmlns:a="http://schemas.openxmlformats.org/drawingml/2006/main">
            <a:off x="533400" y="5715000"/>
            <a:ext cx="11125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700" b="1">
                <a:solidFill>
                  <a:srgbClr val="B34C4C"/>
                </a:solidFill>
              </a:defRPr>
            </a:defPPr>
            <a:lvl1pPr>
              <a:defRPr sz="2700" b="1">
                <a:solidFill>
                  <a:srgbClr val="B34C4C"/>
                </a:solidFill>
              </a:defRPr>
            </a:lvl1pPr>
            <a:lvl2pPr>
              <a:defRPr sz="2700" b="1">
                <a:solidFill>
                  <a:srgbClr val="B34C4C"/>
                </a:solidFill>
              </a:defRPr>
            </a:lvl2pPr>
            <a:lvl3pPr>
              <a:defRPr sz="2700" b="1">
                <a:solidFill>
                  <a:srgbClr val="B34C4C"/>
                </a:solidFill>
              </a:defRPr>
            </a:lvl3pPr>
            <a:lvl4pPr>
              <a:defRPr sz="2700" b="1">
                <a:solidFill>
                  <a:srgbClr val="B34C4C"/>
                </a:solidFill>
              </a:defRPr>
            </a:lvl4pPr>
            <a:lvl5pPr>
              <a:defRPr sz="2700" b="1">
                <a:solidFill>
                  <a:srgbClr val="B34C4C"/>
                </a:solidFill>
              </a:defRPr>
            </a:lvl5pPr>
            <a:lvl6pPr>
              <a:defRPr sz="2700" b="1">
                <a:solidFill>
                  <a:srgbClr val="B34C4C"/>
                </a:solidFill>
              </a:defRPr>
            </a:lvl6pPr>
            <a:lvl7pPr>
              <a:defRPr sz="2700" b="1">
                <a:solidFill>
                  <a:srgbClr val="B34C4C"/>
                </a:solidFill>
              </a:defRPr>
            </a:lvl7pPr>
            <a:lvl8pPr>
              <a:defRPr sz="2700" b="1">
                <a:solidFill>
                  <a:srgbClr val="B34C4C"/>
                </a:solidFill>
              </a:defRPr>
            </a:lvl8pPr>
            <a:lvl9pPr>
              <a:defRPr sz="2700" b="1">
                <a:solidFill>
                  <a:srgbClr val="B34C4C"/>
                </a:solidFill>
              </a:defRPr>
            </a:lvl9pPr>
          </a:lstStyle>
          <a:p xmlns:a="http://schemas.openxmlformats.org/drawingml/2006/main">
            <a:pPr>
              <a:defRPr sz="2700" b="1">
                <a:solidFill>
                  <a:srgbClr val="B34C4C"/>
                </a:solidFill>
              </a:defRPr>
            </a:pPr>
            <a:r>
              <a:rPr sz="2700" b="1">
                <a:solidFill>
                  <a:srgbClr val="B34C4C"/>
                </a:solidFill>
              </a:rPr>
              <a:t>0 physical tests in this study</a:t>
            </a:r>
          </a:p>
        </p:txBody>
      </p:sp>
    </p:spTree>
    <p:extLst>
      <p:ext uri="{BB962C8B-B14F-4D97-AF65-F5344CB8AC3E}">
        <p14:creationId xmlns:p14="http://schemas.microsoft.com/office/powerpoint/2010/main" val="525860626"/>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Design decisions and the next optimization round">
            <a:extLst xmlns:a="http://schemas.openxmlformats.org/drawingml/2006/main">
              <a:ext uri="{FF2B5EF4-FFF2-40B4-BE49-F238E27FC236}">
                <a16:creationId xmlns:a16="http://schemas.microsoft.com/office/drawing/2014/main" id="{D05C3908-4F59-4F32-86F1-CBE2B0B8D6AD}"/>
              </a:ext>
            </a:extLst>
          </p:cNvPr>
          <p:cNvSpPr>
            <a:spLocks xmlns:a="http://schemas.openxmlformats.org/drawingml/2006/main" noGrp="1"/>
          </p:cNvSpPr>
          <p:nvPr/>
        </p:nvSpPr>
        <p:spPr>
          <a:xfrm xmlns:a="http://schemas.openxmlformats.org/drawingml/2006/main">
            <a:off x="533400" y="361950"/>
            <a:ext cx="111252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3150" b="1">
                <a:solidFill>
                  <a:srgbClr val="142B3D"/>
                </a:solidFill>
              </a:defRPr>
            </a:defPPr>
            <a:lvl1pPr>
              <a:defRPr sz="3150" b="1">
                <a:solidFill>
                  <a:srgbClr val="142B3D"/>
                </a:solidFill>
              </a:defRPr>
            </a:lvl1pPr>
            <a:lvl2pPr>
              <a:defRPr sz="3150" b="1">
                <a:solidFill>
                  <a:srgbClr val="142B3D"/>
                </a:solidFill>
              </a:defRPr>
            </a:lvl2pPr>
            <a:lvl3pPr>
              <a:defRPr sz="3150" b="1">
                <a:solidFill>
                  <a:srgbClr val="142B3D"/>
                </a:solidFill>
              </a:defRPr>
            </a:lvl3pPr>
            <a:lvl4pPr>
              <a:defRPr sz="3150" b="1">
                <a:solidFill>
                  <a:srgbClr val="142B3D"/>
                </a:solidFill>
              </a:defRPr>
            </a:lvl4pPr>
            <a:lvl5pPr>
              <a:defRPr sz="3150" b="1">
                <a:solidFill>
                  <a:srgbClr val="142B3D"/>
                </a:solidFill>
              </a:defRPr>
            </a:lvl5pPr>
            <a:lvl6pPr>
              <a:defRPr sz="3150" b="1">
                <a:solidFill>
                  <a:srgbClr val="142B3D"/>
                </a:solidFill>
              </a:defRPr>
            </a:lvl6pPr>
            <a:lvl7pPr>
              <a:defRPr sz="3150" b="1">
                <a:solidFill>
                  <a:srgbClr val="142B3D"/>
                </a:solidFill>
              </a:defRPr>
            </a:lvl7pPr>
            <a:lvl8pPr>
              <a:defRPr sz="3150" b="1">
                <a:solidFill>
                  <a:srgbClr val="142B3D"/>
                </a:solidFill>
              </a:defRPr>
            </a:lvl8pPr>
            <a:lvl9pPr>
              <a:defRPr sz="3150" b="1">
                <a:solidFill>
                  <a:srgbClr val="142B3D"/>
                </a:solidFill>
              </a:defRPr>
            </a:lvl9pPr>
          </a:lstStyle>
          <a:p xmlns:a="http://schemas.openxmlformats.org/drawingml/2006/main">
            <a:pPr>
              <a:defRPr sz="3150" b="1">
                <a:solidFill>
                  <a:srgbClr val="142B3D"/>
                </a:solidFill>
              </a:defRPr>
            </a:pPr>
            <a:r>
              <a:rPr sz="3150" b="1">
                <a:solidFill>
                  <a:srgbClr val="142B3D"/>
                </a:solidFill>
              </a:rPr>
              <a:t>Design decisions and the next optimization round</a:t>
            </a:r>
          </a:p>
        </p:txBody>
      </p:sp>
      <p:sp>
        <p:nvSpPr>
          <p:cNvPr id="2" name="Khani Solutions">
            <a:extLst xmlns:a="http://schemas.openxmlformats.org/drawingml/2006/main">
              <a:ext uri="{FF2B5EF4-FFF2-40B4-BE49-F238E27FC236}">
                <a16:creationId xmlns:a16="http://schemas.microsoft.com/office/drawing/2014/main" id="{1913C6C1-119C-457E-AD65-70B56182ABBC}"/>
              </a:ext>
            </a:extLst>
          </p:cNvPr>
          <p:cNvSpPr>
            <a:spLocks xmlns:a="http://schemas.openxmlformats.org/drawingml/2006/main" noGrp="1"/>
          </p:cNvSpPr>
          <p:nvPr/>
        </p:nvSpPr>
        <p:spPr>
          <a:xfrm xmlns:a="http://schemas.openxmlformats.org/drawingml/2006/main">
            <a:off x="533400" y="6448425"/>
            <a:ext cx="2190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350" b="0">
                <a:solidFill>
                  <a:srgbClr val="587081"/>
                </a:solidFill>
              </a:defRPr>
            </a:defPPr>
            <a:lvl1pPr>
              <a:defRPr sz="1350" b="0">
                <a:solidFill>
                  <a:srgbClr val="587081"/>
                </a:solidFill>
              </a:defRPr>
            </a:lvl1pPr>
            <a:lvl2pPr>
              <a:defRPr sz="1350" b="0">
                <a:solidFill>
                  <a:srgbClr val="587081"/>
                </a:solidFill>
              </a:defRPr>
            </a:lvl2pPr>
            <a:lvl3pPr>
              <a:defRPr sz="1350" b="0">
                <a:solidFill>
                  <a:srgbClr val="587081"/>
                </a:solidFill>
              </a:defRPr>
            </a:lvl3pPr>
            <a:lvl4pPr>
              <a:defRPr sz="1350" b="0">
                <a:solidFill>
                  <a:srgbClr val="587081"/>
                </a:solidFill>
              </a:defRPr>
            </a:lvl4pPr>
            <a:lvl5pPr>
              <a:defRPr sz="1350" b="0">
                <a:solidFill>
                  <a:srgbClr val="587081"/>
                </a:solidFill>
              </a:defRPr>
            </a:lvl5pPr>
            <a:lvl6pPr>
              <a:defRPr sz="1350" b="0">
                <a:solidFill>
                  <a:srgbClr val="587081"/>
                </a:solidFill>
              </a:defRPr>
            </a:lvl6pPr>
            <a:lvl7pPr>
              <a:defRPr sz="1350" b="0">
                <a:solidFill>
                  <a:srgbClr val="587081"/>
                </a:solidFill>
              </a:defRPr>
            </a:lvl7pPr>
            <a:lvl8pPr>
              <a:defRPr sz="1350" b="0">
                <a:solidFill>
                  <a:srgbClr val="587081"/>
                </a:solidFill>
              </a:defRPr>
            </a:lvl8pPr>
            <a:lvl9pPr>
              <a:defRPr sz="1350" b="0">
                <a:solidFill>
                  <a:srgbClr val="587081"/>
                </a:solidFill>
              </a:defRPr>
            </a:lvl9pPr>
          </a:lstStyle>
          <a:p xmlns:a="http://schemas.openxmlformats.org/drawingml/2006/main">
            <a:pPr>
              <a:defRPr sz="1350" b="0">
                <a:solidFill>
                  <a:srgbClr val="587081"/>
                </a:solidFill>
              </a:defRPr>
            </a:pPr>
            <a:r>
              <a:rPr sz="1350" b="0">
                <a:solidFill>
                  <a:srgbClr val="587081"/>
                </a:solidFill>
              </a:rPr>
              <a:t>Khani Solutions</a:t>
            </a:r>
          </a:p>
        </p:txBody>
      </p:sp>
      <p:sp>
        <p:nvSpPr>
          <p:cNvPr id="3" name="17 / 18">
            <a:extLst xmlns:a="http://schemas.openxmlformats.org/drawingml/2006/main">
              <a:ext uri="{FF2B5EF4-FFF2-40B4-BE49-F238E27FC236}">
                <a16:creationId xmlns:a16="http://schemas.microsoft.com/office/drawing/2014/main" id="{48DEBA32-C27F-4B64-AEF5-4527F96CF539}"/>
              </a:ext>
            </a:extLst>
          </p:cNvPr>
          <p:cNvSpPr>
            <a:spLocks xmlns:a="http://schemas.openxmlformats.org/drawingml/2006/main" noGrp="1"/>
          </p:cNvSpPr>
          <p:nvPr/>
        </p:nvSpPr>
        <p:spPr>
          <a:xfrm xmlns:a="http://schemas.openxmlformats.org/drawingml/2006/main">
            <a:off x="10896600" y="6448425"/>
            <a:ext cx="857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350" b="0">
                <a:solidFill>
                  <a:srgbClr val="587081"/>
                </a:solidFill>
              </a:defRPr>
            </a:defPPr>
            <a:lvl1pPr>
              <a:defRPr sz="1350" b="0">
                <a:solidFill>
                  <a:srgbClr val="587081"/>
                </a:solidFill>
              </a:defRPr>
            </a:lvl1pPr>
            <a:lvl2pPr>
              <a:defRPr sz="1350" b="0">
                <a:solidFill>
                  <a:srgbClr val="587081"/>
                </a:solidFill>
              </a:defRPr>
            </a:lvl2pPr>
            <a:lvl3pPr>
              <a:defRPr sz="1350" b="0">
                <a:solidFill>
                  <a:srgbClr val="587081"/>
                </a:solidFill>
              </a:defRPr>
            </a:lvl3pPr>
            <a:lvl4pPr>
              <a:defRPr sz="1350" b="0">
                <a:solidFill>
                  <a:srgbClr val="587081"/>
                </a:solidFill>
              </a:defRPr>
            </a:lvl4pPr>
            <a:lvl5pPr>
              <a:defRPr sz="1350" b="0">
                <a:solidFill>
                  <a:srgbClr val="587081"/>
                </a:solidFill>
              </a:defRPr>
            </a:lvl5pPr>
            <a:lvl6pPr>
              <a:defRPr sz="1350" b="0">
                <a:solidFill>
                  <a:srgbClr val="587081"/>
                </a:solidFill>
              </a:defRPr>
            </a:lvl6pPr>
            <a:lvl7pPr>
              <a:defRPr sz="1350" b="0">
                <a:solidFill>
                  <a:srgbClr val="587081"/>
                </a:solidFill>
              </a:defRPr>
            </a:lvl7pPr>
            <a:lvl8pPr>
              <a:defRPr sz="1350" b="0">
                <a:solidFill>
                  <a:srgbClr val="587081"/>
                </a:solidFill>
              </a:defRPr>
            </a:lvl8pPr>
            <a:lvl9pPr>
              <a:defRPr sz="1350" b="0">
                <a:solidFill>
                  <a:srgbClr val="587081"/>
                </a:solidFill>
              </a:defRPr>
            </a:lvl9pPr>
          </a:lstStyle>
          <a:p xmlns:a="http://schemas.openxmlformats.org/drawingml/2006/main">
            <a:pPr>
              <a:defRPr sz="1350" b="0">
                <a:solidFill>
                  <a:srgbClr val="587081"/>
                </a:solidFill>
              </a:defRPr>
            </a:pPr>
            <a:r>
              <a:rPr sz="1350" b="0">
                <a:solidFill>
                  <a:srgbClr val="587081"/>
                </a:solidFill>
              </a:rPr>
              <a:t>17 / 18</a:t>
            </a:r>
          </a:p>
        </p:txBody>
      </p:sp>
      <p:sp>
        <p:nvSpPr>
          <p:cNvPr id="4" name="Detailed evidence on the website">
            <a:extLst xmlns:a="http://schemas.openxmlformats.org/drawingml/2006/main">
              <a:ext uri="{FF2B5EF4-FFF2-40B4-BE49-F238E27FC236}">
                <a16:creationId xmlns:a16="http://schemas.microsoft.com/office/drawing/2014/main" id="{8FEA8CFB-37A6-4CE2-9139-9FAA9968A4D6}"/>
              </a:ext>
            </a:extLst>
          </p:cNvPr>
          <p:cNvSpPr>
            <a:spLocks xmlns:a="http://schemas.openxmlformats.org/drawingml/2006/main" noGrp="1"/>
          </p:cNvSpPr>
          <p:nvPr/>
        </p:nvSpPr>
        <p:spPr>
          <a:xfrm xmlns:a="http://schemas.openxmlformats.org/drawingml/2006/main">
            <a:off x="7000875" y="6448425"/>
            <a:ext cx="34766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350" b="0">
                <a:solidFill>
                  <a:srgbClr val="087F95"/>
                </a:solidFill>
              </a:defRPr>
            </a:defPPr>
            <a:lvl1pPr>
              <a:defRPr sz="1350" b="0">
                <a:solidFill>
                  <a:srgbClr val="087F95"/>
                </a:solidFill>
              </a:defRPr>
            </a:lvl1pPr>
            <a:lvl2pPr>
              <a:defRPr sz="1350" b="0">
                <a:solidFill>
                  <a:srgbClr val="087F95"/>
                </a:solidFill>
              </a:defRPr>
            </a:lvl2pPr>
            <a:lvl3pPr>
              <a:defRPr sz="1350" b="0">
                <a:solidFill>
                  <a:srgbClr val="087F95"/>
                </a:solidFill>
              </a:defRPr>
            </a:lvl3pPr>
            <a:lvl4pPr>
              <a:defRPr sz="1350" b="0">
                <a:solidFill>
                  <a:srgbClr val="087F95"/>
                </a:solidFill>
              </a:defRPr>
            </a:lvl4pPr>
            <a:lvl5pPr>
              <a:defRPr sz="1350" b="0">
                <a:solidFill>
                  <a:srgbClr val="087F95"/>
                </a:solidFill>
              </a:defRPr>
            </a:lvl5pPr>
            <a:lvl6pPr>
              <a:defRPr sz="1350" b="0">
                <a:solidFill>
                  <a:srgbClr val="087F95"/>
                </a:solidFill>
              </a:defRPr>
            </a:lvl6pPr>
            <a:lvl7pPr>
              <a:defRPr sz="1350" b="0">
                <a:solidFill>
                  <a:srgbClr val="087F95"/>
                </a:solidFill>
              </a:defRPr>
            </a:lvl7pPr>
            <a:lvl8pPr>
              <a:defRPr sz="1350" b="0">
                <a:solidFill>
                  <a:srgbClr val="087F95"/>
                </a:solidFill>
              </a:defRPr>
            </a:lvl8pPr>
            <a:lvl9pPr>
              <a:defRPr sz="1350" b="0">
                <a:solidFill>
                  <a:srgbClr val="087F95"/>
                </a:solidFill>
              </a:defRPr>
            </a:lvl9pPr>
          </a:lstStyle>
          <a:p xmlns:a="http://schemas.openxmlformats.org/drawingml/2006/main">
            <a:pPr>
              <a:defRPr sz="1350" b="0">
                <a:solidFill>
                  <a:srgbClr val="087F95"/>
                </a:solidFill>
              </a:defRPr>
            </a:pPr>
            <a:r>
              <a:rPr sz="1350" b="0">
                <a:solidFill>
                  <a:srgbClr val="087F95"/>
                </a:solidFill>
                <a:hlinkClick xmlns:r="http://schemas.openxmlformats.org/officeDocument/2006/relationships" r:id="R5229d21f0e324e4d"/>
              </a:rPr>
              <a:t>Detailed evidence on the website</a:t>
            </a:r>
          </a:p>
        </p:txBody>
      </p:sp>
      <p:graphicFrame>
        <p:nvGraphicFramePr>
          <p:cNvPr id="5" name="">
            <a:extLst xmlns:a="http://schemas.openxmlformats.org/drawingml/2006/main">
              <a:ext uri="{FF2B5EF4-FFF2-40B4-BE49-F238E27FC236}">
                <a16:creationId xmlns:a16="http://schemas.microsoft.com/office/drawing/2014/main" id="{8199CD8C-1F0D-4F71-8BE6-8E910D0F1DF6}"/>
              </a:ext>
            </a:extLst>
          </p:cNvPr>
          <p:cNvGraphicFramePr/>
          <p:nvPr/>
        </p:nvGraphicFramePr>
        <p:xfrm>
          <a:off xmlns:a="http://schemas.openxmlformats.org/drawingml/2006/main" x="533400" y="1714500"/>
          <a:ext xmlns:a="http://schemas.openxmlformats.org/drawingml/2006/main" cx="11125200" cy="3676650"/>
        </p:xfrm>
        <a:graphic xmlns:a="http://schemas.openxmlformats.org/drawingml/2006/main">
          <a:graphicData uri="http://schemas.openxmlformats.org/drawingml/2006/table">
            <a:tbl>
              <a:tblPr firstRow="1" bandRow="0"/>
              <a:tblGrid>
                <a:gridCol w="3238500"/>
                <a:gridCol w="4333875"/>
                <a:gridCol w="3552825"/>
              </a:tblGrid>
              <a:tr h="612775">
                <a:tc>
                  <a:txBody>
                    <a:bodyPr/>
                    <a:lstStyle/>
                    <a:p>
                      <a:r>
                        <a:rPr sz="1650" b="1">
                          <a:solidFill>
                            <a:srgbClr val="FFFFFF"/>
                          </a:solidFill>
                        </a:rPr>
                        <a:t>Finding</a:t>
                      </a:r>
                    </a:p>
                  </a:txBody>
                  <a:tcPr marL="95250" marR="95250" marT="76200" marB="76200" anchor="ctr">
                    <a:lnL w="7620">
                      <a:solidFill>
                        <a:srgbClr val="E4EBEF"/>
                      </a:solidFill>
                      <a:prstDash val="solid"/>
                    </a:lnL>
                    <a:lnR w="7620">
                      <a:solidFill>
                        <a:srgbClr val="E4EBEF"/>
                      </a:solidFill>
                      <a:prstDash val="solid"/>
                    </a:lnR>
                    <a:lnT w="7620">
                      <a:solidFill>
                        <a:srgbClr val="E4EBEF"/>
                      </a:solidFill>
                      <a:prstDash val="solid"/>
                    </a:lnT>
                    <a:lnB w="7620">
                      <a:solidFill>
                        <a:srgbClr val="E4EBEF"/>
                      </a:solidFill>
                      <a:prstDash val="solid"/>
                    </a:lnB>
                    <a:solidFill>
                      <a:srgbClr val="142B3D"/>
                    </a:solidFill>
                  </a:tcPr>
                </a:tc>
                <a:tc>
                  <a:txBody>
                    <a:bodyPr/>
                    <a:lstStyle/>
                    <a:p>
                      <a:r>
                        <a:rPr sz="1650" b="1">
                          <a:solidFill>
                            <a:srgbClr val="FFFFFF"/>
                          </a:solidFill>
                        </a:rPr>
                        <a:t>Decision supported by this round</a:t>
                      </a:r>
                    </a:p>
                  </a:txBody>
                  <a:tcPr marL="95250" marR="95250" marT="76200" marB="76200" anchor="ctr">
                    <a:lnR w="7620">
                      <a:solidFill>
                        <a:srgbClr val="E4EBEF"/>
                      </a:solidFill>
                      <a:prstDash val="solid"/>
                    </a:lnR>
                    <a:lnT w="7620">
                      <a:solidFill>
                        <a:srgbClr val="E4EBEF"/>
                      </a:solidFill>
                      <a:prstDash val="solid"/>
                    </a:lnT>
                    <a:lnB w="7620">
                      <a:solidFill>
                        <a:srgbClr val="E4EBEF"/>
                      </a:solidFill>
                      <a:prstDash val="solid"/>
                    </a:lnB>
                    <a:solidFill>
                      <a:srgbClr val="142B3D"/>
                    </a:solidFill>
                  </a:tcPr>
                </a:tc>
                <a:tc>
                  <a:txBody>
                    <a:bodyPr/>
                    <a:lstStyle/>
                    <a:p>
                      <a:r>
                        <a:rPr sz="1650" b="1">
                          <a:solidFill>
                            <a:srgbClr val="FFFFFF"/>
                          </a:solidFill>
                        </a:rPr>
                        <a:t>Next investigation</a:t>
                      </a:r>
                    </a:p>
                  </a:txBody>
                  <a:tcPr marL="95250" marR="95250" marT="76200" marB="76200" anchor="ctr">
                    <a:lnR w="7620">
                      <a:solidFill>
                        <a:srgbClr val="E4EBEF"/>
                      </a:solidFill>
                      <a:prstDash val="solid"/>
                    </a:lnR>
                    <a:lnT w="7620">
                      <a:solidFill>
                        <a:srgbClr val="E4EBEF"/>
                      </a:solidFill>
                      <a:prstDash val="solid"/>
                    </a:lnT>
                    <a:lnB w="7620">
                      <a:solidFill>
                        <a:srgbClr val="E4EBEF"/>
                      </a:solidFill>
                      <a:prstDash val="solid"/>
                    </a:lnB>
                    <a:solidFill>
                      <a:srgbClr val="142B3D"/>
                    </a:solidFill>
                  </a:tcPr>
                </a:tc>
              </a:tr>
              <a:tr h="612775">
                <a:tc>
                  <a:txBody>
                    <a:bodyPr/>
                    <a:lstStyle/>
                    <a:p>
                      <a:r>
                        <a:rPr sz="1650">
                          <a:solidFill>
                            <a:srgbClr val="142B3D"/>
                          </a:solidFill>
                        </a:rPr>
                        <a:t>Larger radiator lowers hot temperatures</a:t>
                      </a:r>
                    </a:p>
                  </a:txBody>
                  <a:tcPr marL="95250" marR="95250" marT="76200" marB="76200" anchor="ctr">
                    <a:lnL w="7620">
                      <a:solidFill>
                        <a:srgbClr val="E4EBEF"/>
                      </a:solidFill>
                      <a:prstDash val="solid"/>
                    </a:lnL>
                    <a:lnR w="7620">
                      <a:solidFill>
                        <a:srgbClr val="E4EBEF"/>
                      </a:solidFill>
                      <a:prstDash val="solid"/>
                    </a:lnR>
                    <a:lnB w="7620">
                      <a:solidFill>
                        <a:srgbClr val="E4EBEF"/>
                      </a:solidFill>
                      <a:prstDash val="solid"/>
                    </a:lnB>
                    <a:solidFill>
                      <a:srgbClr val="FFFFFF"/>
                    </a:solidFill>
                  </a:tcPr>
                </a:tc>
                <a:tc>
                  <a:txBody>
                    <a:bodyPr/>
                    <a:lstStyle/>
                    <a:p>
                      <a:r>
                        <a:rPr sz="1650">
                          <a:solidFill>
                            <a:srgbClr val="142B3D"/>
                          </a:solidFill>
                        </a:rPr>
                        <a:t>Retain 10 m² as a trade candidate</a:t>
                      </a:r>
                    </a:p>
                  </a:txBody>
                  <a:tcPr marL="95250" marR="95250" marT="76200" marB="76200" anchor="ctr">
                    <a:lnR w="7620">
                      <a:solidFill>
                        <a:srgbClr val="E4EBEF"/>
                      </a:solidFill>
                      <a:prstDash val="solid"/>
                    </a:lnR>
                    <a:lnB w="7620">
                      <a:solidFill>
                        <a:srgbClr val="E4EBEF"/>
                      </a:solidFill>
                      <a:prstDash val="solid"/>
                    </a:lnB>
                    <a:solidFill>
                      <a:srgbClr val="FFFFFF"/>
                    </a:solidFill>
                  </a:tcPr>
                </a:tc>
                <a:tc>
                  <a:txBody>
                    <a:bodyPr/>
                    <a:lstStyle/>
                    <a:p>
                      <a:r>
                        <a:rPr sz="1650">
                          <a:solidFill>
                            <a:srgbClr val="142B3D"/>
                          </a:solidFill>
                        </a:rPr>
                        <a:t>View factors, albedo, coatings and loads</a:t>
                      </a:r>
                    </a:p>
                  </a:txBody>
                  <a:tcPr marL="95250" marR="95250" marT="76200" marB="76200" anchor="ctr">
                    <a:lnR w="7620">
                      <a:solidFill>
                        <a:srgbClr val="E4EBEF"/>
                      </a:solidFill>
                      <a:prstDash val="solid"/>
                    </a:lnR>
                    <a:lnB w="7620">
                      <a:solidFill>
                        <a:srgbClr val="E4EBEF"/>
                      </a:solidFill>
                      <a:prstDash val="solid"/>
                    </a:lnB>
                    <a:solidFill>
                      <a:srgbClr val="FFFFFF"/>
                    </a:solidFill>
                  </a:tcPr>
                </a:tc>
              </a:tr>
              <a:tr h="612775">
                <a:tc>
                  <a:txBody>
                    <a:bodyPr/>
                    <a:lstStyle/>
                    <a:p>
                      <a:r>
                        <a:rPr sz="1650">
                          <a:solidFill>
                            <a:srgbClr val="142B3D"/>
                          </a:solidFill>
                        </a:rPr>
                        <a:t>Fixed rejection wastes heat at low duty</a:t>
                      </a:r>
                    </a:p>
                  </a:txBody>
                  <a:tcPr marL="95250" marR="95250" marT="76200" marB="76200" anchor="ctr">
                    <a:lnL w="7620">
                      <a:solidFill>
                        <a:srgbClr val="E4EBEF"/>
                      </a:solidFill>
                      <a:prstDash val="solid"/>
                    </a:lnL>
                    <a:lnR w="7620">
                      <a:solidFill>
                        <a:srgbClr val="E4EBEF"/>
                      </a:solidFill>
                      <a:prstDash val="solid"/>
                    </a:lnR>
                    <a:lnB w="7620">
                      <a:solidFill>
                        <a:srgbClr val="E4EBEF"/>
                      </a:solidFill>
                      <a:prstDash val="solid"/>
                    </a:lnB>
                    <a:solidFill>
                      <a:srgbClr val="FFFFFF"/>
                    </a:solidFill>
                  </a:tcPr>
                </a:tc>
                <a:tc>
                  <a:txBody>
                    <a:bodyPr/>
                    <a:lstStyle/>
                    <a:p>
                      <a:r>
                        <a:rPr sz="1650">
                          <a:solidFill>
                            <a:srgbClr val="142B3D"/>
                          </a:solidFill>
                        </a:rPr>
                        <a:t>Keep bypass as a control candidate</a:t>
                      </a:r>
                    </a:p>
                  </a:txBody>
                  <a:tcPr marL="95250" marR="95250" marT="76200" marB="76200" anchor="ctr">
                    <a:lnR w="7620">
                      <a:solidFill>
                        <a:srgbClr val="E4EBEF"/>
                      </a:solidFill>
                      <a:prstDash val="solid"/>
                    </a:lnR>
                    <a:lnB w="7620">
                      <a:solidFill>
                        <a:srgbClr val="E4EBEF"/>
                      </a:solidFill>
                      <a:prstDash val="solid"/>
                    </a:lnB>
                    <a:solidFill>
                      <a:srgbClr val="FFFFFF"/>
                    </a:solidFill>
                  </a:tcPr>
                </a:tc>
                <a:tc>
                  <a:txBody>
                    <a:bodyPr/>
                    <a:lstStyle/>
                    <a:p>
                      <a:r>
                        <a:rPr sz="1650">
                          <a:solidFill>
                            <a:srgbClr val="142B3D"/>
                          </a:solidFill>
                        </a:rPr>
                        <a:t>Valve/pump dynamics and faults</a:t>
                      </a:r>
                    </a:p>
                  </a:txBody>
                  <a:tcPr marL="95250" marR="95250" marT="76200" marB="76200" anchor="ctr">
                    <a:lnR w="7620">
                      <a:solidFill>
                        <a:srgbClr val="E4EBEF"/>
                      </a:solidFill>
                      <a:prstDash val="solid"/>
                    </a:lnR>
                    <a:lnB w="7620">
                      <a:solidFill>
                        <a:srgbClr val="E4EBEF"/>
                      </a:solidFill>
                      <a:prstDash val="solid"/>
                    </a:lnB>
                    <a:solidFill>
                      <a:srgbClr val="FFFFFF"/>
                    </a:solidFill>
                  </a:tcPr>
                </a:tc>
              </a:tr>
              <a:tr h="612775">
                <a:tc>
                  <a:txBody>
                    <a:bodyPr/>
                    <a:lstStyle/>
                    <a:p>
                      <a:r>
                        <a:rPr sz="1650">
                          <a:solidFill>
                            <a:srgbClr val="142B3D"/>
                          </a:solidFill>
                        </a:rPr>
                        <a:t>Better contact lowers the local hot spot</a:t>
                      </a:r>
                    </a:p>
                  </a:txBody>
                  <a:tcPr marL="95250" marR="95250" marT="76200" marB="76200" anchor="ctr">
                    <a:lnL w="7620">
                      <a:solidFill>
                        <a:srgbClr val="E4EBEF"/>
                      </a:solidFill>
                      <a:prstDash val="solid"/>
                    </a:lnL>
                    <a:lnR w="7620">
                      <a:solidFill>
                        <a:srgbClr val="E4EBEF"/>
                      </a:solidFill>
                      <a:prstDash val="solid"/>
                    </a:lnR>
                    <a:lnB w="7620">
                      <a:solidFill>
                        <a:srgbClr val="E4EBEF"/>
                      </a:solidFill>
                      <a:prstDash val="solid"/>
                    </a:lnB>
                    <a:solidFill>
                      <a:srgbClr val="FFFFFF"/>
                    </a:solidFill>
                  </a:tcPr>
                </a:tc>
                <a:tc>
                  <a:txBody>
                    <a:bodyPr/>
                    <a:lstStyle/>
                    <a:p>
                      <a:r>
                        <a:rPr sz="1650">
                          <a:solidFill>
                            <a:srgbClr val="142B3D"/>
                          </a:solidFill>
                        </a:rPr>
                        <a:t>Prioritize a repeatable thermal interface</a:t>
                      </a:r>
                    </a:p>
                  </a:txBody>
                  <a:tcPr marL="95250" marR="95250" marT="76200" marB="76200" anchor="ctr">
                    <a:lnR w="7620">
                      <a:solidFill>
                        <a:srgbClr val="E4EBEF"/>
                      </a:solidFill>
                      <a:prstDash val="solid"/>
                    </a:lnR>
                    <a:lnB w="7620">
                      <a:solidFill>
                        <a:srgbClr val="E4EBEF"/>
                      </a:solidFill>
                      <a:prstDash val="solid"/>
                    </a:lnB>
                    <a:solidFill>
                      <a:srgbClr val="FFFFFF"/>
                    </a:solidFill>
                  </a:tcPr>
                </a:tc>
                <a:tc>
                  <a:txBody>
                    <a:bodyPr/>
                    <a:lstStyle/>
                    <a:p>
                      <a:r>
                        <a:rPr sz="1650">
                          <a:solidFill>
                            <a:srgbClr val="142B3D"/>
                          </a:solidFill>
                        </a:rPr>
                        <a:t>TIM, preload and reassembly tests</a:t>
                      </a:r>
                    </a:p>
                  </a:txBody>
                  <a:tcPr marL="95250" marR="95250" marT="76200" marB="76200" anchor="ctr">
                    <a:lnR w="7620">
                      <a:solidFill>
                        <a:srgbClr val="E4EBEF"/>
                      </a:solidFill>
                      <a:prstDash val="solid"/>
                    </a:lnR>
                    <a:lnB w="7620">
                      <a:solidFill>
                        <a:srgbClr val="E4EBEF"/>
                      </a:solidFill>
                      <a:prstDash val="solid"/>
                    </a:lnB>
                    <a:solidFill>
                      <a:srgbClr val="FFFFFF"/>
                    </a:solidFill>
                  </a:tcPr>
                </a:tc>
              </a:tr>
              <a:tr h="612775">
                <a:tc>
                  <a:txBody>
                    <a:bodyPr/>
                    <a:lstStyle/>
                    <a:p>
                      <a:r>
                        <a:rPr sz="1650">
                          <a:solidFill>
                            <a:srgbClr val="142B3D"/>
                          </a:solidFill>
                        </a:rPr>
                        <a:t>Sliding restraint lowers thermal stress</a:t>
                      </a:r>
                    </a:p>
                  </a:txBody>
                  <a:tcPr marL="95250" marR="95250" marT="76200" marB="76200" anchor="ctr">
                    <a:lnL w="7620">
                      <a:solidFill>
                        <a:srgbClr val="E4EBEF"/>
                      </a:solidFill>
                      <a:prstDash val="solid"/>
                    </a:lnL>
                    <a:lnR w="7620">
                      <a:solidFill>
                        <a:srgbClr val="E4EBEF"/>
                      </a:solidFill>
                      <a:prstDash val="solid"/>
                    </a:lnR>
                    <a:lnB w="7620">
                      <a:solidFill>
                        <a:srgbClr val="E4EBEF"/>
                      </a:solidFill>
                      <a:prstDash val="solid"/>
                    </a:lnB>
                    <a:solidFill>
                      <a:srgbClr val="FFFFFF"/>
                    </a:solidFill>
                  </a:tcPr>
                </a:tc>
                <a:tc>
                  <a:txBody>
                    <a:bodyPr/>
                    <a:lstStyle/>
                    <a:p>
                      <a:r>
                        <a:rPr sz="1650">
                          <a:solidFill>
                            <a:srgbClr val="142B3D"/>
                          </a:solidFill>
                        </a:rPr>
                        <a:t>Trade restraint against displacement</a:t>
                      </a:r>
                    </a:p>
                  </a:txBody>
                  <a:tcPr marL="95250" marR="95250" marT="76200" marB="76200" anchor="ctr">
                    <a:lnR w="7620">
                      <a:solidFill>
                        <a:srgbClr val="E4EBEF"/>
                      </a:solidFill>
                      <a:prstDash val="solid"/>
                    </a:lnR>
                    <a:lnB w="7620">
                      <a:solidFill>
                        <a:srgbClr val="E4EBEF"/>
                      </a:solidFill>
                      <a:prstDash val="solid"/>
                    </a:lnB>
                    <a:solidFill>
                      <a:srgbClr val="FFFFFF"/>
                    </a:solidFill>
                  </a:tcPr>
                </a:tc>
                <a:tc>
                  <a:txBody>
                    <a:bodyPr/>
                    <a:lstStyle/>
                    <a:p>
                      <a:r>
                        <a:rPr sz="1650">
                          <a:solidFill>
                            <a:srgbClr val="142B3D"/>
                          </a:solidFill>
                        </a:rPr>
                        <a:t>Real bracket, fastener and launch loads</a:t>
                      </a:r>
                    </a:p>
                  </a:txBody>
                  <a:tcPr marL="95250" marR="95250" marT="76200" marB="76200" anchor="ctr">
                    <a:lnR w="7620">
                      <a:solidFill>
                        <a:srgbClr val="E4EBEF"/>
                      </a:solidFill>
                      <a:prstDash val="solid"/>
                    </a:lnR>
                    <a:lnB w="7620">
                      <a:solidFill>
                        <a:srgbClr val="E4EBEF"/>
                      </a:solidFill>
                      <a:prstDash val="solid"/>
                    </a:lnB>
                    <a:solidFill>
                      <a:srgbClr val="FFFFFF"/>
                    </a:solidFill>
                  </a:tcPr>
                </a:tc>
              </a:tr>
              <a:tr h="612775">
                <a:tc>
                  <a:txBody>
                    <a:bodyPr/>
                    <a:lstStyle/>
                    <a:p>
                      <a:r>
                        <a:rPr sz="1650">
                          <a:solidFill>
                            <a:srgbClr val="142B3D"/>
                          </a:solidFill>
                        </a:rPr>
                        <a:t>Flow changes local temperatures</a:t>
                      </a:r>
                    </a:p>
                  </a:txBody>
                  <a:tcPr marL="95250" marR="95250" marT="76200" marB="76200" anchor="ctr">
                    <a:lnL w="7620">
                      <a:solidFill>
                        <a:srgbClr val="E4EBEF"/>
                      </a:solidFill>
                      <a:prstDash val="solid"/>
                    </a:lnL>
                    <a:lnR w="7620">
                      <a:solidFill>
                        <a:srgbClr val="E4EBEF"/>
                      </a:solidFill>
                      <a:prstDash val="solid"/>
                    </a:lnR>
                    <a:lnB w="7620">
                      <a:solidFill>
                        <a:srgbClr val="E4EBEF"/>
                      </a:solidFill>
                      <a:prstDash val="solid"/>
                    </a:lnB>
                    <a:solidFill>
                      <a:srgbClr val="FFFFFF"/>
                    </a:solidFill>
                  </a:tcPr>
                </a:tc>
                <a:tc>
                  <a:txBody>
                    <a:bodyPr/>
                    <a:lstStyle/>
                    <a:p>
                      <a:r>
                        <a:rPr sz="1650">
                          <a:solidFill>
                            <a:srgbClr val="142B3D"/>
                          </a:solidFill>
                        </a:rPr>
                        <a:t>Retain CFD for inlet and fan trades</a:t>
                      </a:r>
                    </a:p>
                  </a:txBody>
                  <a:tcPr marL="95250" marR="95250" marT="76200" marB="76200" anchor="ctr">
                    <a:lnR w="7620">
                      <a:solidFill>
                        <a:srgbClr val="E4EBEF"/>
                      </a:solidFill>
                      <a:prstDash val="solid"/>
                    </a:lnR>
                    <a:lnB w="7620">
                      <a:solidFill>
                        <a:srgbClr val="E4EBEF"/>
                      </a:solidFill>
                      <a:prstDash val="solid"/>
                    </a:lnB>
                    <a:solidFill>
                      <a:srgbClr val="FFFFFF"/>
                    </a:solidFill>
                  </a:tcPr>
                </a:tc>
                <a:tc>
                  <a:txBody>
                    <a:bodyPr/>
                    <a:lstStyle/>
                    <a:p>
                      <a:r>
                        <a:rPr sz="1650">
                          <a:solidFill>
                            <a:srgbClr val="142B3D"/>
                          </a:solidFill>
                        </a:rPr>
                        <a:t>Higher-fidelity airflow and mesh closure</a:t>
                      </a:r>
                    </a:p>
                  </a:txBody>
                  <a:tcPr marL="95250" marR="95250" marT="76200" marB="76200" anchor="ctr">
                    <a:lnR w="7620">
                      <a:solidFill>
                        <a:srgbClr val="E4EBEF"/>
                      </a:solidFill>
                      <a:prstDash val="solid"/>
                    </a:lnR>
                    <a:lnB w="7620">
                      <a:solidFill>
                        <a:srgbClr val="E4EBEF"/>
                      </a:solidFill>
                      <a:prstDash val="solid"/>
                    </a:lnB>
                    <a:solidFill>
                      <a:srgbClr val="FFFFFF"/>
                    </a:solidFill>
                  </a:tcPr>
                </a:tc>
              </a:tr>
            </a:tbl>
          </a:graphicData>
        </a:graphic>
      </p:graphicFrame>
      <p:sp>
        <p:nvSpPr>
          <p:cNvPr id="6" name="The models identify priorities. None selects flight hardware or c">
            <a:extLst xmlns:a="http://schemas.openxmlformats.org/drawingml/2006/main">
              <a:ext uri="{FF2B5EF4-FFF2-40B4-BE49-F238E27FC236}">
                <a16:creationId xmlns:a16="http://schemas.microsoft.com/office/drawing/2014/main" id="{F1C4FE66-73B3-4AB2-A12B-3BF834F7D15E}"/>
              </a:ext>
            </a:extLst>
          </p:cNvPr>
          <p:cNvSpPr>
            <a:spLocks xmlns:a="http://schemas.openxmlformats.org/drawingml/2006/main" noGrp="1"/>
          </p:cNvSpPr>
          <p:nvPr/>
        </p:nvSpPr>
        <p:spPr>
          <a:xfrm xmlns:a="http://schemas.openxmlformats.org/drawingml/2006/main">
            <a:off x="533400" y="5743575"/>
            <a:ext cx="111252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00" b="0">
                <a:solidFill>
                  <a:srgbClr val="587081"/>
                </a:solidFill>
              </a:defRPr>
            </a:defPPr>
            <a:lvl1pPr>
              <a:defRPr sz="2100" b="0">
                <a:solidFill>
                  <a:srgbClr val="587081"/>
                </a:solidFill>
              </a:defRPr>
            </a:lvl1pPr>
            <a:lvl2pPr>
              <a:defRPr sz="2100" b="0">
                <a:solidFill>
                  <a:srgbClr val="587081"/>
                </a:solidFill>
              </a:defRPr>
            </a:lvl2pPr>
            <a:lvl3pPr>
              <a:defRPr sz="2100" b="0">
                <a:solidFill>
                  <a:srgbClr val="587081"/>
                </a:solidFill>
              </a:defRPr>
            </a:lvl3pPr>
            <a:lvl4pPr>
              <a:defRPr sz="2100" b="0">
                <a:solidFill>
                  <a:srgbClr val="587081"/>
                </a:solidFill>
              </a:defRPr>
            </a:lvl4pPr>
            <a:lvl5pPr>
              <a:defRPr sz="2100" b="0">
                <a:solidFill>
                  <a:srgbClr val="587081"/>
                </a:solidFill>
              </a:defRPr>
            </a:lvl5pPr>
            <a:lvl6pPr>
              <a:defRPr sz="2100" b="0">
                <a:solidFill>
                  <a:srgbClr val="587081"/>
                </a:solidFill>
              </a:defRPr>
            </a:lvl6pPr>
            <a:lvl7pPr>
              <a:defRPr sz="2100" b="0">
                <a:solidFill>
                  <a:srgbClr val="587081"/>
                </a:solidFill>
              </a:defRPr>
            </a:lvl7pPr>
            <a:lvl8pPr>
              <a:defRPr sz="2100" b="0">
                <a:solidFill>
                  <a:srgbClr val="587081"/>
                </a:solidFill>
              </a:defRPr>
            </a:lvl8pPr>
            <a:lvl9pPr>
              <a:defRPr sz="2100" b="0">
                <a:solidFill>
                  <a:srgbClr val="587081"/>
                </a:solidFill>
              </a:defRPr>
            </a:lvl9pPr>
          </a:lstStyle>
          <a:p xmlns:a="http://schemas.openxmlformats.org/drawingml/2006/main">
            <a:pPr>
              <a:defRPr sz="2100" b="0">
                <a:solidFill>
                  <a:srgbClr val="587081"/>
                </a:solidFill>
              </a:defRPr>
            </a:pPr>
            <a:r>
              <a:rPr sz="2100" b="0">
                <a:solidFill>
                  <a:srgbClr val="587081"/>
                </a:solidFill>
              </a:rPr>
              <a:t>The models identify priorities. None selects flight hardware or certifies a design.</a:t>
            </a:r>
          </a:p>
        </p:txBody>
      </p:sp>
    </p:spTree>
    <p:extLst>
      <p:ext uri="{BB962C8B-B14F-4D97-AF65-F5344CB8AC3E}">
        <p14:creationId xmlns:p14="http://schemas.microsoft.com/office/powerpoint/2010/main" val="1361901417"/>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 name="Interview navigation and detailed evidence">
            <a:extLst xmlns:a="http://schemas.openxmlformats.org/drawingml/2006/main">
              <a:ext uri="{FF2B5EF4-FFF2-40B4-BE49-F238E27FC236}">
                <a16:creationId xmlns:a16="http://schemas.microsoft.com/office/drawing/2014/main" id="{499768F4-F58B-4310-B225-93FDE4359C72}"/>
              </a:ext>
            </a:extLst>
          </p:cNvPr>
          <p:cNvSpPr>
            <a:spLocks xmlns:a="http://schemas.openxmlformats.org/drawingml/2006/main" noGrp="1"/>
          </p:cNvSpPr>
          <p:nvPr/>
        </p:nvSpPr>
        <p:spPr>
          <a:xfrm xmlns:a="http://schemas.openxmlformats.org/drawingml/2006/main">
            <a:off x="533400" y="361950"/>
            <a:ext cx="111252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3150" b="1">
                <a:solidFill>
                  <a:srgbClr val="142B3D"/>
                </a:solidFill>
              </a:defRPr>
            </a:defPPr>
            <a:lvl1pPr>
              <a:defRPr sz="3150" b="1">
                <a:solidFill>
                  <a:srgbClr val="142B3D"/>
                </a:solidFill>
              </a:defRPr>
            </a:lvl1pPr>
            <a:lvl2pPr>
              <a:defRPr sz="3150" b="1">
                <a:solidFill>
                  <a:srgbClr val="142B3D"/>
                </a:solidFill>
              </a:defRPr>
            </a:lvl2pPr>
            <a:lvl3pPr>
              <a:defRPr sz="3150" b="1">
                <a:solidFill>
                  <a:srgbClr val="142B3D"/>
                </a:solidFill>
              </a:defRPr>
            </a:lvl3pPr>
            <a:lvl4pPr>
              <a:defRPr sz="3150" b="1">
                <a:solidFill>
                  <a:srgbClr val="142B3D"/>
                </a:solidFill>
              </a:defRPr>
            </a:lvl4pPr>
            <a:lvl5pPr>
              <a:defRPr sz="3150" b="1">
                <a:solidFill>
                  <a:srgbClr val="142B3D"/>
                </a:solidFill>
              </a:defRPr>
            </a:lvl5pPr>
            <a:lvl6pPr>
              <a:defRPr sz="3150" b="1">
                <a:solidFill>
                  <a:srgbClr val="142B3D"/>
                </a:solidFill>
              </a:defRPr>
            </a:lvl6pPr>
            <a:lvl7pPr>
              <a:defRPr sz="3150" b="1">
                <a:solidFill>
                  <a:srgbClr val="142B3D"/>
                </a:solidFill>
              </a:defRPr>
            </a:lvl7pPr>
            <a:lvl8pPr>
              <a:defRPr sz="3150" b="1">
                <a:solidFill>
                  <a:srgbClr val="142B3D"/>
                </a:solidFill>
              </a:defRPr>
            </a:lvl8pPr>
            <a:lvl9pPr>
              <a:defRPr sz="3150" b="1">
                <a:solidFill>
                  <a:srgbClr val="142B3D"/>
                </a:solidFill>
              </a:defRPr>
            </a:lvl9pPr>
          </a:lstStyle>
          <a:p xmlns:a="http://schemas.openxmlformats.org/drawingml/2006/main">
            <a:pPr>
              <a:defRPr sz="3150" b="1">
                <a:solidFill>
                  <a:srgbClr val="142B3D"/>
                </a:solidFill>
              </a:defRPr>
            </a:pPr>
            <a:r>
              <a:rPr sz="3150" b="1">
                <a:solidFill>
                  <a:srgbClr val="142B3D"/>
                </a:solidFill>
              </a:rPr>
              <a:t>Interview navigation and detailed evidence</a:t>
            </a:r>
          </a:p>
        </p:txBody>
      </p:sp>
      <p:sp>
        <p:nvSpPr>
          <p:cNvPr id="2" name="Khani Solutions">
            <a:extLst xmlns:a="http://schemas.openxmlformats.org/drawingml/2006/main">
              <a:ext uri="{FF2B5EF4-FFF2-40B4-BE49-F238E27FC236}">
                <a16:creationId xmlns:a16="http://schemas.microsoft.com/office/drawing/2014/main" id="{8D090F02-25A2-485D-8CF8-AE8087FC0133}"/>
              </a:ext>
            </a:extLst>
          </p:cNvPr>
          <p:cNvSpPr>
            <a:spLocks xmlns:a="http://schemas.openxmlformats.org/drawingml/2006/main" noGrp="1"/>
          </p:cNvSpPr>
          <p:nvPr/>
        </p:nvSpPr>
        <p:spPr>
          <a:xfrm xmlns:a="http://schemas.openxmlformats.org/drawingml/2006/main">
            <a:off x="533400" y="6448425"/>
            <a:ext cx="2190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350" b="0">
                <a:solidFill>
                  <a:srgbClr val="587081"/>
                </a:solidFill>
              </a:defRPr>
            </a:defPPr>
            <a:lvl1pPr>
              <a:defRPr sz="1350" b="0">
                <a:solidFill>
                  <a:srgbClr val="587081"/>
                </a:solidFill>
              </a:defRPr>
            </a:lvl1pPr>
            <a:lvl2pPr>
              <a:defRPr sz="1350" b="0">
                <a:solidFill>
                  <a:srgbClr val="587081"/>
                </a:solidFill>
              </a:defRPr>
            </a:lvl2pPr>
            <a:lvl3pPr>
              <a:defRPr sz="1350" b="0">
                <a:solidFill>
                  <a:srgbClr val="587081"/>
                </a:solidFill>
              </a:defRPr>
            </a:lvl3pPr>
            <a:lvl4pPr>
              <a:defRPr sz="1350" b="0">
                <a:solidFill>
                  <a:srgbClr val="587081"/>
                </a:solidFill>
              </a:defRPr>
            </a:lvl4pPr>
            <a:lvl5pPr>
              <a:defRPr sz="1350" b="0">
                <a:solidFill>
                  <a:srgbClr val="587081"/>
                </a:solidFill>
              </a:defRPr>
            </a:lvl5pPr>
            <a:lvl6pPr>
              <a:defRPr sz="1350" b="0">
                <a:solidFill>
                  <a:srgbClr val="587081"/>
                </a:solidFill>
              </a:defRPr>
            </a:lvl6pPr>
            <a:lvl7pPr>
              <a:defRPr sz="1350" b="0">
                <a:solidFill>
                  <a:srgbClr val="587081"/>
                </a:solidFill>
              </a:defRPr>
            </a:lvl7pPr>
            <a:lvl8pPr>
              <a:defRPr sz="1350" b="0">
                <a:solidFill>
                  <a:srgbClr val="587081"/>
                </a:solidFill>
              </a:defRPr>
            </a:lvl8pPr>
            <a:lvl9pPr>
              <a:defRPr sz="1350" b="0">
                <a:solidFill>
                  <a:srgbClr val="587081"/>
                </a:solidFill>
              </a:defRPr>
            </a:lvl9pPr>
          </a:lstStyle>
          <a:p xmlns:a="http://schemas.openxmlformats.org/drawingml/2006/main">
            <a:pPr>
              <a:defRPr sz="1350" b="0">
                <a:solidFill>
                  <a:srgbClr val="587081"/>
                </a:solidFill>
              </a:defRPr>
            </a:pPr>
            <a:r>
              <a:rPr sz="1350" b="0">
                <a:solidFill>
                  <a:srgbClr val="587081"/>
                </a:solidFill>
              </a:rPr>
              <a:t>Khani Solutions</a:t>
            </a:r>
          </a:p>
        </p:txBody>
      </p:sp>
      <p:sp>
        <p:nvSpPr>
          <p:cNvPr id="3" name="18 / 18">
            <a:extLst xmlns:a="http://schemas.openxmlformats.org/drawingml/2006/main">
              <a:ext uri="{FF2B5EF4-FFF2-40B4-BE49-F238E27FC236}">
                <a16:creationId xmlns:a16="http://schemas.microsoft.com/office/drawing/2014/main" id="{6DC32A62-831E-47B7-AD2E-8137644718A2}"/>
              </a:ext>
            </a:extLst>
          </p:cNvPr>
          <p:cNvSpPr>
            <a:spLocks xmlns:a="http://schemas.openxmlformats.org/drawingml/2006/main" noGrp="1"/>
          </p:cNvSpPr>
          <p:nvPr/>
        </p:nvSpPr>
        <p:spPr>
          <a:xfrm xmlns:a="http://schemas.openxmlformats.org/drawingml/2006/main">
            <a:off x="10896600" y="6448425"/>
            <a:ext cx="857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350" b="0">
                <a:solidFill>
                  <a:srgbClr val="587081"/>
                </a:solidFill>
              </a:defRPr>
            </a:defPPr>
            <a:lvl1pPr>
              <a:defRPr sz="1350" b="0">
                <a:solidFill>
                  <a:srgbClr val="587081"/>
                </a:solidFill>
              </a:defRPr>
            </a:lvl1pPr>
            <a:lvl2pPr>
              <a:defRPr sz="1350" b="0">
                <a:solidFill>
                  <a:srgbClr val="587081"/>
                </a:solidFill>
              </a:defRPr>
            </a:lvl2pPr>
            <a:lvl3pPr>
              <a:defRPr sz="1350" b="0">
                <a:solidFill>
                  <a:srgbClr val="587081"/>
                </a:solidFill>
              </a:defRPr>
            </a:lvl3pPr>
            <a:lvl4pPr>
              <a:defRPr sz="1350" b="0">
                <a:solidFill>
                  <a:srgbClr val="587081"/>
                </a:solidFill>
              </a:defRPr>
            </a:lvl4pPr>
            <a:lvl5pPr>
              <a:defRPr sz="1350" b="0">
                <a:solidFill>
                  <a:srgbClr val="587081"/>
                </a:solidFill>
              </a:defRPr>
            </a:lvl5pPr>
            <a:lvl6pPr>
              <a:defRPr sz="1350" b="0">
                <a:solidFill>
                  <a:srgbClr val="587081"/>
                </a:solidFill>
              </a:defRPr>
            </a:lvl6pPr>
            <a:lvl7pPr>
              <a:defRPr sz="1350" b="0">
                <a:solidFill>
                  <a:srgbClr val="587081"/>
                </a:solidFill>
              </a:defRPr>
            </a:lvl7pPr>
            <a:lvl8pPr>
              <a:defRPr sz="1350" b="0">
                <a:solidFill>
                  <a:srgbClr val="587081"/>
                </a:solidFill>
              </a:defRPr>
            </a:lvl8pPr>
            <a:lvl9pPr>
              <a:defRPr sz="1350" b="0">
                <a:solidFill>
                  <a:srgbClr val="587081"/>
                </a:solidFill>
              </a:defRPr>
            </a:lvl9pPr>
          </a:lstStyle>
          <a:p xmlns:a="http://schemas.openxmlformats.org/drawingml/2006/main">
            <a:pPr>
              <a:defRPr sz="1350" b="0">
                <a:solidFill>
                  <a:srgbClr val="587081"/>
                </a:solidFill>
              </a:defRPr>
            </a:pPr>
            <a:r>
              <a:rPr sz="1350" b="0">
                <a:solidFill>
                  <a:srgbClr val="587081"/>
                </a:solidFill>
              </a:rPr>
              <a:t>18 / 18</a:t>
            </a:r>
          </a:p>
        </p:txBody>
      </p:sp>
      <p:sp>
        <p:nvSpPr>
          <p:cNvPr id="4" name="Detailed evidence on the website">
            <a:extLst xmlns:a="http://schemas.openxmlformats.org/drawingml/2006/main">
              <a:ext uri="{FF2B5EF4-FFF2-40B4-BE49-F238E27FC236}">
                <a16:creationId xmlns:a16="http://schemas.microsoft.com/office/drawing/2014/main" id="{E6DB931D-E0A9-44F9-B92E-70DE88D9083E}"/>
              </a:ext>
            </a:extLst>
          </p:cNvPr>
          <p:cNvSpPr>
            <a:spLocks xmlns:a="http://schemas.openxmlformats.org/drawingml/2006/main" noGrp="1"/>
          </p:cNvSpPr>
          <p:nvPr/>
        </p:nvSpPr>
        <p:spPr>
          <a:xfrm xmlns:a="http://schemas.openxmlformats.org/drawingml/2006/main">
            <a:off x="7000875" y="6448425"/>
            <a:ext cx="34766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350" b="0">
                <a:solidFill>
                  <a:srgbClr val="087F95"/>
                </a:solidFill>
              </a:defRPr>
            </a:defPPr>
            <a:lvl1pPr>
              <a:defRPr sz="1350" b="0">
                <a:solidFill>
                  <a:srgbClr val="087F95"/>
                </a:solidFill>
              </a:defRPr>
            </a:lvl1pPr>
            <a:lvl2pPr>
              <a:defRPr sz="1350" b="0">
                <a:solidFill>
                  <a:srgbClr val="087F95"/>
                </a:solidFill>
              </a:defRPr>
            </a:lvl2pPr>
            <a:lvl3pPr>
              <a:defRPr sz="1350" b="0">
                <a:solidFill>
                  <a:srgbClr val="087F95"/>
                </a:solidFill>
              </a:defRPr>
            </a:lvl3pPr>
            <a:lvl4pPr>
              <a:defRPr sz="1350" b="0">
                <a:solidFill>
                  <a:srgbClr val="087F95"/>
                </a:solidFill>
              </a:defRPr>
            </a:lvl4pPr>
            <a:lvl5pPr>
              <a:defRPr sz="1350" b="0">
                <a:solidFill>
                  <a:srgbClr val="087F95"/>
                </a:solidFill>
              </a:defRPr>
            </a:lvl5pPr>
            <a:lvl6pPr>
              <a:defRPr sz="1350" b="0">
                <a:solidFill>
                  <a:srgbClr val="087F95"/>
                </a:solidFill>
              </a:defRPr>
            </a:lvl6pPr>
            <a:lvl7pPr>
              <a:defRPr sz="1350" b="0">
                <a:solidFill>
                  <a:srgbClr val="087F95"/>
                </a:solidFill>
              </a:defRPr>
            </a:lvl7pPr>
            <a:lvl8pPr>
              <a:defRPr sz="1350" b="0">
                <a:solidFill>
                  <a:srgbClr val="087F95"/>
                </a:solidFill>
              </a:defRPr>
            </a:lvl8pPr>
            <a:lvl9pPr>
              <a:defRPr sz="1350" b="0">
                <a:solidFill>
                  <a:srgbClr val="087F95"/>
                </a:solidFill>
              </a:defRPr>
            </a:lvl9pPr>
          </a:lstStyle>
          <a:p xmlns:a="http://schemas.openxmlformats.org/drawingml/2006/main">
            <a:pPr>
              <a:defRPr sz="1350" b="0">
                <a:solidFill>
                  <a:srgbClr val="087F95"/>
                </a:solidFill>
              </a:defRPr>
            </a:pPr>
            <a:r>
              <a:rPr sz="1350" b="0">
                <a:solidFill>
                  <a:srgbClr val="087F95"/>
                </a:solidFill>
                <a:hlinkClick xmlns:r="http://schemas.openxmlformats.org/officeDocument/2006/relationships" r:id="R55f5eff380b146bd"/>
              </a:rPr>
              <a:t>Detailed evidence on the website</a:t>
            </a:r>
          </a:p>
        </p:txBody>
      </p:sp>
      <p:sp>
        <p:nvSpPr>
          <p:cNvPr id="5" name="01">
            <a:extLst xmlns:a="http://schemas.openxmlformats.org/drawingml/2006/main">
              <a:ext uri="{FF2B5EF4-FFF2-40B4-BE49-F238E27FC236}">
                <a16:creationId xmlns:a16="http://schemas.microsoft.com/office/drawing/2014/main" id="{7E62A328-4DD1-49BE-86F3-CC47D3D6ACE7}"/>
              </a:ext>
            </a:extLst>
          </p:cNvPr>
          <p:cNvSpPr>
            <a:spLocks xmlns:a="http://schemas.openxmlformats.org/drawingml/2006/main" noGrp="1"/>
          </p:cNvSpPr>
          <p:nvPr/>
        </p:nvSpPr>
        <p:spPr>
          <a:xfrm xmlns:a="http://schemas.openxmlformats.org/drawingml/2006/main">
            <a:off x="533400" y="1581150"/>
            <a:ext cx="666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00" b="1">
                <a:solidFill>
                  <a:srgbClr val="087F95"/>
                </a:solidFill>
              </a:defRPr>
            </a:defPPr>
            <a:lvl1pPr>
              <a:defRPr sz="2100" b="1">
                <a:solidFill>
                  <a:srgbClr val="087F95"/>
                </a:solidFill>
              </a:defRPr>
            </a:lvl1pPr>
            <a:lvl2pPr>
              <a:defRPr sz="2100" b="1">
                <a:solidFill>
                  <a:srgbClr val="087F95"/>
                </a:solidFill>
              </a:defRPr>
            </a:lvl2pPr>
            <a:lvl3pPr>
              <a:defRPr sz="2100" b="1">
                <a:solidFill>
                  <a:srgbClr val="087F95"/>
                </a:solidFill>
              </a:defRPr>
            </a:lvl3pPr>
            <a:lvl4pPr>
              <a:defRPr sz="2100" b="1">
                <a:solidFill>
                  <a:srgbClr val="087F95"/>
                </a:solidFill>
              </a:defRPr>
            </a:lvl4pPr>
            <a:lvl5pPr>
              <a:defRPr sz="2100" b="1">
                <a:solidFill>
                  <a:srgbClr val="087F95"/>
                </a:solidFill>
              </a:defRPr>
            </a:lvl5pPr>
            <a:lvl6pPr>
              <a:defRPr sz="2100" b="1">
                <a:solidFill>
                  <a:srgbClr val="087F95"/>
                </a:solidFill>
              </a:defRPr>
            </a:lvl6pPr>
            <a:lvl7pPr>
              <a:defRPr sz="2100" b="1">
                <a:solidFill>
                  <a:srgbClr val="087F95"/>
                </a:solidFill>
              </a:defRPr>
            </a:lvl7pPr>
            <a:lvl8pPr>
              <a:defRPr sz="2100" b="1">
                <a:solidFill>
                  <a:srgbClr val="087F95"/>
                </a:solidFill>
              </a:defRPr>
            </a:lvl8pPr>
            <a:lvl9pPr>
              <a:defRPr sz="2100" b="1">
                <a:solidFill>
                  <a:srgbClr val="087F95"/>
                </a:solidFill>
              </a:defRPr>
            </a:lvl9pPr>
          </a:lstStyle>
          <a:p xmlns:a="http://schemas.openxmlformats.org/drawingml/2006/main">
            <a:pPr>
              <a:defRPr sz="2100" b="1">
                <a:solidFill>
                  <a:srgbClr val="087F95"/>
                </a:solidFill>
              </a:defRPr>
            </a:pPr>
            <a:r>
              <a:rPr sz="2100" b="1">
                <a:solidFill>
                  <a:srgbClr val="087F95"/>
                </a:solidFill>
              </a:rPr>
              <a:t>01</a:t>
            </a:r>
          </a:p>
        </p:txBody>
      </p:sp>
      <p:sp>
        <p:nvSpPr>
          <p:cNvPr id="6" name="Assembly and component CAD">
            <a:extLst xmlns:a="http://schemas.openxmlformats.org/drawingml/2006/main">
              <a:ext uri="{FF2B5EF4-FFF2-40B4-BE49-F238E27FC236}">
                <a16:creationId xmlns:a16="http://schemas.microsoft.com/office/drawing/2014/main" id="{6AFE45AF-06E6-4ECF-9EBE-1395EBC1539C}"/>
              </a:ext>
            </a:extLst>
          </p:cNvPr>
          <p:cNvSpPr>
            <a:spLocks xmlns:a="http://schemas.openxmlformats.org/drawingml/2006/main" noGrp="1"/>
          </p:cNvSpPr>
          <p:nvPr/>
        </p:nvSpPr>
        <p:spPr>
          <a:xfrm xmlns:a="http://schemas.openxmlformats.org/drawingml/2006/main">
            <a:off x="1381125" y="1581150"/>
            <a:ext cx="4953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025" b="1">
                <a:solidFill>
                  <a:srgbClr val="087F95"/>
                </a:solidFill>
              </a:defRPr>
            </a:defPPr>
            <a:lvl1pPr>
              <a:defRPr sz="2025" b="1">
                <a:solidFill>
                  <a:srgbClr val="087F95"/>
                </a:solidFill>
              </a:defRPr>
            </a:lvl1pPr>
            <a:lvl2pPr>
              <a:defRPr sz="2025" b="1">
                <a:solidFill>
                  <a:srgbClr val="087F95"/>
                </a:solidFill>
              </a:defRPr>
            </a:lvl2pPr>
            <a:lvl3pPr>
              <a:defRPr sz="2025" b="1">
                <a:solidFill>
                  <a:srgbClr val="087F95"/>
                </a:solidFill>
              </a:defRPr>
            </a:lvl3pPr>
            <a:lvl4pPr>
              <a:defRPr sz="2025" b="1">
                <a:solidFill>
                  <a:srgbClr val="087F95"/>
                </a:solidFill>
              </a:defRPr>
            </a:lvl4pPr>
            <a:lvl5pPr>
              <a:defRPr sz="2025" b="1">
                <a:solidFill>
                  <a:srgbClr val="087F95"/>
                </a:solidFill>
              </a:defRPr>
            </a:lvl5pPr>
            <a:lvl6pPr>
              <a:defRPr sz="2025" b="1">
                <a:solidFill>
                  <a:srgbClr val="087F95"/>
                </a:solidFill>
              </a:defRPr>
            </a:lvl6pPr>
            <a:lvl7pPr>
              <a:defRPr sz="2025" b="1">
                <a:solidFill>
                  <a:srgbClr val="087F95"/>
                </a:solidFill>
              </a:defRPr>
            </a:lvl7pPr>
            <a:lvl8pPr>
              <a:defRPr sz="2025" b="1">
                <a:solidFill>
                  <a:srgbClr val="087F95"/>
                </a:solidFill>
              </a:defRPr>
            </a:lvl8pPr>
            <a:lvl9pPr>
              <a:defRPr sz="2025" b="1">
                <a:solidFill>
                  <a:srgbClr val="087F95"/>
                </a:solidFill>
              </a:defRPr>
            </a:lvl9pPr>
          </a:lstStyle>
          <a:p xmlns:a="http://schemas.openxmlformats.org/drawingml/2006/main">
            <a:pPr>
              <a:defRPr sz="2025" b="1">
                <a:solidFill>
                  <a:srgbClr val="087F95"/>
                </a:solidFill>
              </a:defRPr>
            </a:pPr>
            <a:r>
              <a:rPr sz="2025" b="1">
                <a:solidFill>
                  <a:srgbClr val="087F95"/>
                </a:solidFill>
                <a:hlinkClick xmlns:r="http://schemas.openxmlformats.org/officeDocument/2006/relationships" r:id="R5cc37a5791fe4969"/>
              </a:rPr>
              <a:t>Assembly and component CAD</a:t>
            </a:r>
          </a:p>
        </p:txBody>
      </p:sp>
      <p:sp>
        <p:nvSpPr>
          <p:cNvPr id="7" name="221-part movie and interactive reconstruction">
            <a:extLst xmlns:a="http://schemas.openxmlformats.org/drawingml/2006/main">
              <a:ext uri="{FF2B5EF4-FFF2-40B4-BE49-F238E27FC236}">
                <a16:creationId xmlns:a16="http://schemas.microsoft.com/office/drawing/2014/main" id="{9D34A443-7FA4-42CE-B9FF-3B81C87BFE5E}"/>
              </a:ext>
            </a:extLst>
          </p:cNvPr>
          <p:cNvSpPr>
            <a:spLocks xmlns:a="http://schemas.openxmlformats.org/drawingml/2006/main" noGrp="1"/>
          </p:cNvSpPr>
          <p:nvPr/>
        </p:nvSpPr>
        <p:spPr>
          <a:xfrm xmlns:a="http://schemas.openxmlformats.org/drawingml/2006/main">
            <a:off x="6524625" y="1600200"/>
            <a:ext cx="509587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725" b="0">
                <a:solidFill>
                  <a:srgbClr val="587081"/>
                </a:solidFill>
              </a:defRPr>
            </a:defPPr>
            <a:lvl1pPr>
              <a:defRPr sz="1725" b="0">
                <a:solidFill>
                  <a:srgbClr val="587081"/>
                </a:solidFill>
              </a:defRPr>
            </a:lvl1pPr>
            <a:lvl2pPr>
              <a:defRPr sz="1725" b="0">
                <a:solidFill>
                  <a:srgbClr val="587081"/>
                </a:solidFill>
              </a:defRPr>
            </a:lvl2pPr>
            <a:lvl3pPr>
              <a:defRPr sz="1725" b="0">
                <a:solidFill>
                  <a:srgbClr val="587081"/>
                </a:solidFill>
              </a:defRPr>
            </a:lvl3pPr>
            <a:lvl4pPr>
              <a:defRPr sz="1725" b="0">
                <a:solidFill>
                  <a:srgbClr val="587081"/>
                </a:solidFill>
              </a:defRPr>
            </a:lvl4pPr>
            <a:lvl5pPr>
              <a:defRPr sz="1725" b="0">
                <a:solidFill>
                  <a:srgbClr val="587081"/>
                </a:solidFill>
              </a:defRPr>
            </a:lvl5pPr>
            <a:lvl6pPr>
              <a:defRPr sz="1725" b="0">
                <a:solidFill>
                  <a:srgbClr val="587081"/>
                </a:solidFill>
              </a:defRPr>
            </a:lvl6pPr>
            <a:lvl7pPr>
              <a:defRPr sz="1725" b="0">
                <a:solidFill>
                  <a:srgbClr val="587081"/>
                </a:solidFill>
              </a:defRPr>
            </a:lvl7pPr>
            <a:lvl8pPr>
              <a:defRPr sz="1725" b="0">
                <a:solidFill>
                  <a:srgbClr val="587081"/>
                </a:solidFill>
              </a:defRPr>
            </a:lvl8pPr>
            <a:lvl9pPr>
              <a:defRPr sz="1725" b="0">
                <a:solidFill>
                  <a:srgbClr val="587081"/>
                </a:solidFill>
              </a:defRPr>
            </a:lvl9pPr>
          </a:lstStyle>
          <a:p xmlns:a="http://schemas.openxmlformats.org/drawingml/2006/main">
            <a:pPr>
              <a:defRPr sz="1725" b="0">
                <a:solidFill>
                  <a:srgbClr val="587081"/>
                </a:solidFill>
              </a:defRPr>
            </a:pPr>
            <a:r>
              <a:rPr sz="1725" b="0">
                <a:solidFill>
                  <a:srgbClr val="587081"/>
                </a:solidFill>
              </a:rPr>
              <a:t>221-part movie and interactive reconstruction</a:t>
            </a:r>
          </a:p>
        </p:txBody>
      </p:sp>
      <p:sp>
        <p:nvSpPr>
          <p:cNvPr id="8" name="02">
            <a:extLst xmlns:a="http://schemas.openxmlformats.org/drawingml/2006/main">
              <a:ext uri="{FF2B5EF4-FFF2-40B4-BE49-F238E27FC236}">
                <a16:creationId xmlns:a16="http://schemas.microsoft.com/office/drawing/2014/main" id="{E9DE0548-39D1-4B3E-BD7C-87BB9408BF63}"/>
              </a:ext>
            </a:extLst>
          </p:cNvPr>
          <p:cNvSpPr>
            <a:spLocks xmlns:a="http://schemas.openxmlformats.org/drawingml/2006/main" noGrp="1"/>
          </p:cNvSpPr>
          <p:nvPr/>
        </p:nvSpPr>
        <p:spPr>
          <a:xfrm xmlns:a="http://schemas.openxmlformats.org/drawingml/2006/main">
            <a:off x="533400" y="2209800"/>
            <a:ext cx="666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00" b="1">
                <a:solidFill>
                  <a:srgbClr val="087F95"/>
                </a:solidFill>
              </a:defRPr>
            </a:defPPr>
            <a:lvl1pPr>
              <a:defRPr sz="2100" b="1">
                <a:solidFill>
                  <a:srgbClr val="087F95"/>
                </a:solidFill>
              </a:defRPr>
            </a:lvl1pPr>
            <a:lvl2pPr>
              <a:defRPr sz="2100" b="1">
                <a:solidFill>
                  <a:srgbClr val="087F95"/>
                </a:solidFill>
              </a:defRPr>
            </a:lvl2pPr>
            <a:lvl3pPr>
              <a:defRPr sz="2100" b="1">
                <a:solidFill>
                  <a:srgbClr val="087F95"/>
                </a:solidFill>
              </a:defRPr>
            </a:lvl3pPr>
            <a:lvl4pPr>
              <a:defRPr sz="2100" b="1">
                <a:solidFill>
                  <a:srgbClr val="087F95"/>
                </a:solidFill>
              </a:defRPr>
            </a:lvl4pPr>
            <a:lvl5pPr>
              <a:defRPr sz="2100" b="1">
                <a:solidFill>
                  <a:srgbClr val="087F95"/>
                </a:solidFill>
              </a:defRPr>
            </a:lvl5pPr>
            <a:lvl6pPr>
              <a:defRPr sz="2100" b="1">
                <a:solidFill>
                  <a:srgbClr val="087F95"/>
                </a:solidFill>
              </a:defRPr>
            </a:lvl6pPr>
            <a:lvl7pPr>
              <a:defRPr sz="2100" b="1">
                <a:solidFill>
                  <a:srgbClr val="087F95"/>
                </a:solidFill>
              </a:defRPr>
            </a:lvl7pPr>
            <a:lvl8pPr>
              <a:defRPr sz="2100" b="1">
                <a:solidFill>
                  <a:srgbClr val="087F95"/>
                </a:solidFill>
              </a:defRPr>
            </a:lvl8pPr>
            <a:lvl9pPr>
              <a:defRPr sz="2100" b="1">
                <a:solidFill>
                  <a:srgbClr val="087F95"/>
                </a:solidFill>
              </a:defRPr>
            </a:lvl9pPr>
          </a:lstStyle>
          <a:p xmlns:a="http://schemas.openxmlformats.org/drawingml/2006/main">
            <a:pPr>
              <a:defRPr sz="2100" b="1">
                <a:solidFill>
                  <a:srgbClr val="087F95"/>
                </a:solidFill>
              </a:defRPr>
            </a:pPr>
            <a:r>
              <a:rPr sz="2100" b="1">
                <a:solidFill>
                  <a:srgbClr val="087F95"/>
                </a:solidFill>
              </a:rPr>
              <a:t>02</a:t>
            </a:r>
          </a:p>
        </p:txBody>
      </p:sp>
      <p:sp>
        <p:nvSpPr>
          <p:cNvPr id="9" name="Declared inputs and assumptions">
            <a:extLst xmlns:a="http://schemas.openxmlformats.org/drawingml/2006/main">
              <a:ext uri="{FF2B5EF4-FFF2-40B4-BE49-F238E27FC236}">
                <a16:creationId xmlns:a16="http://schemas.microsoft.com/office/drawing/2014/main" id="{B3C34A6E-1DEB-4121-9910-4BCF13A1FE21}"/>
              </a:ext>
            </a:extLst>
          </p:cNvPr>
          <p:cNvSpPr>
            <a:spLocks xmlns:a="http://schemas.openxmlformats.org/drawingml/2006/main" noGrp="1"/>
          </p:cNvSpPr>
          <p:nvPr/>
        </p:nvSpPr>
        <p:spPr>
          <a:xfrm xmlns:a="http://schemas.openxmlformats.org/drawingml/2006/main">
            <a:off x="1381125" y="2209800"/>
            <a:ext cx="4953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025" b="1">
                <a:solidFill>
                  <a:srgbClr val="087F95"/>
                </a:solidFill>
              </a:defRPr>
            </a:defPPr>
            <a:lvl1pPr>
              <a:defRPr sz="2025" b="1">
                <a:solidFill>
                  <a:srgbClr val="087F95"/>
                </a:solidFill>
              </a:defRPr>
            </a:lvl1pPr>
            <a:lvl2pPr>
              <a:defRPr sz="2025" b="1">
                <a:solidFill>
                  <a:srgbClr val="087F95"/>
                </a:solidFill>
              </a:defRPr>
            </a:lvl2pPr>
            <a:lvl3pPr>
              <a:defRPr sz="2025" b="1">
                <a:solidFill>
                  <a:srgbClr val="087F95"/>
                </a:solidFill>
              </a:defRPr>
            </a:lvl3pPr>
            <a:lvl4pPr>
              <a:defRPr sz="2025" b="1">
                <a:solidFill>
                  <a:srgbClr val="087F95"/>
                </a:solidFill>
              </a:defRPr>
            </a:lvl4pPr>
            <a:lvl5pPr>
              <a:defRPr sz="2025" b="1">
                <a:solidFill>
                  <a:srgbClr val="087F95"/>
                </a:solidFill>
              </a:defRPr>
            </a:lvl5pPr>
            <a:lvl6pPr>
              <a:defRPr sz="2025" b="1">
                <a:solidFill>
                  <a:srgbClr val="087F95"/>
                </a:solidFill>
              </a:defRPr>
            </a:lvl6pPr>
            <a:lvl7pPr>
              <a:defRPr sz="2025" b="1">
                <a:solidFill>
                  <a:srgbClr val="087F95"/>
                </a:solidFill>
              </a:defRPr>
            </a:lvl7pPr>
            <a:lvl8pPr>
              <a:defRPr sz="2025" b="1">
                <a:solidFill>
                  <a:srgbClr val="087F95"/>
                </a:solidFill>
              </a:defRPr>
            </a:lvl8pPr>
            <a:lvl9pPr>
              <a:defRPr sz="2025" b="1">
                <a:solidFill>
                  <a:srgbClr val="087F95"/>
                </a:solidFill>
              </a:defRPr>
            </a:lvl9pPr>
          </a:lstStyle>
          <a:p xmlns:a="http://schemas.openxmlformats.org/drawingml/2006/main">
            <a:pPr>
              <a:defRPr sz="2025" b="1">
                <a:solidFill>
                  <a:srgbClr val="087F95"/>
                </a:solidFill>
              </a:defRPr>
            </a:pPr>
            <a:r>
              <a:rPr sz="2025" b="1">
                <a:solidFill>
                  <a:srgbClr val="087F95"/>
                </a:solidFill>
                <a:hlinkClick xmlns:r="http://schemas.openxmlformats.org/officeDocument/2006/relationships" r:id="R98d60f85b2dc4aba"/>
              </a:rPr>
              <a:t>Declared inputs and assumptions</a:t>
            </a:r>
          </a:p>
        </p:txBody>
      </p:sp>
      <p:sp>
        <p:nvSpPr>
          <p:cNvPr id="10" name="Public anchors, engineering inputs and limits">
            <a:extLst xmlns:a="http://schemas.openxmlformats.org/drawingml/2006/main">
              <a:ext uri="{FF2B5EF4-FFF2-40B4-BE49-F238E27FC236}">
                <a16:creationId xmlns:a16="http://schemas.microsoft.com/office/drawing/2014/main" id="{EDC0EEBC-2348-4BF1-9E72-9E46C1C112C8}"/>
              </a:ext>
            </a:extLst>
          </p:cNvPr>
          <p:cNvSpPr>
            <a:spLocks xmlns:a="http://schemas.openxmlformats.org/drawingml/2006/main" noGrp="1"/>
          </p:cNvSpPr>
          <p:nvPr/>
        </p:nvSpPr>
        <p:spPr>
          <a:xfrm xmlns:a="http://schemas.openxmlformats.org/drawingml/2006/main">
            <a:off x="6524625" y="2228850"/>
            <a:ext cx="509587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725" b="0">
                <a:solidFill>
                  <a:srgbClr val="587081"/>
                </a:solidFill>
              </a:defRPr>
            </a:defPPr>
            <a:lvl1pPr>
              <a:defRPr sz="1725" b="0">
                <a:solidFill>
                  <a:srgbClr val="587081"/>
                </a:solidFill>
              </a:defRPr>
            </a:lvl1pPr>
            <a:lvl2pPr>
              <a:defRPr sz="1725" b="0">
                <a:solidFill>
                  <a:srgbClr val="587081"/>
                </a:solidFill>
              </a:defRPr>
            </a:lvl2pPr>
            <a:lvl3pPr>
              <a:defRPr sz="1725" b="0">
                <a:solidFill>
                  <a:srgbClr val="587081"/>
                </a:solidFill>
              </a:defRPr>
            </a:lvl3pPr>
            <a:lvl4pPr>
              <a:defRPr sz="1725" b="0">
                <a:solidFill>
                  <a:srgbClr val="587081"/>
                </a:solidFill>
              </a:defRPr>
            </a:lvl4pPr>
            <a:lvl5pPr>
              <a:defRPr sz="1725" b="0">
                <a:solidFill>
                  <a:srgbClr val="587081"/>
                </a:solidFill>
              </a:defRPr>
            </a:lvl5pPr>
            <a:lvl6pPr>
              <a:defRPr sz="1725" b="0">
                <a:solidFill>
                  <a:srgbClr val="587081"/>
                </a:solidFill>
              </a:defRPr>
            </a:lvl6pPr>
            <a:lvl7pPr>
              <a:defRPr sz="1725" b="0">
                <a:solidFill>
                  <a:srgbClr val="587081"/>
                </a:solidFill>
              </a:defRPr>
            </a:lvl7pPr>
            <a:lvl8pPr>
              <a:defRPr sz="1725" b="0">
                <a:solidFill>
                  <a:srgbClr val="587081"/>
                </a:solidFill>
              </a:defRPr>
            </a:lvl8pPr>
            <a:lvl9pPr>
              <a:defRPr sz="1725" b="0">
                <a:solidFill>
                  <a:srgbClr val="587081"/>
                </a:solidFill>
              </a:defRPr>
            </a:lvl9pPr>
          </a:lstStyle>
          <a:p xmlns:a="http://schemas.openxmlformats.org/drawingml/2006/main">
            <a:pPr>
              <a:defRPr sz="1725" b="0">
                <a:solidFill>
                  <a:srgbClr val="587081"/>
                </a:solidFill>
              </a:defRPr>
            </a:pPr>
            <a:r>
              <a:rPr sz="1725" b="0">
                <a:solidFill>
                  <a:srgbClr val="587081"/>
                </a:solidFill>
              </a:rPr>
              <a:t>Public anchors, engineering inputs and limits</a:t>
            </a:r>
          </a:p>
        </p:txBody>
      </p:sp>
      <p:sp>
        <p:nvSpPr>
          <p:cNvPr id="11" name="03">
            <a:extLst xmlns:a="http://schemas.openxmlformats.org/drawingml/2006/main">
              <a:ext uri="{FF2B5EF4-FFF2-40B4-BE49-F238E27FC236}">
                <a16:creationId xmlns:a16="http://schemas.microsoft.com/office/drawing/2014/main" id="{BD74AD86-D971-43B3-B320-C0EDCD6764A3}"/>
              </a:ext>
            </a:extLst>
          </p:cNvPr>
          <p:cNvSpPr>
            <a:spLocks xmlns:a="http://schemas.openxmlformats.org/drawingml/2006/main" noGrp="1"/>
          </p:cNvSpPr>
          <p:nvPr/>
        </p:nvSpPr>
        <p:spPr>
          <a:xfrm xmlns:a="http://schemas.openxmlformats.org/drawingml/2006/main">
            <a:off x="533400" y="2838450"/>
            <a:ext cx="666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00" b="1">
                <a:solidFill>
                  <a:srgbClr val="087F95"/>
                </a:solidFill>
              </a:defRPr>
            </a:defPPr>
            <a:lvl1pPr>
              <a:defRPr sz="2100" b="1">
                <a:solidFill>
                  <a:srgbClr val="087F95"/>
                </a:solidFill>
              </a:defRPr>
            </a:lvl1pPr>
            <a:lvl2pPr>
              <a:defRPr sz="2100" b="1">
                <a:solidFill>
                  <a:srgbClr val="087F95"/>
                </a:solidFill>
              </a:defRPr>
            </a:lvl2pPr>
            <a:lvl3pPr>
              <a:defRPr sz="2100" b="1">
                <a:solidFill>
                  <a:srgbClr val="087F95"/>
                </a:solidFill>
              </a:defRPr>
            </a:lvl3pPr>
            <a:lvl4pPr>
              <a:defRPr sz="2100" b="1">
                <a:solidFill>
                  <a:srgbClr val="087F95"/>
                </a:solidFill>
              </a:defRPr>
            </a:lvl4pPr>
            <a:lvl5pPr>
              <a:defRPr sz="2100" b="1">
                <a:solidFill>
                  <a:srgbClr val="087F95"/>
                </a:solidFill>
              </a:defRPr>
            </a:lvl5pPr>
            <a:lvl6pPr>
              <a:defRPr sz="2100" b="1">
                <a:solidFill>
                  <a:srgbClr val="087F95"/>
                </a:solidFill>
              </a:defRPr>
            </a:lvl6pPr>
            <a:lvl7pPr>
              <a:defRPr sz="2100" b="1">
                <a:solidFill>
                  <a:srgbClr val="087F95"/>
                </a:solidFill>
              </a:defRPr>
            </a:lvl7pPr>
            <a:lvl8pPr>
              <a:defRPr sz="2100" b="1">
                <a:solidFill>
                  <a:srgbClr val="087F95"/>
                </a:solidFill>
              </a:defRPr>
            </a:lvl8pPr>
            <a:lvl9pPr>
              <a:defRPr sz="2100" b="1">
                <a:solidFill>
                  <a:srgbClr val="087F95"/>
                </a:solidFill>
              </a:defRPr>
            </a:lvl9pPr>
          </a:lstStyle>
          <a:p xmlns:a="http://schemas.openxmlformats.org/drawingml/2006/main">
            <a:pPr>
              <a:defRPr sz="2100" b="1">
                <a:solidFill>
                  <a:srgbClr val="087F95"/>
                </a:solidFill>
              </a:defRPr>
            </a:pPr>
            <a:r>
              <a:rPr sz="2100" b="1">
                <a:solidFill>
                  <a:srgbClr val="087F95"/>
                </a:solidFill>
              </a:rPr>
              <a:t>03</a:t>
            </a:r>
          </a:p>
        </p:txBody>
      </p:sp>
      <p:sp>
        <p:nvSpPr>
          <p:cNvPr id="12" name="System thermal and energy">
            <a:extLst xmlns:a="http://schemas.openxmlformats.org/drawingml/2006/main">
              <a:ext uri="{FF2B5EF4-FFF2-40B4-BE49-F238E27FC236}">
                <a16:creationId xmlns:a16="http://schemas.microsoft.com/office/drawing/2014/main" id="{9AD9EE9D-5ACE-426E-9CBA-4498381886EA}"/>
              </a:ext>
            </a:extLst>
          </p:cNvPr>
          <p:cNvSpPr>
            <a:spLocks xmlns:a="http://schemas.openxmlformats.org/drawingml/2006/main" noGrp="1"/>
          </p:cNvSpPr>
          <p:nvPr/>
        </p:nvSpPr>
        <p:spPr>
          <a:xfrm xmlns:a="http://schemas.openxmlformats.org/drawingml/2006/main">
            <a:off x="1381125" y="2838450"/>
            <a:ext cx="4953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025" b="1">
                <a:solidFill>
                  <a:srgbClr val="087F95"/>
                </a:solidFill>
              </a:defRPr>
            </a:defPPr>
            <a:lvl1pPr>
              <a:defRPr sz="2025" b="1">
                <a:solidFill>
                  <a:srgbClr val="087F95"/>
                </a:solidFill>
              </a:defRPr>
            </a:lvl1pPr>
            <a:lvl2pPr>
              <a:defRPr sz="2025" b="1">
                <a:solidFill>
                  <a:srgbClr val="087F95"/>
                </a:solidFill>
              </a:defRPr>
            </a:lvl2pPr>
            <a:lvl3pPr>
              <a:defRPr sz="2025" b="1">
                <a:solidFill>
                  <a:srgbClr val="087F95"/>
                </a:solidFill>
              </a:defRPr>
            </a:lvl3pPr>
            <a:lvl4pPr>
              <a:defRPr sz="2025" b="1">
                <a:solidFill>
                  <a:srgbClr val="087F95"/>
                </a:solidFill>
              </a:defRPr>
            </a:lvl4pPr>
            <a:lvl5pPr>
              <a:defRPr sz="2025" b="1">
                <a:solidFill>
                  <a:srgbClr val="087F95"/>
                </a:solidFill>
              </a:defRPr>
            </a:lvl5pPr>
            <a:lvl6pPr>
              <a:defRPr sz="2025" b="1">
                <a:solidFill>
                  <a:srgbClr val="087F95"/>
                </a:solidFill>
              </a:defRPr>
            </a:lvl6pPr>
            <a:lvl7pPr>
              <a:defRPr sz="2025" b="1">
                <a:solidFill>
                  <a:srgbClr val="087F95"/>
                </a:solidFill>
              </a:defRPr>
            </a:lvl7pPr>
            <a:lvl8pPr>
              <a:defRPr sz="2025" b="1">
                <a:solidFill>
                  <a:srgbClr val="087F95"/>
                </a:solidFill>
              </a:defRPr>
            </a:lvl8pPr>
            <a:lvl9pPr>
              <a:defRPr sz="2025" b="1">
                <a:solidFill>
                  <a:srgbClr val="087F95"/>
                </a:solidFill>
              </a:defRPr>
            </a:lvl9pPr>
          </a:lstStyle>
          <a:p xmlns:a="http://schemas.openxmlformats.org/drawingml/2006/main">
            <a:pPr>
              <a:defRPr sz="2025" b="1">
                <a:solidFill>
                  <a:srgbClr val="087F95"/>
                </a:solidFill>
              </a:defRPr>
            </a:pPr>
            <a:r>
              <a:rPr sz="2025" b="1">
                <a:solidFill>
                  <a:srgbClr val="087F95"/>
                </a:solidFill>
                <a:hlinkClick xmlns:r="http://schemas.openxmlformats.org/officeDocument/2006/relationships" r:id="Rc7c16c26fd744361"/>
              </a:rPr>
              <a:t>System thermal and energy</a:t>
            </a:r>
          </a:p>
        </p:txBody>
      </p:sp>
      <p:sp>
        <p:nvSpPr>
          <p:cNvPr id="13" name="Mission temperatures, bypass and heater demand">
            <a:extLst xmlns:a="http://schemas.openxmlformats.org/drawingml/2006/main">
              <a:ext uri="{FF2B5EF4-FFF2-40B4-BE49-F238E27FC236}">
                <a16:creationId xmlns:a16="http://schemas.microsoft.com/office/drawing/2014/main" id="{4D4A5E9E-32AD-4794-92C1-4E3C3ADCB953}"/>
              </a:ext>
            </a:extLst>
          </p:cNvPr>
          <p:cNvSpPr>
            <a:spLocks xmlns:a="http://schemas.openxmlformats.org/drawingml/2006/main" noGrp="1"/>
          </p:cNvSpPr>
          <p:nvPr/>
        </p:nvSpPr>
        <p:spPr>
          <a:xfrm xmlns:a="http://schemas.openxmlformats.org/drawingml/2006/main">
            <a:off x="6524625" y="2857500"/>
            <a:ext cx="509587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725" b="0">
                <a:solidFill>
                  <a:srgbClr val="587081"/>
                </a:solidFill>
              </a:defRPr>
            </a:defPPr>
            <a:lvl1pPr>
              <a:defRPr sz="1725" b="0">
                <a:solidFill>
                  <a:srgbClr val="587081"/>
                </a:solidFill>
              </a:defRPr>
            </a:lvl1pPr>
            <a:lvl2pPr>
              <a:defRPr sz="1725" b="0">
                <a:solidFill>
                  <a:srgbClr val="587081"/>
                </a:solidFill>
              </a:defRPr>
            </a:lvl2pPr>
            <a:lvl3pPr>
              <a:defRPr sz="1725" b="0">
                <a:solidFill>
                  <a:srgbClr val="587081"/>
                </a:solidFill>
              </a:defRPr>
            </a:lvl3pPr>
            <a:lvl4pPr>
              <a:defRPr sz="1725" b="0">
                <a:solidFill>
                  <a:srgbClr val="587081"/>
                </a:solidFill>
              </a:defRPr>
            </a:lvl4pPr>
            <a:lvl5pPr>
              <a:defRPr sz="1725" b="0">
                <a:solidFill>
                  <a:srgbClr val="587081"/>
                </a:solidFill>
              </a:defRPr>
            </a:lvl5pPr>
            <a:lvl6pPr>
              <a:defRPr sz="1725" b="0">
                <a:solidFill>
                  <a:srgbClr val="587081"/>
                </a:solidFill>
              </a:defRPr>
            </a:lvl6pPr>
            <a:lvl7pPr>
              <a:defRPr sz="1725" b="0">
                <a:solidFill>
                  <a:srgbClr val="587081"/>
                </a:solidFill>
              </a:defRPr>
            </a:lvl7pPr>
            <a:lvl8pPr>
              <a:defRPr sz="1725" b="0">
                <a:solidFill>
                  <a:srgbClr val="587081"/>
                </a:solidFill>
              </a:defRPr>
            </a:lvl8pPr>
            <a:lvl9pPr>
              <a:defRPr sz="1725" b="0">
                <a:solidFill>
                  <a:srgbClr val="587081"/>
                </a:solidFill>
              </a:defRPr>
            </a:lvl9pPr>
          </a:lstStyle>
          <a:p xmlns:a="http://schemas.openxmlformats.org/drawingml/2006/main">
            <a:pPr>
              <a:defRPr sz="1725" b="0">
                <a:solidFill>
                  <a:srgbClr val="587081"/>
                </a:solidFill>
              </a:defRPr>
            </a:pPr>
            <a:r>
              <a:rPr sz="1725" b="0">
                <a:solidFill>
                  <a:srgbClr val="587081"/>
                </a:solidFill>
              </a:rPr>
              <a:t>Mission temperatures, bypass and heater demand</a:t>
            </a:r>
          </a:p>
        </p:txBody>
      </p:sp>
      <p:sp>
        <p:nvSpPr>
          <p:cNvPr id="14" name="04">
            <a:extLst xmlns:a="http://schemas.openxmlformats.org/drawingml/2006/main">
              <a:ext uri="{FF2B5EF4-FFF2-40B4-BE49-F238E27FC236}">
                <a16:creationId xmlns:a16="http://schemas.microsoft.com/office/drawing/2014/main" id="{220D2097-7015-4392-ACC9-95820D2F78AE}"/>
              </a:ext>
            </a:extLst>
          </p:cNvPr>
          <p:cNvSpPr>
            <a:spLocks xmlns:a="http://schemas.openxmlformats.org/drawingml/2006/main" noGrp="1"/>
          </p:cNvSpPr>
          <p:nvPr/>
        </p:nvSpPr>
        <p:spPr>
          <a:xfrm xmlns:a="http://schemas.openxmlformats.org/drawingml/2006/main">
            <a:off x="533400" y="3467100"/>
            <a:ext cx="666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00" b="1">
                <a:solidFill>
                  <a:srgbClr val="087F95"/>
                </a:solidFill>
              </a:defRPr>
            </a:defPPr>
            <a:lvl1pPr>
              <a:defRPr sz="2100" b="1">
                <a:solidFill>
                  <a:srgbClr val="087F95"/>
                </a:solidFill>
              </a:defRPr>
            </a:lvl1pPr>
            <a:lvl2pPr>
              <a:defRPr sz="2100" b="1">
                <a:solidFill>
                  <a:srgbClr val="087F95"/>
                </a:solidFill>
              </a:defRPr>
            </a:lvl2pPr>
            <a:lvl3pPr>
              <a:defRPr sz="2100" b="1">
                <a:solidFill>
                  <a:srgbClr val="087F95"/>
                </a:solidFill>
              </a:defRPr>
            </a:lvl3pPr>
            <a:lvl4pPr>
              <a:defRPr sz="2100" b="1">
                <a:solidFill>
                  <a:srgbClr val="087F95"/>
                </a:solidFill>
              </a:defRPr>
            </a:lvl4pPr>
            <a:lvl5pPr>
              <a:defRPr sz="2100" b="1">
                <a:solidFill>
                  <a:srgbClr val="087F95"/>
                </a:solidFill>
              </a:defRPr>
            </a:lvl5pPr>
            <a:lvl6pPr>
              <a:defRPr sz="2100" b="1">
                <a:solidFill>
                  <a:srgbClr val="087F95"/>
                </a:solidFill>
              </a:defRPr>
            </a:lvl6pPr>
            <a:lvl7pPr>
              <a:defRPr sz="2100" b="1">
                <a:solidFill>
                  <a:srgbClr val="087F95"/>
                </a:solidFill>
              </a:defRPr>
            </a:lvl7pPr>
            <a:lvl8pPr>
              <a:defRPr sz="2100" b="1">
                <a:solidFill>
                  <a:srgbClr val="087F95"/>
                </a:solidFill>
              </a:defRPr>
            </a:lvl8pPr>
            <a:lvl9pPr>
              <a:defRPr sz="2100" b="1">
                <a:solidFill>
                  <a:srgbClr val="087F95"/>
                </a:solidFill>
              </a:defRPr>
            </a:lvl9pPr>
          </a:lstStyle>
          <a:p xmlns:a="http://schemas.openxmlformats.org/drawingml/2006/main">
            <a:pPr>
              <a:defRPr sz="2100" b="1">
                <a:solidFill>
                  <a:srgbClr val="087F95"/>
                </a:solidFill>
              </a:defRPr>
            </a:pPr>
            <a:r>
              <a:rPr sz="2100" b="1">
                <a:solidFill>
                  <a:srgbClr val="087F95"/>
                </a:solidFill>
              </a:rPr>
              <a:t>04</a:t>
            </a:r>
          </a:p>
        </p:txBody>
      </p:sp>
      <p:sp>
        <p:nvSpPr>
          <p:cNvPr id="15" name="Local thermal and structure">
            <a:extLst xmlns:a="http://schemas.openxmlformats.org/drawingml/2006/main">
              <a:ext uri="{FF2B5EF4-FFF2-40B4-BE49-F238E27FC236}">
                <a16:creationId xmlns:a16="http://schemas.microsoft.com/office/drawing/2014/main" id="{412C08A7-2B3B-4984-9685-49BD29F7F97A}"/>
              </a:ext>
            </a:extLst>
          </p:cNvPr>
          <p:cNvSpPr>
            <a:spLocks xmlns:a="http://schemas.openxmlformats.org/drawingml/2006/main" noGrp="1"/>
          </p:cNvSpPr>
          <p:nvPr/>
        </p:nvSpPr>
        <p:spPr>
          <a:xfrm xmlns:a="http://schemas.openxmlformats.org/drawingml/2006/main">
            <a:off x="1381125" y="3467100"/>
            <a:ext cx="4953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025" b="1">
                <a:solidFill>
                  <a:srgbClr val="087F95"/>
                </a:solidFill>
              </a:defRPr>
            </a:defPPr>
            <a:lvl1pPr>
              <a:defRPr sz="2025" b="1">
                <a:solidFill>
                  <a:srgbClr val="087F95"/>
                </a:solidFill>
              </a:defRPr>
            </a:lvl1pPr>
            <a:lvl2pPr>
              <a:defRPr sz="2025" b="1">
                <a:solidFill>
                  <a:srgbClr val="087F95"/>
                </a:solidFill>
              </a:defRPr>
            </a:lvl2pPr>
            <a:lvl3pPr>
              <a:defRPr sz="2025" b="1">
                <a:solidFill>
                  <a:srgbClr val="087F95"/>
                </a:solidFill>
              </a:defRPr>
            </a:lvl3pPr>
            <a:lvl4pPr>
              <a:defRPr sz="2025" b="1">
                <a:solidFill>
                  <a:srgbClr val="087F95"/>
                </a:solidFill>
              </a:defRPr>
            </a:lvl4pPr>
            <a:lvl5pPr>
              <a:defRPr sz="2025" b="1">
                <a:solidFill>
                  <a:srgbClr val="087F95"/>
                </a:solidFill>
              </a:defRPr>
            </a:lvl5pPr>
            <a:lvl6pPr>
              <a:defRPr sz="2025" b="1">
                <a:solidFill>
                  <a:srgbClr val="087F95"/>
                </a:solidFill>
              </a:defRPr>
            </a:lvl6pPr>
            <a:lvl7pPr>
              <a:defRPr sz="2025" b="1">
                <a:solidFill>
                  <a:srgbClr val="087F95"/>
                </a:solidFill>
              </a:defRPr>
            </a:lvl7pPr>
            <a:lvl8pPr>
              <a:defRPr sz="2025" b="1">
                <a:solidFill>
                  <a:srgbClr val="087F95"/>
                </a:solidFill>
              </a:defRPr>
            </a:lvl8pPr>
            <a:lvl9pPr>
              <a:defRPr sz="2025" b="1">
                <a:solidFill>
                  <a:srgbClr val="087F95"/>
                </a:solidFill>
              </a:defRPr>
            </a:lvl9pPr>
          </a:lstStyle>
          <a:p xmlns:a="http://schemas.openxmlformats.org/drawingml/2006/main">
            <a:pPr>
              <a:defRPr sz="2025" b="1">
                <a:solidFill>
                  <a:srgbClr val="087F95"/>
                </a:solidFill>
              </a:defRPr>
            </a:pPr>
            <a:r>
              <a:rPr sz="2025" b="1">
                <a:solidFill>
                  <a:srgbClr val="087F95"/>
                </a:solidFill>
                <a:hlinkClick xmlns:r="http://schemas.openxmlformats.org/officeDocument/2006/relationships" r:id="Ra3860f716fdf451d"/>
              </a:rPr>
              <a:t>Local thermal and structure</a:t>
            </a:r>
          </a:p>
        </p:txBody>
      </p:sp>
      <p:sp>
        <p:nvSpPr>
          <p:cNvPr id="16" name="Solid fields, contact and thermal expansion">
            <a:extLst xmlns:a="http://schemas.openxmlformats.org/drawingml/2006/main">
              <a:ext uri="{FF2B5EF4-FFF2-40B4-BE49-F238E27FC236}">
                <a16:creationId xmlns:a16="http://schemas.microsoft.com/office/drawing/2014/main" id="{231A507F-738E-422B-8C38-971C56C8BF14}"/>
              </a:ext>
            </a:extLst>
          </p:cNvPr>
          <p:cNvSpPr>
            <a:spLocks xmlns:a="http://schemas.openxmlformats.org/drawingml/2006/main" noGrp="1"/>
          </p:cNvSpPr>
          <p:nvPr/>
        </p:nvSpPr>
        <p:spPr>
          <a:xfrm xmlns:a="http://schemas.openxmlformats.org/drawingml/2006/main">
            <a:off x="6524625" y="3486150"/>
            <a:ext cx="509587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725" b="0">
                <a:solidFill>
                  <a:srgbClr val="587081"/>
                </a:solidFill>
              </a:defRPr>
            </a:defPPr>
            <a:lvl1pPr>
              <a:defRPr sz="1725" b="0">
                <a:solidFill>
                  <a:srgbClr val="587081"/>
                </a:solidFill>
              </a:defRPr>
            </a:lvl1pPr>
            <a:lvl2pPr>
              <a:defRPr sz="1725" b="0">
                <a:solidFill>
                  <a:srgbClr val="587081"/>
                </a:solidFill>
              </a:defRPr>
            </a:lvl2pPr>
            <a:lvl3pPr>
              <a:defRPr sz="1725" b="0">
                <a:solidFill>
                  <a:srgbClr val="587081"/>
                </a:solidFill>
              </a:defRPr>
            </a:lvl3pPr>
            <a:lvl4pPr>
              <a:defRPr sz="1725" b="0">
                <a:solidFill>
                  <a:srgbClr val="587081"/>
                </a:solidFill>
              </a:defRPr>
            </a:lvl4pPr>
            <a:lvl5pPr>
              <a:defRPr sz="1725" b="0">
                <a:solidFill>
                  <a:srgbClr val="587081"/>
                </a:solidFill>
              </a:defRPr>
            </a:lvl5pPr>
            <a:lvl6pPr>
              <a:defRPr sz="1725" b="0">
                <a:solidFill>
                  <a:srgbClr val="587081"/>
                </a:solidFill>
              </a:defRPr>
            </a:lvl6pPr>
            <a:lvl7pPr>
              <a:defRPr sz="1725" b="0">
                <a:solidFill>
                  <a:srgbClr val="587081"/>
                </a:solidFill>
              </a:defRPr>
            </a:lvl7pPr>
            <a:lvl8pPr>
              <a:defRPr sz="1725" b="0">
                <a:solidFill>
                  <a:srgbClr val="587081"/>
                </a:solidFill>
              </a:defRPr>
            </a:lvl8pPr>
            <a:lvl9pPr>
              <a:defRPr sz="1725" b="0">
                <a:solidFill>
                  <a:srgbClr val="587081"/>
                </a:solidFill>
              </a:defRPr>
            </a:lvl9pPr>
          </a:lstStyle>
          <a:p xmlns:a="http://schemas.openxmlformats.org/drawingml/2006/main">
            <a:pPr>
              <a:defRPr sz="1725" b="0">
                <a:solidFill>
                  <a:srgbClr val="587081"/>
                </a:solidFill>
              </a:defRPr>
            </a:pPr>
            <a:r>
              <a:rPr sz="1725" b="0">
                <a:solidFill>
                  <a:srgbClr val="587081"/>
                </a:solidFill>
              </a:rPr>
              <a:t>Solid fields, contact and thermal expansion</a:t>
            </a:r>
          </a:p>
        </p:txBody>
      </p:sp>
      <p:sp>
        <p:nvSpPr>
          <p:cNvPr id="17" name="05">
            <a:extLst xmlns:a="http://schemas.openxmlformats.org/drawingml/2006/main">
              <a:ext uri="{FF2B5EF4-FFF2-40B4-BE49-F238E27FC236}">
                <a16:creationId xmlns:a16="http://schemas.microsoft.com/office/drawing/2014/main" id="{FDB75E0B-B365-4A3A-8C47-60D449BB6B21}"/>
              </a:ext>
            </a:extLst>
          </p:cNvPr>
          <p:cNvSpPr>
            <a:spLocks xmlns:a="http://schemas.openxmlformats.org/drawingml/2006/main" noGrp="1"/>
          </p:cNvSpPr>
          <p:nvPr/>
        </p:nvSpPr>
        <p:spPr>
          <a:xfrm xmlns:a="http://schemas.openxmlformats.org/drawingml/2006/main">
            <a:off x="533400" y="4095750"/>
            <a:ext cx="666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00" b="1">
                <a:solidFill>
                  <a:srgbClr val="087F95"/>
                </a:solidFill>
              </a:defRPr>
            </a:defPPr>
            <a:lvl1pPr>
              <a:defRPr sz="2100" b="1">
                <a:solidFill>
                  <a:srgbClr val="087F95"/>
                </a:solidFill>
              </a:defRPr>
            </a:lvl1pPr>
            <a:lvl2pPr>
              <a:defRPr sz="2100" b="1">
                <a:solidFill>
                  <a:srgbClr val="087F95"/>
                </a:solidFill>
              </a:defRPr>
            </a:lvl2pPr>
            <a:lvl3pPr>
              <a:defRPr sz="2100" b="1">
                <a:solidFill>
                  <a:srgbClr val="087F95"/>
                </a:solidFill>
              </a:defRPr>
            </a:lvl3pPr>
            <a:lvl4pPr>
              <a:defRPr sz="2100" b="1">
                <a:solidFill>
                  <a:srgbClr val="087F95"/>
                </a:solidFill>
              </a:defRPr>
            </a:lvl4pPr>
            <a:lvl5pPr>
              <a:defRPr sz="2100" b="1">
                <a:solidFill>
                  <a:srgbClr val="087F95"/>
                </a:solidFill>
              </a:defRPr>
            </a:lvl5pPr>
            <a:lvl6pPr>
              <a:defRPr sz="2100" b="1">
                <a:solidFill>
                  <a:srgbClr val="087F95"/>
                </a:solidFill>
              </a:defRPr>
            </a:lvl6pPr>
            <a:lvl7pPr>
              <a:defRPr sz="2100" b="1">
                <a:solidFill>
                  <a:srgbClr val="087F95"/>
                </a:solidFill>
              </a:defRPr>
            </a:lvl7pPr>
            <a:lvl8pPr>
              <a:defRPr sz="2100" b="1">
                <a:solidFill>
                  <a:srgbClr val="087F95"/>
                </a:solidFill>
              </a:defRPr>
            </a:lvl8pPr>
            <a:lvl9pPr>
              <a:defRPr sz="2100" b="1">
                <a:solidFill>
                  <a:srgbClr val="087F95"/>
                </a:solidFill>
              </a:defRPr>
            </a:lvl9pPr>
          </a:lstStyle>
          <a:p xmlns:a="http://schemas.openxmlformats.org/drawingml/2006/main">
            <a:pPr>
              <a:defRPr sz="2100" b="1">
                <a:solidFill>
                  <a:srgbClr val="087F95"/>
                </a:solidFill>
              </a:defRPr>
            </a:pPr>
            <a:r>
              <a:rPr sz="2100" b="1">
                <a:solidFill>
                  <a:srgbClr val="087F95"/>
                </a:solidFill>
              </a:rPr>
              <a:t>05</a:t>
            </a:r>
          </a:p>
        </p:txBody>
      </p:sp>
      <p:sp>
        <p:nvSpPr>
          <p:cNvPr id="18" name="Internal-flow CFD">
            <a:extLst xmlns:a="http://schemas.openxmlformats.org/drawingml/2006/main">
              <a:ext uri="{FF2B5EF4-FFF2-40B4-BE49-F238E27FC236}">
                <a16:creationId xmlns:a16="http://schemas.microsoft.com/office/drawing/2014/main" id="{4589AEC2-122A-4669-85B2-44D6012E0785}"/>
              </a:ext>
            </a:extLst>
          </p:cNvPr>
          <p:cNvSpPr>
            <a:spLocks xmlns:a="http://schemas.openxmlformats.org/drawingml/2006/main" noGrp="1"/>
          </p:cNvSpPr>
          <p:nvPr/>
        </p:nvSpPr>
        <p:spPr>
          <a:xfrm xmlns:a="http://schemas.openxmlformats.org/drawingml/2006/main">
            <a:off x="1381125" y="4095750"/>
            <a:ext cx="4953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025" b="1">
                <a:solidFill>
                  <a:srgbClr val="087F95"/>
                </a:solidFill>
              </a:defRPr>
            </a:defPPr>
            <a:lvl1pPr>
              <a:defRPr sz="2025" b="1">
                <a:solidFill>
                  <a:srgbClr val="087F95"/>
                </a:solidFill>
              </a:defRPr>
            </a:lvl1pPr>
            <a:lvl2pPr>
              <a:defRPr sz="2025" b="1">
                <a:solidFill>
                  <a:srgbClr val="087F95"/>
                </a:solidFill>
              </a:defRPr>
            </a:lvl2pPr>
            <a:lvl3pPr>
              <a:defRPr sz="2025" b="1">
                <a:solidFill>
                  <a:srgbClr val="087F95"/>
                </a:solidFill>
              </a:defRPr>
            </a:lvl3pPr>
            <a:lvl4pPr>
              <a:defRPr sz="2025" b="1">
                <a:solidFill>
                  <a:srgbClr val="087F95"/>
                </a:solidFill>
              </a:defRPr>
            </a:lvl4pPr>
            <a:lvl5pPr>
              <a:defRPr sz="2025" b="1">
                <a:solidFill>
                  <a:srgbClr val="087F95"/>
                </a:solidFill>
              </a:defRPr>
            </a:lvl5pPr>
            <a:lvl6pPr>
              <a:defRPr sz="2025" b="1">
                <a:solidFill>
                  <a:srgbClr val="087F95"/>
                </a:solidFill>
              </a:defRPr>
            </a:lvl6pPr>
            <a:lvl7pPr>
              <a:defRPr sz="2025" b="1">
                <a:solidFill>
                  <a:srgbClr val="087F95"/>
                </a:solidFill>
              </a:defRPr>
            </a:lvl7pPr>
            <a:lvl8pPr>
              <a:defRPr sz="2025" b="1">
                <a:solidFill>
                  <a:srgbClr val="087F95"/>
                </a:solidFill>
              </a:defRPr>
            </a:lvl8pPr>
            <a:lvl9pPr>
              <a:defRPr sz="2025" b="1">
                <a:solidFill>
                  <a:srgbClr val="087F95"/>
                </a:solidFill>
              </a:defRPr>
            </a:lvl9pPr>
          </a:lstStyle>
          <a:p xmlns:a="http://schemas.openxmlformats.org/drawingml/2006/main">
            <a:pPr>
              <a:defRPr sz="2025" b="1">
                <a:solidFill>
                  <a:srgbClr val="087F95"/>
                </a:solidFill>
              </a:defRPr>
            </a:pPr>
            <a:r>
              <a:rPr sz="2025" b="1">
                <a:solidFill>
                  <a:srgbClr val="087F95"/>
                </a:solidFill>
                <a:hlinkClick xmlns:r="http://schemas.openxmlformats.org/officeDocument/2006/relationships" r:id="R3e40aec7ff404e7a"/>
              </a:rPr>
              <a:t>Internal-flow CFD</a:t>
            </a:r>
          </a:p>
        </p:txBody>
      </p:sp>
      <p:sp>
        <p:nvSpPr>
          <p:cNvPr id="19" name="Velocity, temperature and numerical checks">
            <a:extLst xmlns:a="http://schemas.openxmlformats.org/drawingml/2006/main">
              <a:ext uri="{FF2B5EF4-FFF2-40B4-BE49-F238E27FC236}">
                <a16:creationId xmlns:a16="http://schemas.microsoft.com/office/drawing/2014/main" id="{FAA2AFF0-4949-482D-BB08-E41F9AF6016C}"/>
              </a:ext>
            </a:extLst>
          </p:cNvPr>
          <p:cNvSpPr>
            <a:spLocks xmlns:a="http://schemas.openxmlformats.org/drawingml/2006/main" noGrp="1"/>
          </p:cNvSpPr>
          <p:nvPr/>
        </p:nvSpPr>
        <p:spPr>
          <a:xfrm xmlns:a="http://schemas.openxmlformats.org/drawingml/2006/main">
            <a:off x="6524625" y="4114800"/>
            <a:ext cx="509587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725" b="0">
                <a:solidFill>
                  <a:srgbClr val="587081"/>
                </a:solidFill>
              </a:defRPr>
            </a:defPPr>
            <a:lvl1pPr>
              <a:defRPr sz="1725" b="0">
                <a:solidFill>
                  <a:srgbClr val="587081"/>
                </a:solidFill>
              </a:defRPr>
            </a:lvl1pPr>
            <a:lvl2pPr>
              <a:defRPr sz="1725" b="0">
                <a:solidFill>
                  <a:srgbClr val="587081"/>
                </a:solidFill>
              </a:defRPr>
            </a:lvl2pPr>
            <a:lvl3pPr>
              <a:defRPr sz="1725" b="0">
                <a:solidFill>
                  <a:srgbClr val="587081"/>
                </a:solidFill>
              </a:defRPr>
            </a:lvl3pPr>
            <a:lvl4pPr>
              <a:defRPr sz="1725" b="0">
                <a:solidFill>
                  <a:srgbClr val="587081"/>
                </a:solidFill>
              </a:defRPr>
            </a:lvl4pPr>
            <a:lvl5pPr>
              <a:defRPr sz="1725" b="0">
                <a:solidFill>
                  <a:srgbClr val="587081"/>
                </a:solidFill>
              </a:defRPr>
            </a:lvl5pPr>
            <a:lvl6pPr>
              <a:defRPr sz="1725" b="0">
                <a:solidFill>
                  <a:srgbClr val="587081"/>
                </a:solidFill>
              </a:defRPr>
            </a:lvl6pPr>
            <a:lvl7pPr>
              <a:defRPr sz="1725" b="0">
                <a:solidFill>
                  <a:srgbClr val="587081"/>
                </a:solidFill>
              </a:defRPr>
            </a:lvl7pPr>
            <a:lvl8pPr>
              <a:defRPr sz="1725" b="0">
                <a:solidFill>
                  <a:srgbClr val="587081"/>
                </a:solidFill>
              </a:defRPr>
            </a:lvl8pPr>
            <a:lvl9pPr>
              <a:defRPr sz="1725" b="0">
                <a:solidFill>
                  <a:srgbClr val="587081"/>
                </a:solidFill>
              </a:defRPr>
            </a:lvl9pPr>
          </a:lstStyle>
          <a:p xmlns:a="http://schemas.openxmlformats.org/drawingml/2006/main">
            <a:pPr>
              <a:defRPr sz="1725" b="0">
                <a:solidFill>
                  <a:srgbClr val="587081"/>
                </a:solidFill>
              </a:defRPr>
            </a:pPr>
            <a:r>
              <a:rPr sz="1725" b="0">
                <a:solidFill>
                  <a:srgbClr val="587081"/>
                </a:solidFill>
              </a:rPr>
              <a:t>Velocity, temperature and numerical checks</a:t>
            </a:r>
          </a:p>
        </p:txBody>
      </p:sp>
      <p:sp>
        <p:nvSpPr>
          <p:cNvPr id="20" name="06">
            <a:extLst xmlns:a="http://schemas.openxmlformats.org/drawingml/2006/main">
              <a:ext uri="{FF2B5EF4-FFF2-40B4-BE49-F238E27FC236}">
                <a16:creationId xmlns:a16="http://schemas.microsoft.com/office/drawing/2014/main" id="{40CB84D7-A91E-4F69-A3FB-DD40F0FE1CC3}"/>
              </a:ext>
            </a:extLst>
          </p:cNvPr>
          <p:cNvSpPr>
            <a:spLocks xmlns:a="http://schemas.openxmlformats.org/drawingml/2006/main" noGrp="1"/>
          </p:cNvSpPr>
          <p:nvPr/>
        </p:nvSpPr>
        <p:spPr>
          <a:xfrm xmlns:a="http://schemas.openxmlformats.org/drawingml/2006/main">
            <a:off x="533400" y="4724400"/>
            <a:ext cx="666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00" b="1">
                <a:solidFill>
                  <a:srgbClr val="087F95"/>
                </a:solidFill>
              </a:defRPr>
            </a:defPPr>
            <a:lvl1pPr>
              <a:defRPr sz="2100" b="1">
                <a:solidFill>
                  <a:srgbClr val="087F95"/>
                </a:solidFill>
              </a:defRPr>
            </a:lvl1pPr>
            <a:lvl2pPr>
              <a:defRPr sz="2100" b="1">
                <a:solidFill>
                  <a:srgbClr val="087F95"/>
                </a:solidFill>
              </a:defRPr>
            </a:lvl2pPr>
            <a:lvl3pPr>
              <a:defRPr sz="2100" b="1">
                <a:solidFill>
                  <a:srgbClr val="087F95"/>
                </a:solidFill>
              </a:defRPr>
            </a:lvl3pPr>
            <a:lvl4pPr>
              <a:defRPr sz="2100" b="1">
                <a:solidFill>
                  <a:srgbClr val="087F95"/>
                </a:solidFill>
              </a:defRPr>
            </a:lvl4pPr>
            <a:lvl5pPr>
              <a:defRPr sz="2100" b="1">
                <a:solidFill>
                  <a:srgbClr val="087F95"/>
                </a:solidFill>
              </a:defRPr>
            </a:lvl5pPr>
            <a:lvl6pPr>
              <a:defRPr sz="2100" b="1">
                <a:solidFill>
                  <a:srgbClr val="087F95"/>
                </a:solidFill>
              </a:defRPr>
            </a:lvl6pPr>
            <a:lvl7pPr>
              <a:defRPr sz="2100" b="1">
                <a:solidFill>
                  <a:srgbClr val="087F95"/>
                </a:solidFill>
              </a:defRPr>
            </a:lvl7pPr>
            <a:lvl8pPr>
              <a:defRPr sz="2100" b="1">
                <a:solidFill>
                  <a:srgbClr val="087F95"/>
                </a:solidFill>
              </a:defRPr>
            </a:lvl8pPr>
            <a:lvl9pPr>
              <a:defRPr sz="2100" b="1">
                <a:solidFill>
                  <a:srgbClr val="087F95"/>
                </a:solidFill>
              </a:defRPr>
            </a:lvl9pPr>
          </a:lstStyle>
          <a:p xmlns:a="http://schemas.openxmlformats.org/drawingml/2006/main">
            <a:pPr>
              <a:defRPr sz="2100" b="1">
                <a:solidFill>
                  <a:srgbClr val="087F95"/>
                </a:solidFill>
              </a:defRPr>
            </a:pPr>
            <a:r>
              <a:rPr sz="2100" b="1">
                <a:solidFill>
                  <a:srgbClr val="087F95"/>
                </a:solidFill>
              </a:rPr>
              <a:t>06</a:t>
            </a:r>
          </a:p>
        </p:txBody>
      </p:sp>
      <p:sp>
        <p:nvSpPr>
          <p:cNvPr id="21" name="Capability and physical-test plan">
            <a:extLst xmlns:a="http://schemas.openxmlformats.org/drawingml/2006/main">
              <a:ext uri="{FF2B5EF4-FFF2-40B4-BE49-F238E27FC236}">
                <a16:creationId xmlns:a16="http://schemas.microsoft.com/office/drawing/2014/main" id="{4C1F85F6-7E37-4802-B876-22F31C581297}"/>
              </a:ext>
            </a:extLst>
          </p:cNvPr>
          <p:cNvSpPr>
            <a:spLocks xmlns:a="http://schemas.openxmlformats.org/drawingml/2006/main" noGrp="1"/>
          </p:cNvSpPr>
          <p:nvPr/>
        </p:nvSpPr>
        <p:spPr>
          <a:xfrm xmlns:a="http://schemas.openxmlformats.org/drawingml/2006/main">
            <a:off x="1381125" y="4724400"/>
            <a:ext cx="4953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025" b="1">
                <a:solidFill>
                  <a:srgbClr val="087F95"/>
                </a:solidFill>
              </a:defRPr>
            </a:defPPr>
            <a:lvl1pPr>
              <a:defRPr sz="2025" b="1">
                <a:solidFill>
                  <a:srgbClr val="087F95"/>
                </a:solidFill>
              </a:defRPr>
            </a:lvl1pPr>
            <a:lvl2pPr>
              <a:defRPr sz="2025" b="1">
                <a:solidFill>
                  <a:srgbClr val="087F95"/>
                </a:solidFill>
              </a:defRPr>
            </a:lvl2pPr>
            <a:lvl3pPr>
              <a:defRPr sz="2025" b="1">
                <a:solidFill>
                  <a:srgbClr val="087F95"/>
                </a:solidFill>
              </a:defRPr>
            </a:lvl3pPr>
            <a:lvl4pPr>
              <a:defRPr sz="2025" b="1">
                <a:solidFill>
                  <a:srgbClr val="087F95"/>
                </a:solidFill>
              </a:defRPr>
            </a:lvl4pPr>
            <a:lvl5pPr>
              <a:defRPr sz="2025" b="1">
                <a:solidFill>
                  <a:srgbClr val="087F95"/>
                </a:solidFill>
              </a:defRPr>
            </a:lvl5pPr>
            <a:lvl6pPr>
              <a:defRPr sz="2025" b="1">
                <a:solidFill>
                  <a:srgbClr val="087F95"/>
                </a:solidFill>
              </a:defRPr>
            </a:lvl6pPr>
            <a:lvl7pPr>
              <a:defRPr sz="2025" b="1">
                <a:solidFill>
                  <a:srgbClr val="087F95"/>
                </a:solidFill>
              </a:defRPr>
            </a:lvl7pPr>
            <a:lvl8pPr>
              <a:defRPr sz="2025" b="1">
                <a:solidFill>
                  <a:srgbClr val="087F95"/>
                </a:solidFill>
              </a:defRPr>
            </a:lvl8pPr>
            <a:lvl9pPr>
              <a:defRPr sz="2025" b="1">
                <a:solidFill>
                  <a:srgbClr val="087F95"/>
                </a:solidFill>
              </a:defRPr>
            </a:lvl9pPr>
          </a:lstStyle>
          <a:p xmlns:a="http://schemas.openxmlformats.org/drawingml/2006/main">
            <a:pPr>
              <a:defRPr sz="2025" b="1">
                <a:solidFill>
                  <a:srgbClr val="087F95"/>
                </a:solidFill>
              </a:defRPr>
            </a:pPr>
            <a:r>
              <a:rPr sz="2025" b="1">
                <a:solidFill>
                  <a:srgbClr val="087F95"/>
                </a:solidFill>
                <a:hlinkClick xmlns:r="http://schemas.openxmlformats.org/officeDocument/2006/relationships" r:id="Rff951fa6b1fe4fa5"/>
              </a:rPr>
              <a:t>Capability and physical-test plan</a:t>
            </a:r>
          </a:p>
        </p:txBody>
      </p:sp>
      <p:sp>
        <p:nvSpPr>
          <p:cNvPr id="22" name="Evidence status and remaining qualification gates">
            <a:extLst xmlns:a="http://schemas.openxmlformats.org/drawingml/2006/main">
              <a:ext uri="{FF2B5EF4-FFF2-40B4-BE49-F238E27FC236}">
                <a16:creationId xmlns:a16="http://schemas.microsoft.com/office/drawing/2014/main" id="{2FE779A6-7FA0-4850-AD98-0321E2907258}"/>
              </a:ext>
            </a:extLst>
          </p:cNvPr>
          <p:cNvSpPr>
            <a:spLocks xmlns:a="http://schemas.openxmlformats.org/drawingml/2006/main" noGrp="1"/>
          </p:cNvSpPr>
          <p:nvPr/>
        </p:nvSpPr>
        <p:spPr>
          <a:xfrm xmlns:a="http://schemas.openxmlformats.org/drawingml/2006/main">
            <a:off x="6524625" y="4743450"/>
            <a:ext cx="509587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725" b="0">
                <a:solidFill>
                  <a:srgbClr val="587081"/>
                </a:solidFill>
              </a:defRPr>
            </a:defPPr>
            <a:lvl1pPr>
              <a:defRPr sz="1725" b="0">
                <a:solidFill>
                  <a:srgbClr val="587081"/>
                </a:solidFill>
              </a:defRPr>
            </a:lvl1pPr>
            <a:lvl2pPr>
              <a:defRPr sz="1725" b="0">
                <a:solidFill>
                  <a:srgbClr val="587081"/>
                </a:solidFill>
              </a:defRPr>
            </a:lvl2pPr>
            <a:lvl3pPr>
              <a:defRPr sz="1725" b="0">
                <a:solidFill>
                  <a:srgbClr val="587081"/>
                </a:solidFill>
              </a:defRPr>
            </a:lvl3pPr>
            <a:lvl4pPr>
              <a:defRPr sz="1725" b="0">
                <a:solidFill>
                  <a:srgbClr val="587081"/>
                </a:solidFill>
              </a:defRPr>
            </a:lvl4pPr>
            <a:lvl5pPr>
              <a:defRPr sz="1725" b="0">
                <a:solidFill>
                  <a:srgbClr val="587081"/>
                </a:solidFill>
              </a:defRPr>
            </a:lvl5pPr>
            <a:lvl6pPr>
              <a:defRPr sz="1725" b="0">
                <a:solidFill>
                  <a:srgbClr val="587081"/>
                </a:solidFill>
              </a:defRPr>
            </a:lvl6pPr>
            <a:lvl7pPr>
              <a:defRPr sz="1725" b="0">
                <a:solidFill>
                  <a:srgbClr val="587081"/>
                </a:solidFill>
              </a:defRPr>
            </a:lvl7pPr>
            <a:lvl8pPr>
              <a:defRPr sz="1725" b="0">
                <a:solidFill>
                  <a:srgbClr val="587081"/>
                </a:solidFill>
              </a:defRPr>
            </a:lvl8pPr>
            <a:lvl9pPr>
              <a:defRPr sz="1725" b="0">
                <a:solidFill>
                  <a:srgbClr val="587081"/>
                </a:solidFill>
              </a:defRPr>
            </a:lvl9pPr>
          </a:lstStyle>
          <a:p xmlns:a="http://schemas.openxmlformats.org/drawingml/2006/main">
            <a:pPr>
              <a:defRPr sz="1725" b="0">
                <a:solidFill>
                  <a:srgbClr val="587081"/>
                </a:solidFill>
              </a:defRPr>
            </a:pPr>
            <a:r>
              <a:rPr sz="1725" b="0">
                <a:solidFill>
                  <a:srgbClr val="587081"/>
                </a:solidFill>
              </a:rPr>
              <a:t>Evidence status and remaining qualification gates</a:t>
            </a:r>
          </a:p>
        </p:txBody>
      </p:sp>
      <p:sp>
        <p:nvSpPr>
          <p:cNvPr id="23" name="07">
            <a:extLst xmlns:a="http://schemas.openxmlformats.org/drawingml/2006/main">
              <a:ext uri="{FF2B5EF4-FFF2-40B4-BE49-F238E27FC236}">
                <a16:creationId xmlns:a16="http://schemas.microsoft.com/office/drawing/2014/main" id="{80F863AB-C3EA-4B20-A6A1-39AAA38B5918}"/>
              </a:ext>
            </a:extLst>
          </p:cNvPr>
          <p:cNvSpPr>
            <a:spLocks xmlns:a="http://schemas.openxmlformats.org/drawingml/2006/main" noGrp="1"/>
          </p:cNvSpPr>
          <p:nvPr/>
        </p:nvSpPr>
        <p:spPr>
          <a:xfrm xmlns:a="http://schemas.openxmlformats.org/drawingml/2006/main">
            <a:off x="533400" y="5353050"/>
            <a:ext cx="666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100" b="1">
                <a:solidFill>
                  <a:srgbClr val="087F95"/>
                </a:solidFill>
              </a:defRPr>
            </a:defPPr>
            <a:lvl1pPr>
              <a:defRPr sz="2100" b="1">
                <a:solidFill>
                  <a:srgbClr val="087F95"/>
                </a:solidFill>
              </a:defRPr>
            </a:lvl1pPr>
            <a:lvl2pPr>
              <a:defRPr sz="2100" b="1">
                <a:solidFill>
                  <a:srgbClr val="087F95"/>
                </a:solidFill>
              </a:defRPr>
            </a:lvl2pPr>
            <a:lvl3pPr>
              <a:defRPr sz="2100" b="1">
                <a:solidFill>
                  <a:srgbClr val="087F95"/>
                </a:solidFill>
              </a:defRPr>
            </a:lvl3pPr>
            <a:lvl4pPr>
              <a:defRPr sz="2100" b="1">
                <a:solidFill>
                  <a:srgbClr val="087F95"/>
                </a:solidFill>
              </a:defRPr>
            </a:lvl4pPr>
            <a:lvl5pPr>
              <a:defRPr sz="2100" b="1">
                <a:solidFill>
                  <a:srgbClr val="087F95"/>
                </a:solidFill>
              </a:defRPr>
            </a:lvl5pPr>
            <a:lvl6pPr>
              <a:defRPr sz="2100" b="1">
                <a:solidFill>
                  <a:srgbClr val="087F95"/>
                </a:solidFill>
              </a:defRPr>
            </a:lvl6pPr>
            <a:lvl7pPr>
              <a:defRPr sz="2100" b="1">
                <a:solidFill>
                  <a:srgbClr val="087F95"/>
                </a:solidFill>
              </a:defRPr>
            </a:lvl7pPr>
            <a:lvl8pPr>
              <a:defRPr sz="2100" b="1">
                <a:solidFill>
                  <a:srgbClr val="087F95"/>
                </a:solidFill>
              </a:defRPr>
            </a:lvl8pPr>
            <a:lvl9pPr>
              <a:defRPr sz="2100" b="1">
                <a:solidFill>
                  <a:srgbClr val="087F95"/>
                </a:solidFill>
              </a:defRPr>
            </a:lvl9pPr>
          </a:lstStyle>
          <a:p xmlns:a="http://schemas.openxmlformats.org/drawingml/2006/main">
            <a:pPr>
              <a:defRPr sz="2100" b="1">
                <a:solidFill>
                  <a:srgbClr val="087F95"/>
                </a:solidFill>
              </a:defRPr>
            </a:pPr>
            <a:r>
              <a:rPr sz="2100" b="1">
                <a:solidFill>
                  <a:srgbClr val="087F95"/>
                </a:solidFill>
              </a:rPr>
              <a:t>07</a:t>
            </a:r>
          </a:p>
        </p:txBody>
      </p:sp>
      <p:sp>
        <p:nvSpPr>
          <p:cNvPr id="24" name="Models and reproducible source">
            <a:extLst xmlns:a="http://schemas.openxmlformats.org/drawingml/2006/main">
              <a:ext uri="{FF2B5EF4-FFF2-40B4-BE49-F238E27FC236}">
                <a16:creationId xmlns:a16="http://schemas.microsoft.com/office/drawing/2014/main" id="{6FC2703A-A6A1-4E36-A5A8-AFA3BF8733CB}"/>
              </a:ext>
            </a:extLst>
          </p:cNvPr>
          <p:cNvSpPr>
            <a:spLocks xmlns:a="http://schemas.openxmlformats.org/drawingml/2006/main" noGrp="1"/>
          </p:cNvSpPr>
          <p:nvPr/>
        </p:nvSpPr>
        <p:spPr>
          <a:xfrm xmlns:a="http://schemas.openxmlformats.org/drawingml/2006/main">
            <a:off x="1381125" y="5353050"/>
            <a:ext cx="4953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2025" b="1">
                <a:solidFill>
                  <a:srgbClr val="087F95"/>
                </a:solidFill>
              </a:defRPr>
            </a:defPPr>
            <a:lvl1pPr>
              <a:defRPr sz="2025" b="1">
                <a:solidFill>
                  <a:srgbClr val="087F95"/>
                </a:solidFill>
              </a:defRPr>
            </a:lvl1pPr>
            <a:lvl2pPr>
              <a:defRPr sz="2025" b="1">
                <a:solidFill>
                  <a:srgbClr val="087F95"/>
                </a:solidFill>
              </a:defRPr>
            </a:lvl2pPr>
            <a:lvl3pPr>
              <a:defRPr sz="2025" b="1">
                <a:solidFill>
                  <a:srgbClr val="087F95"/>
                </a:solidFill>
              </a:defRPr>
            </a:lvl3pPr>
            <a:lvl4pPr>
              <a:defRPr sz="2025" b="1">
                <a:solidFill>
                  <a:srgbClr val="087F95"/>
                </a:solidFill>
              </a:defRPr>
            </a:lvl4pPr>
            <a:lvl5pPr>
              <a:defRPr sz="2025" b="1">
                <a:solidFill>
                  <a:srgbClr val="087F95"/>
                </a:solidFill>
              </a:defRPr>
            </a:lvl5pPr>
            <a:lvl6pPr>
              <a:defRPr sz="2025" b="1">
                <a:solidFill>
                  <a:srgbClr val="087F95"/>
                </a:solidFill>
              </a:defRPr>
            </a:lvl6pPr>
            <a:lvl7pPr>
              <a:defRPr sz="2025" b="1">
                <a:solidFill>
                  <a:srgbClr val="087F95"/>
                </a:solidFill>
              </a:defRPr>
            </a:lvl7pPr>
            <a:lvl8pPr>
              <a:defRPr sz="2025" b="1">
                <a:solidFill>
                  <a:srgbClr val="087F95"/>
                </a:solidFill>
              </a:defRPr>
            </a:lvl8pPr>
            <a:lvl9pPr>
              <a:defRPr sz="2025" b="1">
                <a:solidFill>
                  <a:srgbClr val="087F95"/>
                </a:solidFill>
              </a:defRPr>
            </a:lvl9pPr>
          </a:lstStyle>
          <a:p xmlns:a="http://schemas.openxmlformats.org/drawingml/2006/main">
            <a:pPr>
              <a:defRPr sz="2025" b="1">
                <a:solidFill>
                  <a:srgbClr val="087F95"/>
                </a:solidFill>
              </a:defRPr>
            </a:pPr>
            <a:r>
              <a:rPr sz="2025" b="1">
                <a:solidFill>
                  <a:srgbClr val="087F95"/>
                </a:solidFill>
                <a:hlinkClick xmlns:r="http://schemas.openxmlformats.org/officeDocument/2006/relationships" r:id="R3a038be98e5f4964"/>
              </a:rPr>
              <a:t>Models and reproducible source</a:t>
            </a:r>
          </a:p>
        </p:txBody>
      </p:sp>
      <p:sp>
        <p:nvSpPr>
          <p:cNvPr id="25" name="Native CAD, Modelica, meshes, code and results">
            <a:extLst xmlns:a="http://schemas.openxmlformats.org/drawingml/2006/main">
              <a:ext uri="{FF2B5EF4-FFF2-40B4-BE49-F238E27FC236}">
                <a16:creationId xmlns:a16="http://schemas.microsoft.com/office/drawing/2014/main" id="{1F9E6114-CECB-42B1-A8A7-CCAF8B768D2E}"/>
              </a:ext>
            </a:extLst>
          </p:cNvPr>
          <p:cNvSpPr>
            <a:spLocks xmlns:a="http://schemas.openxmlformats.org/drawingml/2006/main" noGrp="1"/>
          </p:cNvSpPr>
          <p:nvPr/>
        </p:nvSpPr>
        <p:spPr>
          <a:xfrm xmlns:a="http://schemas.openxmlformats.org/drawingml/2006/main">
            <a:off x="6524625" y="5372100"/>
            <a:ext cx="509587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lstStyle xmlns:a="http://schemas.openxmlformats.org/drawingml/2006/main">
            <a:defPPr>
              <a:defRPr sz="1725" b="0">
                <a:solidFill>
                  <a:srgbClr val="587081"/>
                </a:solidFill>
              </a:defRPr>
            </a:defPPr>
            <a:lvl1pPr>
              <a:defRPr sz="1725" b="0">
                <a:solidFill>
                  <a:srgbClr val="587081"/>
                </a:solidFill>
              </a:defRPr>
            </a:lvl1pPr>
            <a:lvl2pPr>
              <a:defRPr sz="1725" b="0">
                <a:solidFill>
                  <a:srgbClr val="587081"/>
                </a:solidFill>
              </a:defRPr>
            </a:lvl2pPr>
            <a:lvl3pPr>
              <a:defRPr sz="1725" b="0">
                <a:solidFill>
                  <a:srgbClr val="587081"/>
                </a:solidFill>
              </a:defRPr>
            </a:lvl3pPr>
            <a:lvl4pPr>
              <a:defRPr sz="1725" b="0">
                <a:solidFill>
                  <a:srgbClr val="587081"/>
                </a:solidFill>
              </a:defRPr>
            </a:lvl4pPr>
            <a:lvl5pPr>
              <a:defRPr sz="1725" b="0">
                <a:solidFill>
                  <a:srgbClr val="587081"/>
                </a:solidFill>
              </a:defRPr>
            </a:lvl5pPr>
            <a:lvl6pPr>
              <a:defRPr sz="1725" b="0">
                <a:solidFill>
                  <a:srgbClr val="587081"/>
                </a:solidFill>
              </a:defRPr>
            </a:lvl6pPr>
            <a:lvl7pPr>
              <a:defRPr sz="1725" b="0">
                <a:solidFill>
                  <a:srgbClr val="587081"/>
                </a:solidFill>
              </a:defRPr>
            </a:lvl7pPr>
            <a:lvl8pPr>
              <a:defRPr sz="1725" b="0">
                <a:solidFill>
                  <a:srgbClr val="587081"/>
                </a:solidFill>
              </a:defRPr>
            </a:lvl8pPr>
            <a:lvl9pPr>
              <a:defRPr sz="1725" b="0">
                <a:solidFill>
                  <a:srgbClr val="587081"/>
                </a:solidFill>
              </a:defRPr>
            </a:lvl9pPr>
          </a:lstStyle>
          <a:p xmlns:a="http://schemas.openxmlformats.org/drawingml/2006/main">
            <a:pPr>
              <a:defRPr sz="1725" b="0">
                <a:solidFill>
                  <a:srgbClr val="587081"/>
                </a:solidFill>
              </a:defRPr>
            </a:pPr>
            <a:r>
              <a:rPr sz="1725" b="0">
                <a:solidFill>
                  <a:srgbClr val="587081"/>
                </a:solidFill>
              </a:rPr>
              <a:t>Native CAD, Modelica, meshes, code and results</a:t>
            </a:r>
          </a:p>
        </p:txBody>
      </p:sp>
    </p:spTree>
    <p:extLst>
      <p:ext uri="{BB962C8B-B14F-4D97-AF65-F5344CB8AC3E}">
        <p14:creationId xmlns:p14="http://schemas.microsoft.com/office/powerpoint/2010/main" val="48438723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
        <a:cs typeface=""/>
      </a:majorFont>
      <a:minorFont>
        <a:latin typeface="Arial"/>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2026-10-29T02:15:54.3620000Z</dcterms:created>
  <dcterms:modified xsi:type="dcterms:W3CDTF">2026-10-29T02:15:54.3620000Z</dcterms:modified>
</coreProperties>
</file>